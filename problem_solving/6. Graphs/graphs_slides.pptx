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ink/ink3.xml" ContentType="application/inkml+xml"/>
  <Override PartName="/ppt/ink/ink4.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79"/>
  </p:notesMasterIdLst>
  <p:sldIdLst>
    <p:sldId id="256" r:id="rId2"/>
    <p:sldId id="258" r:id="rId3"/>
    <p:sldId id="307" r:id="rId4"/>
    <p:sldId id="259" r:id="rId5"/>
    <p:sldId id="308" r:id="rId6"/>
    <p:sldId id="260" r:id="rId7"/>
    <p:sldId id="333" r:id="rId8"/>
    <p:sldId id="335" r:id="rId9"/>
    <p:sldId id="313" r:id="rId10"/>
    <p:sldId id="334" r:id="rId11"/>
    <p:sldId id="266" r:id="rId12"/>
    <p:sldId id="311" r:id="rId13"/>
    <p:sldId id="314" r:id="rId14"/>
    <p:sldId id="315" r:id="rId15"/>
    <p:sldId id="316" r:id="rId16"/>
    <p:sldId id="318" r:id="rId17"/>
    <p:sldId id="319" r:id="rId18"/>
    <p:sldId id="320" r:id="rId19"/>
    <p:sldId id="321" r:id="rId20"/>
    <p:sldId id="323" r:id="rId21"/>
    <p:sldId id="325" r:id="rId22"/>
    <p:sldId id="326" r:id="rId23"/>
    <p:sldId id="337" r:id="rId24"/>
    <p:sldId id="382" r:id="rId25"/>
    <p:sldId id="262" r:id="rId26"/>
    <p:sldId id="331" r:id="rId27"/>
    <p:sldId id="280" r:id="rId28"/>
    <p:sldId id="338" r:id="rId29"/>
    <p:sldId id="264" r:id="rId30"/>
    <p:sldId id="340" r:id="rId31"/>
    <p:sldId id="342" r:id="rId32"/>
    <p:sldId id="341" r:id="rId33"/>
    <p:sldId id="383" r:id="rId34"/>
    <p:sldId id="275" r:id="rId35"/>
    <p:sldId id="322" r:id="rId36"/>
    <p:sldId id="336" r:id="rId37"/>
    <p:sldId id="353" r:id="rId38"/>
    <p:sldId id="344" r:id="rId39"/>
    <p:sldId id="354" r:id="rId40"/>
    <p:sldId id="355" r:id="rId41"/>
    <p:sldId id="356" r:id="rId42"/>
    <p:sldId id="327" r:id="rId43"/>
    <p:sldId id="345" r:id="rId44"/>
    <p:sldId id="346" r:id="rId45"/>
    <p:sldId id="347" r:id="rId46"/>
    <p:sldId id="348" r:id="rId47"/>
    <p:sldId id="349" r:id="rId48"/>
    <p:sldId id="350" r:id="rId49"/>
    <p:sldId id="359" r:id="rId50"/>
    <p:sldId id="351" r:id="rId51"/>
    <p:sldId id="352" r:id="rId52"/>
    <p:sldId id="357" r:id="rId53"/>
    <p:sldId id="360" r:id="rId54"/>
    <p:sldId id="361" r:id="rId55"/>
    <p:sldId id="362" r:id="rId56"/>
    <p:sldId id="363" r:id="rId57"/>
    <p:sldId id="384" r:id="rId58"/>
    <p:sldId id="364" r:id="rId59"/>
    <p:sldId id="365" r:id="rId60"/>
    <p:sldId id="367" r:id="rId61"/>
    <p:sldId id="366" r:id="rId62"/>
    <p:sldId id="368" r:id="rId63"/>
    <p:sldId id="339" r:id="rId64"/>
    <p:sldId id="385" r:id="rId65"/>
    <p:sldId id="370" r:id="rId66"/>
    <p:sldId id="371" r:id="rId67"/>
    <p:sldId id="369" r:id="rId68"/>
    <p:sldId id="373" r:id="rId69"/>
    <p:sldId id="372" r:id="rId70"/>
    <p:sldId id="375" r:id="rId71"/>
    <p:sldId id="374" r:id="rId72"/>
    <p:sldId id="376" r:id="rId73"/>
    <p:sldId id="378" r:id="rId74"/>
    <p:sldId id="379" r:id="rId75"/>
    <p:sldId id="380" r:id="rId76"/>
    <p:sldId id="381" r:id="rId77"/>
    <p:sldId id="377" r:id="rId78"/>
  </p:sldIdLst>
  <p:sldSz cx="9144000" cy="5143500" type="screen16x9"/>
  <p:notesSz cx="6858000" cy="9144000"/>
  <p:embeddedFontLst>
    <p:embeddedFont>
      <p:font typeface="Cambria Math" panose="02040503050406030204" pitchFamily="18" charset="0"/>
      <p:regular r:id="rId80"/>
    </p:embeddedFont>
    <p:embeddedFont>
      <p:font typeface="IBM Plex Mono" panose="020B0509050203000203" pitchFamily="49" charset="0"/>
      <p:regular r:id="rId81"/>
      <p:bold r:id="rId82"/>
      <p:italic r:id="rId83"/>
      <p:boldItalic r:id="rId84"/>
    </p:embeddedFont>
    <p:embeddedFont>
      <p:font typeface="Open Sans" panose="020B0606030504020204" pitchFamily="34" charset="0"/>
      <p:regular r:id="rId85"/>
      <p:bold r:id="rId86"/>
      <p:italic r:id="rId87"/>
      <p:boldItalic r:id="rId88"/>
    </p:embeddedFont>
    <p:embeddedFont>
      <p:font typeface="Poppins" panose="00000500000000000000" pitchFamily="2" charset="0"/>
      <p:regular r:id="rId89"/>
      <p:bold r:id="rId90"/>
      <p:italic r:id="rId91"/>
      <p:boldItalic r:id="rId92"/>
    </p:embeddedFont>
    <p:embeddedFont>
      <p:font typeface="Source Code Pro" panose="020B0509030403020204" pitchFamily="49" charset="0"/>
      <p:regular r:id="rId93"/>
      <p:bold r:id="rId94"/>
      <p:italic r:id="rId95"/>
      <p:boldItalic r:id="rId9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0FC"/>
    <a:srgbClr val="DDDCFF"/>
    <a:srgbClr val="E3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FE41DD-7E56-40D3-B7D3-4092E75CE94B}">
  <a:tblStyle styleId="{6EFE41DD-7E56-40D3-B7D3-4092E75CE94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60"/>
  </p:normalViewPr>
  <p:slideViewPr>
    <p:cSldViewPr snapToGrid="0">
      <p:cViewPr varScale="1">
        <p:scale>
          <a:sx n="103" d="100"/>
          <a:sy n="103" d="100"/>
        </p:scale>
        <p:origin x="81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5.fntdata"/><Relationship Id="rId89" Type="http://schemas.openxmlformats.org/officeDocument/2006/relationships/font" Target="fonts/font10.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font" Target="fonts/font11.fntdata"/><Relationship Id="rId95" Type="http://schemas.openxmlformats.org/officeDocument/2006/relationships/font" Target="fonts/font1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1.fntdata"/><Relationship Id="rId85"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4.fntdata"/><Relationship Id="rId88" Type="http://schemas.openxmlformats.org/officeDocument/2006/relationships/font" Target="fonts/font9.fntdata"/><Relationship Id="rId91" Type="http://schemas.openxmlformats.org/officeDocument/2006/relationships/font" Target="fonts/font12.fntdata"/><Relationship Id="rId96"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2.fntdata"/><Relationship Id="rId86" Type="http://schemas.openxmlformats.org/officeDocument/2006/relationships/font" Target="fonts/font7.fntdata"/><Relationship Id="rId94" Type="http://schemas.openxmlformats.org/officeDocument/2006/relationships/font" Target="fonts/font15.fntdata"/><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4.fntdata"/><Relationship Id="rId98"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22:09:41.849"/>
    </inkml:context>
    <inkml:brush xml:id="br0">
      <inkml:brushProperty name="width" value="0.035" units="cm"/>
      <inkml:brushProperty name="height" value="0.035" units="cm"/>
      <inkml:brushProperty name="color" value="#F3F3F3"/>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22:10:05.695"/>
    </inkml:context>
    <inkml:brush xml:id="br0">
      <inkml:brushProperty name="width" value="0.035" units="cm"/>
      <inkml:brushProperty name="height" value="0.035" units="cm"/>
      <inkml:brushProperty name="color" value="#F3F3F3"/>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22:09:41.849"/>
    </inkml:context>
    <inkml:brush xml:id="br0">
      <inkml:brushProperty name="width" value="0.035" units="cm"/>
      <inkml:brushProperty name="height" value="0.035" units="cm"/>
      <inkml:brushProperty name="color" value="#F3F3F3"/>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22:10:05.695"/>
    </inkml:context>
    <inkml:brush xml:id="br0">
      <inkml:brushProperty name="width" value="0.035" units="cm"/>
      <inkml:brushProperty name="height" value="0.035" units="cm"/>
      <inkml:brushProperty name="color" value="#F3F3F3"/>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a:extLst>
            <a:ext uri="{FF2B5EF4-FFF2-40B4-BE49-F238E27FC236}">
              <a16:creationId xmlns:a16="http://schemas.microsoft.com/office/drawing/2014/main" id="{3941E8DA-1A9C-5E94-5CFC-688AA9CBB61D}"/>
            </a:ext>
          </a:extLst>
        </p:cNvPr>
        <p:cNvGrpSpPr/>
        <p:nvPr/>
      </p:nvGrpSpPr>
      <p:grpSpPr>
        <a:xfrm>
          <a:off x="0" y="0"/>
          <a:ext cx="0" cy="0"/>
          <a:chOff x="0" y="0"/>
          <a:chExt cx="0" cy="0"/>
        </a:xfrm>
      </p:grpSpPr>
      <p:sp>
        <p:nvSpPr>
          <p:cNvPr id="1464" name="Google Shape;1464;g24e5c2c9e45_0_138:notes">
            <a:extLst>
              <a:ext uri="{FF2B5EF4-FFF2-40B4-BE49-F238E27FC236}">
                <a16:creationId xmlns:a16="http://schemas.microsoft.com/office/drawing/2014/main" id="{9B810DA6-8F48-6327-7FB0-83353FA80F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a:extLst>
              <a:ext uri="{FF2B5EF4-FFF2-40B4-BE49-F238E27FC236}">
                <a16:creationId xmlns:a16="http://schemas.microsoft.com/office/drawing/2014/main" id="{3EDA4EF2-A4BA-72F7-C560-537BC41CAD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396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a:extLst>
            <a:ext uri="{FF2B5EF4-FFF2-40B4-BE49-F238E27FC236}">
              <a16:creationId xmlns:a16="http://schemas.microsoft.com/office/drawing/2014/main" id="{7E615C25-BD63-A675-3000-659E696B355B}"/>
            </a:ext>
          </a:extLst>
        </p:cNvPr>
        <p:cNvGrpSpPr/>
        <p:nvPr/>
      </p:nvGrpSpPr>
      <p:grpSpPr>
        <a:xfrm>
          <a:off x="0" y="0"/>
          <a:ext cx="0" cy="0"/>
          <a:chOff x="0" y="0"/>
          <a:chExt cx="0" cy="0"/>
        </a:xfrm>
      </p:grpSpPr>
      <p:sp>
        <p:nvSpPr>
          <p:cNvPr id="2215" name="Google Shape;2215;g24ef22aa1ac_0_1122:notes">
            <a:extLst>
              <a:ext uri="{FF2B5EF4-FFF2-40B4-BE49-F238E27FC236}">
                <a16:creationId xmlns:a16="http://schemas.microsoft.com/office/drawing/2014/main" id="{F85FC9FA-5CEF-9EB1-342B-3DE95CE086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24ef22aa1ac_0_1122:notes">
            <a:extLst>
              <a:ext uri="{FF2B5EF4-FFF2-40B4-BE49-F238E27FC236}">
                <a16:creationId xmlns:a16="http://schemas.microsoft.com/office/drawing/2014/main" id="{F26DB477-3A38-8501-C2F6-3FA18F7751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0538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a:extLst>
            <a:ext uri="{FF2B5EF4-FFF2-40B4-BE49-F238E27FC236}">
              <a16:creationId xmlns:a16="http://schemas.microsoft.com/office/drawing/2014/main" id="{5E231E45-5DA1-96D5-D5A8-64F77F386A9F}"/>
            </a:ext>
          </a:extLst>
        </p:cNvPr>
        <p:cNvGrpSpPr/>
        <p:nvPr/>
      </p:nvGrpSpPr>
      <p:grpSpPr>
        <a:xfrm>
          <a:off x="0" y="0"/>
          <a:ext cx="0" cy="0"/>
          <a:chOff x="0" y="0"/>
          <a:chExt cx="0" cy="0"/>
        </a:xfrm>
      </p:grpSpPr>
      <p:sp>
        <p:nvSpPr>
          <p:cNvPr id="2390" name="Google Shape;2390;g24ef22aa1ac_0_1604:notes">
            <a:extLst>
              <a:ext uri="{FF2B5EF4-FFF2-40B4-BE49-F238E27FC236}">
                <a16:creationId xmlns:a16="http://schemas.microsoft.com/office/drawing/2014/main" id="{FC51582D-4A7F-D24E-CEF2-1ADABEA96C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1" name="Google Shape;2391;g24ef22aa1ac_0_1604:notes">
            <a:extLst>
              <a:ext uri="{FF2B5EF4-FFF2-40B4-BE49-F238E27FC236}">
                <a16:creationId xmlns:a16="http://schemas.microsoft.com/office/drawing/2014/main" id="{A6AC853C-A46B-8BB6-C73A-FE71E82F92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8378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a:extLst>
            <a:ext uri="{FF2B5EF4-FFF2-40B4-BE49-F238E27FC236}">
              <a16:creationId xmlns:a16="http://schemas.microsoft.com/office/drawing/2014/main" id="{5C3766F8-036F-1D06-EB61-3043BB430158}"/>
            </a:ext>
          </a:extLst>
        </p:cNvPr>
        <p:cNvGrpSpPr/>
        <p:nvPr/>
      </p:nvGrpSpPr>
      <p:grpSpPr>
        <a:xfrm>
          <a:off x="0" y="0"/>
          <a:ext cx="0" cy="0"/>
          <a:chOff x="0" y="0"/>
          <a:chExt cx="0" cy="0"/>
        </a:xfrm>
      </p:grpSpPr>
      <p:sp>
        <p:nvSpPr>
          <p:cNvPr id="2390" name="Google Shape;2390;g24ef22aa1ac_0_1604:notes">
            <a:extLst>
              <a:ext uri="{FF2B5EF4-FFF2-40B4-BE49-F238E27FC236}">
                <a16:creationId xmlns:a16="http://schemas.microsoft.com/office/drawing/2014/main" id="{E4B1ED77-5C94-9811-D713-A943152130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1" name="Google Shape;2391;g24ef22aa1ac_0_1604:notes">
            <a:extLst>
              <a:ext uri="{FF2B5EF4-FFF2-40B4-BE49-F238E27FC236}">
                <a16:creationId xmlns:a16="http://schemas.microsoft.com/office/drawing/2014/main" id="{6D02B64A-F6B7-3ED9-C21D-FB31AF5CCA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447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E4AD8247-CAE3-9855-9789-AF916766F8E9}"/>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C0725F8A-67CA-941F-535B-3EB6AD4B19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CF8ABA14-57C7-F761-FA52-51A2F211A7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0689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9DC27225-4967-E3B9-3846-4F937007D2B4}"/>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CEED35AA-56F0-024C-B285-FFC7B2C113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B78C8264-8405-7C50-DB84-0EEBC0B3AC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965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6"/>
        <p:cNvGrpSpPr/>
        <p:nvPr/>
      </p:nvGrpSpPr>
      <p:grpSpPr>
        <a:xfrm>
          <a:off x="0" y="0"/>
          <a:ext cx="0" cy="0"/>
          <a:chOff x="0" y="0"/>
          <a:chExt cx="0" cy="0"/>
        </a:xfrm>
      </p:grpSpPr>
      <p:sp>
        <p:nvSpPr>
          <p:cNvPr id="1757" name="Google Shape;1757;g24ed99bf1a4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8" name="Google Shape;1758;g24ed99bf1a4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6">
          <a:extLst>
            <a:ext uri="{FF2B5EF4-FFF2-40B4-BE49-F238E27FC236}">
              <a16:creationId xmlns:a16="http://schemas.microsoft.com/office/drawing/2014/main" id="{13878720-050A-4FE8-238A-15261A582CA8}"/>
            </a:ext>
          </a:extLst>
        </p:cNvPr>
        <p:cNvGrpSpPr/>
        <p:nvPr/>
      </p:nvGrpSpPr>
      <p:grpSpPr>
        <a:xfrm>
          <a:off x="0" y="0"/>
          <a:ext cx="0" cy="0"/>
          <a:chOff x="0" y="0"/>
          <a:chExt cx="0" cy="0"/>
        </a:xfrm>
      </p:grpSpPr>
      <p:sp>
        <p:nvSpPr>
          <p:cNvPr id="2077" name="Google Shape;2077;g24e6b4d5c31_0_1206:notes">
            <a:extLst>
              <a:ext uri="{FF2B5EF4-FFF2-40B4-BE49-F238E27FC236}">
                <a16:creationId xmlns:a16="http://schemas.microsoft.com/office/drawing/2014/main" id="{CE3E6DF6-E18B-3D45-B3B4-F74E2CAACE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8" name="Google Shape;2078;g24e6b4d5c31_0_1206:notes">
            <a:extLst>
              <a:ext uri="{FF2B5EF4-FFF2-40B4-BE49-F238E27FC236}">
                <a16:creationId xmlns:a16="http://schemas.microsoft.com/office/drawing/2014/main" id="{A8BEBCC4-152D-8D7D-3D5B-2ED7194CB5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4875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4CA0A5DA-0A36-57CA-5A03-02DAA74F90C4}"/>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933FC6B5-3884-0AC1-A480-787DEC8492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C5E09873-8DD4-E2EA-D0FC-C18D8E7004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4507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653F5655-489D-C148-6BE4-538C52F51883}"/>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05B0D641-09DE-5BB6-19A5-D6ADB8B576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F5BAF7B2-ECEF-C5E3-B31D-83F88ACF78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3416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D3AD589B-87C5-64BC-CB70-B8CF253CEDDB}"/>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AD5051F2-5FF4-0AE9-C314-6BC24271E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1CDBC897-320F-0152-B473-42B36EC1D0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3286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C4BFD3CF-0116-0B33-2443-783DE29D30C0}"/>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CD8D7AB0-A684-B165-4BF3-4A5A5A8C0E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A4C2F168-11F4-7618-E919-66CFC79620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8709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F7622871-BBC3-C3DA-3CFE-62D819A6C83F}"/>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EA82EC10-F56B-A340-51A4-35DBF7FD74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D3283754-C3C4-E67F-F0E4-93048D97D3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950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4C343399-4DA0-0CB6-F3CB-37D1E5F4025F}"/>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62DB21E1-271C-2368-9D05-DA4310227A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2A7D12C4-C648-EF68-A352-AADCFEA46C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8666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FAF5390C-2460-680D-D6B2-C469EC0FCC9C}"/>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D7FF2C25-0B97-A0A5-BB15-F4A4CA6DCE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1911BA1B-9643-B1B4-D1D2-CC8C036E90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5805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3693FBF9-6063-0FE9-96C2-9D6C09FA20AB}"/>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A9867830-CCAC-85CC-E6DD-8D0D156043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8F9FFD4D-E90E-800F-090A-990C161825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3942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3"/>
        <p:cNvGrpSpPr/>
        <p:nvPr/>
      </p:nvGrpSpPr>
      <p:grpSpPr>
        <a:xfrm>
          <a:off x="0" y="0"/>
          <a:ext cx="0" cy="0"/>
          <a:chOff x="0" y="0"/>
          <a:chExt cx="0" cy="0"/>
        </a:xfrm>
      </p:grpSpPr>
      <p:sp>
        <p:nvSpPr>
          <p:cNvPr id="2224" name="Google Shape;2224;g24ef22aa1ac_0_1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5" name="Google Shape;2225;g24ef22aa1ac_0_1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3">
          <a:extLst>
            <a:ext uri="{FF2B5EF4-FFF2-40B4-BE49-F238E27FC236}">
              <a16:creationId xmlns:a16="http://schemas.microsoft.com/office/drawing/2014/main" id="{C18F2845-617C-9CBF-D60D-E205F71B79F0}"/>
            </a:ext>
          </a:extLst>
        </p:cNvPr>
        <p:cNvGrpSpPr/>
        <p:nvPr/>
      </p:nvGrpSpPr>
      <p:grpSpPr>
        <a:xfrm>
          <a:off x="0" y="0"/>
          <a:ext cx="0" cy="0"/>
          <a:chOff x="0" y="0"/>
          <a:chExt cx="0" cy="0"/>
        </a:xfrm>
      </p:grpSpPr>
      <p:sp>
        <p:nvSpPr>
          <p:cNvPr id="2224" name="Google Shape;2224;g24ef22aa1ac_0_1299:notes">
            <a:extLst>
              <a:ext uri="{FF2B5EF4-FFF2-40B4-BE49-F238E27FC236}">
                <a16:creationId xmlns:a16="http://schemas.microsoft.com/office/drawing/2014/main" id="{44CBA034-0E70-294B-4ADB-8D48ACD999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5" name="Google Shape;2225;g24ef22aa1ac_0_1299:notes">
            <a:extLst>
              <a:ext uri="{FF2B5EF4-FFF2-40B4-BE49-F238E27FC236}">
                <a16:creationId xmlns:a16="http://schemas.microsoft.com/office/drawing/2014/main" id="{0B6B0CD5-FE6B-7A3C-58F3-B84766AFAF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3041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24ed99bf1a4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C051E348-1894-B4C7-2571-52D04D6FC812}"/>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9CD454F6-C000-528E-B2A3-527DCA243F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E719A7E6-D1AB-26A1-1F0E-947C06B157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57923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a:extLst>
            <a:ext uri="{FF2B5EF4-FFF2-40B4-BE49-F238E27FC236}">
              <a16:creationId xmlns:a16="http://schemas.microsoft.com/office/drawing/2014/main" id="{8CC93B65-26A0-95F3-83DB-91D63F8BCE16}"/>
            </a:ext>
          </a:extLst>
        </p:cNvPr>
        <p:cNvGrpSpPr/>
        <p:nvPr/>
      </p:nvGrpSpPr>
      <p:grpSpPr>
        <a:xfrm>
          <a:off x="0" y="0"/>
          <a:ext cx="0" cy="0"/>
          <a:chOff x="0" y="0"/>
          <a:chExt cx="0" cy="0"/>
        </a:xfrm>
      </p:grpSpPr>
      <p:sp>
        <p:nvSpPr>
          <p:cNvPr id="2145" name="Google Shape;2145;g24ef22aa1ac_0_826:notes">
            <a:extLst>
              <a:ext uri="{FF2B5EF4-FFF2-40B4-BE49-F238E27FC236}">
                <a16:creationId xmlns:a16="http://schemas.microsoft.com/office/drawing/2014/main" id="{CA2FD419-0C25-65C5-30BB-6547F9948E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6" name="Google Shape;2146;g24ef22aa1ac_0_826:notes">
            <a:extLst>
              <a:ext uri="{FF2B5EF4-FFF2-40B4-BE49-F238E27FC236}">
                <a16:creationId xmlns:a16="http://schemas.microsoft.com/office/drawing/2014/main" id="{A071E07D-4B0F-D158-ED38-058924EA46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1863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00867775-90CD-EA77-F9E2-D6B377FF32DE}"/>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9ECBC3DF-3E0D-BB6F-7753-A77105916F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AC1A89B9-C331-A53A-7AC7-FF8862372A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69220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B92B88F8-85A7-2E42-DBA4-713DE9B413C2}"/>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9720076B-6325-05F3-818D-EDCD261C32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B0C356F3-ACD2-3926-BF8D-E5C2667508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10181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9"/>
        <p:cNvGrpSpPr/>
        <p:nvPr/>
      </p:nvGrpSpPr>
      <p:grpSpPr>
        <a:xfrm>
          <a:off x="0" y="0"/>
          <a:ext cx="0" cy="0"/>
          <a:chOff x="0" y="0"/>
          <a:chExt cx="0" cy="0"/>
        </a:xfrm>
      </p:grpSpPr>
      <p:sp>
        <p:nvSpPr>
          <p:cNvPr id="2120" name="Google Shape;2120;g24ef22aa1ac_0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1" name="Google Shape;2121;g24ef22aa1ac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8">
          <a:extLst>
            <a:ext uri="{FF2B5EF4-FFF2-40B4-BE49-F238E27FC236}">
              <a16:creationId xmlns:a16="http://schemas.microsoft.com/office/drawing/2014/main" id="{DEC8BF5C-B6D7-1685-C0EF-02B5C5CC275F}"/>
            </a:ext>
          </a:extLst>
        </p:cNvPr>
        <p:cNvGrpSpPr/>
        <p:nvPr/>
      </p:nvGrpSpPr>
      <p:grpSpPr>
        <a:xfrm>
          <a:off x="0" y="0"/>
          <a:ext cx="0" cy="0"/>
          <a:chOff x="0" y="0"/>
          <a:chExt cx="0" cy="0"/>
        </a:xfrm>
      </p:grpSpPr>
      <p:sp>
        <p:nvSpPr>
          <p:cNvPr id="1839" name="Google Shape;1839;g24ed99bf1a4_0_974:notes">
            <a:extLst>
              <a:ext uri="{FF2B5EF4-FFF2-40B4-BE49-F238E27FC236}">
                <a16:creationId xmlns:a16="http://schemas.microsoft.com/office/drawing/2014/main" id="{B4016CEB-6835-4152-E5C6-36FCA550B9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0" name="Google Shape;1840;g24ed99bf1a4_0_974:notes">
            <a:extLst>
              <a:ext uri="{FF2B5EF4-FFF2-40B4-BE49-F238E27FC236}">
                <a16:creationId xmlns:a16="http://schemas.microsoft.com/office/drawing/2014/main" id="{7C254C4D-B7F3-CF89-B5F8-AB1F23AE7A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17730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8C7D1E3B-94DC-DE77-1277-B48B36C184CE}"/>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B86EDC51-CE02-83B1-F006-B8823D16D0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60510A12-5FB6-CE5F-D06A-E4941DA1F9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1887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B34B2B65-10C2-D1F1-5EA2-9FF594141B6F}"/>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29D49E1F-3B89-C058-F9F2-94BBAB4E5E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24D40784-8DC1-4772-D5BC-3095C1CC37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8943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8DD0019B-B0C3-4D47-5D81-82011E4F64C9}"/>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418698AA-82FB-DAFF-063E-5D8EB6A93D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6C782800-1218-AF5F-B95E-1FA58BC263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77390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5F9BB877-150B-0540-8E63-6068EA85855F}"/>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409DD6D2-1268-08BA-384B-55611B97EB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E0C04A7F-AD72-6BFE-D773-7939E9BD61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01858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296394AB-E528-2619-4676-A350E1BC8702}"/>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51189DD3-CBB1-47D0-3C48-3AFE3A034C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FA8FC2DA-3022-B86E-9F32-D0C78BF57D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45023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AF61B53D-D2C5-674F-F6FE-6C1CFF66928C}"/>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73072DD9-97ED-7C9F-2CEC-18189DDD38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4DB2C407-36D1-BAF0-7AA4-4943F58E31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61339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6E16C49B-52CD-7616-5CE2-75BD1BD98892}"/>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1F718065-4BE8-8A4D-7F2E-CFDC72DA90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D079C91B-79DD-614B-6460-8DF0C4C9B1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71137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8">
          <a:extLst>
            <a:ext uri="{FF2B5EF4-FFF2-40B4-BE49-F238E27FC236}">
              <a16:creationId xmlns:a16="http://schemas.microsoft.com/office/drawing/2014/main" id="{11110823-47D3-DB1C-096C-D48D1F28FB48}"/>
            </a:ext>
          </a:extLst>
        </p:cNvPr>
        <p:cNvGrpSpPr/>
        <p:nvPr/>
      </p:nvGrpSpPr>
      <p:grpSpPr>
        <a:xfrm>
          <a:off x="0" y="0"/>
          <a:ext cx="0" cy="0"/>
          <a:chOff x="0" y="0"/>
          <a:chExt cx="0" cy="0"/>
        </a:xfrm>
      </p:grpSpPr>
      <p:sp>
        <p:nvSpPr>
          <p:cNvPr id="1839" name="Google Shape;1839;g24ed99bf1a4_0_974:notes">
            <a:extLst>
              <a:ext uri="{FF2B5EF4-FFF2-40B4-BE49-F238E27FC236}">
                <a16:creationId xmlns:a16="http://schemas.microsoft.com/office/drawing/2014/main" id="{1376A735-5FC3-6546-93F1-F680154F52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0" name="Google Shape;1840;g24ed99bf1a4_0_974:notes">
            <a:extLst>
              <a:ext uri="{FF2B5EF4-FFF2-40B4-BE49-F238E27FC236}">
                <a16:creationId xmlns:a16="http://schemas.microsoft.com/office/drawing/2014/main" id="{BE652942-263B-37B0-9891-A90787BBFC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5085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869A2913-29C2-64EF-1AC8-469EA352A27D}"/>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791C0EE7-A95A-A4E3-B94B-B780564E22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9830D80A-8990-B4C5-7886-5377F7C439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47964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94585A64-20F2-7BC4-8256-22A0B73F7A64}"/>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8B49A057-7D43-F6BA-6F96-6E908D7C6C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079ADFA2-5459-B223-0FDC-82306809B6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69068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8492C850-361F-12D2-8504-F3E8AD95A742}"/>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48FF07BE-E335-D36B-979B-E184A3AC5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FF556D71-8F1B-8105-6B5F-5305578580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3394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879E39DC-2F31-047B-AA0D-7B8BC9B28029}"/>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58B90EDE-5D57-73FB-74D2-B9706DFF2D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ECBAA131-7FCB-89AD-6D9A-9492A26F7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71327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A86C1398-41ED-20A9-EB3D-27F331181030}"/>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E0E30E22-D68E-0E36-AB6E-46389431A0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4C0273B5-A19C-AC37-5A38-3544B87E23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07920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a:extLst>
            <a:ext uri="{FF2B5EF4-FFF2-40B4-BE49-F238E27FC236}">
              <a16:creationId xmlns:a16="http://schemas.microsoft.com/office/drawing/2014/main" id="{3507F688-77D3-2D07-C115-932D1FD9268E}"/>
            </a:ext>
          </a:extLst>
        </p:cNvPr>
        <p:cNvGrpSpPr/>
        <p:nvPr/>
      </p:nvGrpSpPr>
      <p:grpSpPr>
        <a:xfrm>
          <a:off x="0" y="0"/>
          <a:ext cx="0" cy="0"/>
          <a:chOff x="0" y="0"/>
          <a:chExt cx="0" cy="0"/>
        </a:xfrm>
      </p:grpSpPr>
      <p:sp>
        <p:nvSpPr>
          <p:cNvPr id="1632" name="Google Shape;1632;g24ed99bf1a4_0_309:notes">
            <a:extLst>
              <a:ext uri="{FF2B5EF4-FFF2-40B4-BE49-F238E27FC236}">
                <a16:creationId xmlns:a16="http://schemas.microsoft.com/office/drawing/2014/main" id="{89BADCEB-82F8-12F5-58D0-89FDFFF9A0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a:extLst>
              <a:ext uri="{FF2B5EF4-FFF2-40B4-BE49-F238E27FC236}">
                <a16:creationId xmlns:a16="http://schemas.microsoft.com/office/drawing/2014/main" id="{6DFCD068-F199-B016-94E3-5804FC7026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29107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CD323C32-856C-AF56-6CFA-2C007A2BC364}"/>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54A68225-51BC-1203-CF80-D54D6FB3EF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2F928DC3-4B02-0052-B3FA-09DA45BF0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64449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E69C81F3-1775-6E1A-C42E-D8EE2ADBD451}"/>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400FBF42-0FC8-187A-420A-2A5479DBB1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90254198-B308-6E1B-C6F2-0A0447355D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21203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47F346FF-FA00-4960-2C36-A1F231A1FBB8}"/>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728D6580-94C9-50B0-671D-1A0BCAE9BB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F031A9B8-8447-C46E-3164-9167B0CF94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51844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D6CCFBCD-64C5-A517-B727-D35A7975A6B9}"/>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594AB856-555C-E8E7-453F-E636FF1F2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7F27FC6A-7777-9332-3069-379E007FA7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187520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7148BD38-EC0E-5622-2340-121AFAD95368}"/>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43B9EB6E-CD17-86BA-F7CC-330F22EF55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5E34D4ED-9CB8-CFD8-B779-A115C34D59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75806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2B71EDDF-5A54-F261-7BA6-7DCB12B0ADAD}"/>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667539C8-543E-602C-E4E7-5789FD9D9D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45A82026-1AD0-7D37-4623-F7ED6646B4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849971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7CAF9C24-0FB7-1AE0-2E99-33FC22807551}"/>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11891D66-266E-8810-8F15-C34A3BFF8C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1C49ECE6-8C4E-5B1D-B3F4-1E8FB6DE69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36825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FF4EAAB2-4843-89B7-B2D9-4592FED4995C}"/>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1555A10E-FEE4-A183-391F-A775828A80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6C75D9FF-F029-78BC-CC1C-FFA282CCD7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9753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a:extLst>
            <a:ext uri="{FF2B5EF4-FFF2-40B4-BE49-F238E27FC236}">
              <a16:creationId xmlns:a16="http://schemas.microsoft.com/office/drawing/2014/main" id="{C99A18D5-20A1-ED10-802C-DF2F7BBD255B}"/>
            </a:ext>
          </a:extLst>
        </p:cNvPr>
        <p:cNvGrpSpPr/>
        <p:nvPr/>
      </p:nvGrpSpPr>
      <p:grpSpPr>
        <a:xfrm>
          <a:off x="0" y="0"/>
          <a:ext cx="0" cy="0"/>
          <a:chOff x="0" y="0"/>
          <a:chExt cx="0" cy="0"/>
        </a:xfrm>
      </p:grpSpPr>
      <p:sp>
        <p:nvSpPr>
          <p:cNvPr id="2215" name="Google Shape;2215;g24ef22aa1ac_0_1122:notes">
            <a:extLst>
              <a:ext uri="{FF2B5EF4-FFF2-40B4-BE49-F238E27FC236}">
                <a16:creationId xmlns:a16="http://schemas.microsoft.com/office/drawing/2014/main" id="{02945C0A-E4F2-8649-8243-E7765F6996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24ef22aa1ac_0_1122:notes">
            <a:extLst>
              <a:ext uri="{FF2B5EF4-FFF2-40B4-BE49-F238E27FC236}">
                <a16:creationId xmlns:a16="http://schemas.microsoft.com/office/drawing/2014/main" id="{50A541F7-0295-CC6C-5137-9C9940B647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24435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a:extLst>
            <a:ext uri="{FF2B5EF4-FFF2-40B4-BE49-F238E27FC236}">
              <a16:creationId xmlns:a16="http://schemas.microsoft.com/office/drawing/2014/main" id="{DAD55381-7915-F246-0F37-BB6A81535DC1}"/>
            </a:ext>
          </a:extLst>
        </p:cNvPr>
        <p:cNvGrpSpPr/>
        <p:nvPr/>
      </p:nvGrpSpPr>
      <p:grpSpPr>
        <a:xfrm>
          <a:off x="0" y="0"/>
          <a:ext cx="0" cy="0"/>
          <a:chOff x="0" y="0"/>
          <a:chExt cx="0" cy="0"/>
        </a:xfrm>
      </p:grpSpPr>
      <p:sp>
        <p:nvSpPr>
          <p:cNvPr id="2215" name="Google Shape;2215;g24ef22aa1ac_0_1122:notes">
            <a:extLst>
              <a:ext uri="{FF2B5EF4-FFF2-40B4-BE49-F238E27FC236}">
                <a16:creationId xmlns:a16="http://schemas.microsoft.com/office/drawing/2014/main" id="{2C9683BC-FCF9-5F48-0A67-C1152A4FD1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24ef22aa1ac_0_1122:notes">
            <a:extLst>
              <a:ext uri="{FF2B5EF4-FFF2-40B4-BE49-F238E27FC236}">
                <a16:creationId xmlns:a16="http://schemas.microsoft.com/office/drawing/2014/main" id="{A3E80A82-D91D-FC36-0F50-0C041C4598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00895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a:extLst>
            <a:ext uri="{FF2B5EF4-FFF2-40B4-BE49-F238E27FC236}">
              <a16:creationId xmlns:a16="http://schemas.microsoft.com/office/drawing/2014/main" id="{986C0BCD-653B-63BB-D3D1-D46615066FB7}"/>
            </a:ext>
          </a:extLst>
        </p:cNvPr>
        <p:cNvGrpSpPr/>
        <p:nvPr/>
      </p:nvGrpSpPr>
      <p:grpSpPr>
        <a:xfrm>
          <a:off x="0" y="0"/>
          <a:ext cx="0" cy="0"/>
          <a:chOff x="0" y="0"/>
          <a:chExt cx="0" cy="0"/>
        </a:xfrm>
      </p:grpSpPr>
      <p:sp>
        <p:nvSpPr>
          <p:cNvPr id="2215" name="Google Shape;2215;g24ef22aa1ac_0_1122:notes">
            <a:extLst>
              <a:ext uri="{FF2B5EF4-FFF2-40B4-BE49-F238E27FC236}">
                <a16:creationId xmlns:a16="http://schemas.microsoft.com/office/drawing/2014/main" id="{0F05D42E-2FB8-1B43-618C-583F191982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24ef22aa1ac_0_1122:notes">
            <a:extLst>
              <a:ext uri="{FF2B5EF4-FFF2-40B4-BE49-F238E27FC236}">
                <a16:creationId xmlns:a16="http://schemas.microsoft.com/office/drawing/2014/main" id="{5B5B96C3-D408-ECDA-0D22-E524397268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57786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a:extLst>
            <a:ext uri="{FF2B5EF4-FFF2-40B4-BE49-F238E27FC236}">
              <a16:creationId xmlns:a16="http://schemas.microsoft.com/office/drawing/2014/main" id="{83BD941B-B9C0-2C9F-D448-A1A59E973130}"/>
            </a:ext>
          </a:extLst>
        </p:cNvPr>
        <p:cNvGrpSpPr/>
        <p:nvPr/>
      </p:nvGrpSpPr>
      <p:grpSpPr>
        <a:xfrm>
          <a:off x="0" y="0"/>
          <a:ext cx="0" cy="0"/>
          <a:chOff x="0" y="0"/>
          <a:chExt cx="0" cy="0"/>
        </a:xfrm>
      </p:grpSpPr>
      <p:sp>
        <p:nvSpPr>
          <p:cNvPr id="2215" name="Google Shape;2215;g24ef22aa1ac_0_1122:notes">
            <a:extLst>
              <a:ext uri="{FF2B5EF4-FFF2-40B4-BE49-F238E27FC236}">
                <a16:creationId xmlns:a16="http://schemas.microsoft.com/office/drawing/2014/main" id="{BC3B982B-0252-2863-E438-6172EFF49E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24ef22aa1ac_0_1122:notes">
            <a:extLst>
              <a:ext uri="{FF2B5EF4-FFF2-40B4-BE49-F238E27FC236}">
                <a16:creationId xmlns:a16="http://schemas.microsoft.com/office/drawing/2014/main" id="{234C9085-2E19-48C7-946E-176A62AAD4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74176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a:extLst>
            <a:ext uri="{FF2B5EF4-FFF2-40B4-BE49-F238E27FC236}">
              <a16:creationId xmlns:a16="http://schemas.microsoft.com/office/drawing/2014/main" id="{FC82EAB2-6F05-7A4A-C0C0-C2C3FEB12D30}"/>
            </a:ext>
          </a:extLst>
        </p:cNvPr>
        <p:cNvGrpSpPr/>
        <p:nvPr/>
      </p:nvGrpSpPr>
      <p:grpSpPr>
        <a:xfrm>
          <a:off x="0" y="0"/>
          <a:ext cx="0" cy="0"/>
          <a:chOff x="0" y="0"/>
          <a:chExt cx="0" cy="0"/>
        </a:xfrm>
      </p:grpSpPr>
      <p:sp>
        <p:nvSpPr>
          <p:cNvPr id="2215" name="Google Shape;2215;g24ef22aa1ac_0_1122:notes">
            <a:extLst>
              <a:ext uri="{FF2B5EF4-FFF2-40B4-BE49-F238E27FC236}">
                <a16:creationId xmlns:a16="http://schemas.microsoft.com/office/drawing/2014/main" id="{A907C812-CF9E-EDB4-054A-C9BBC57888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24ef22aa1ac_0_1122:notes">
            <a:extLst>
              <a:ext uri="{FF2B5EF4-FFF2-40B4-BE49-F238E27FC236}">
                <a16:creationId xmlns:a16="http://schemas.microsoft.com/office/drawing/2014/main" id="{8B369DE9-95F7-4295-9ED6-5252E2BB36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1437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64CC4307-628F-942A-47B1-86CF6E2B3714}"/>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B9FA2CBE-9E7B-D580-D36B-B3E584AD44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8B0F5250-C62E-3F8F-EF93-7E346279E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60067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2C78DA1F-0A56-051A-730C-105C0EF107BD}"/>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724A06E9-CF01-2233-10FF-5D62778161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5B17FF85-FA72-3519-7272-152951822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12215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9E832076-FF0F-CC00-C77B-1C800A7AF5BB}"/>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E03A88A7-5CA8-853A-66A8-0BAB45B407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7F66D4E6-473D-AF50-4760-9B66AE3AA3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33175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406BA80C-A12D-B4D6-613C-2B98AE77431E}"/>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AEA5DABA-ED97-3391-F4E8-3A38B147A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4FC43867-43E0-5FB3-93E9-DBBFE3455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95473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30A82F97-9BC3-C33A-5CBB-B17E64B1DDDB}"/>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B88D545A-BEE5-83B7-2DF3-03DC3B5D5B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B36BED77-F22A-2027-95E4-8963D0E6F3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98483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8B66E1A5-C0FB-8867-D78C-B025CF132054}"/>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9B69AF4E-0CEA-85F1-89D4-E8329C22C5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2989B577-D805-791C-CCDC-FBB0B620EC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06052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9624644E-DB53-8308-371A-9BD76564C28B}"/>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EE46366F-67A5-7094-3F74-CB18139C2B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E0260D21-A5BF-88CB-4AF4-4FE0783D0D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27052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95F02214-8EE5-85DF-6168-2C2718E89CD2}"/>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8D4CDD12-1AE7-0C14-3E94-B4A9E0FC0B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812585F6-90C9-B9D8-8787-857C125DE1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960867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9A2C01CE-E196-D0AA-6238-BE71B4721D09}"/>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E21C8729-3ACA-4707-15D1-E179DE7252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3BC0845F-91C6-6D72-C29E-B014C44BFE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37747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3DEF0674-3761-83BE-F8FF-F0C1C5DEF27D}"/>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0A36ED7F-D423-5518-D645-458986B238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630E2871-F78A-55C1-418D-C179F54D5C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81540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B1A49587-C33A-8080-DDB5-06D11125385B}"/>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D68D31D5-12F2-12E3-F0D4-7A177BE3B9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56CEF357-6972-E5EA-6E7D-A4465DA42B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946105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3EA80D2A-D280-19CE-BD46-C3E5DFB3D60C}"/>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43D83E4A-D31C-E86E-9BD1-EF6E1D530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BE3CD3DB-64ED-1CBE-C2D8-88DE8002F7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813838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842CB92A-3001-1509-E396-481CC406AFF5}"/>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F4631716-B5F7-6ABC-3A6F-BE8FBE1D86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BD512506-B049-F569-5F54-E8EF93E2A0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99831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42DB1634-BAAD-AB8F-2B11-7407AEFAADD4}"/>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53FAB61A-3AE3-E2FE-8C4A-E47D7A5058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416791E4-751F-EBEB-302F-3768CC190D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23247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a:extLst>
            <a:ext uri="{FF2B5EF4-FFF2-40B4-BE49-F238E27FC236}">
              <a16:creationId xmlns:a16="http://schemas.microsoft.com/office/drawing/2014/main" id="{B034AA09-CBEC-3007-AC10-C625858B4705}"/>
            </a:ext>
          </a:extLst>
        </p:cNvPr>
        <p:cNvGrpSpPr/>
        <p:nvPr/>
      </p:nvGrpSpPr>
      <p:grpSpPr>
        <a:xfrm>
          <a:off x="0" y="0"/>
          <a:ext cx="0" cy="0"/>
          <a:chOff x="0" y="0"/>
          <a:chExt cx="0" cy="0"/>
        </a:xfrm>
      </p:grpSpPr>
      <p:sp>
        <p:nvSpPr>
          <p:cNvPr id="1730" name="Google Shape;1730;g24ed99bf1a4_0_481:notes">
            <a:extLst>
              <a:ext uri="{FF2B5EF4-FFF2-40B4-BE49-F238E27FC236}">
                <a16:creationId xmlns:a16="http://schemas.microsoft.com/office/drawing/2014/main" id="{6B2A1B40-2F83-30AC-312B-0733BE9CF5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a:extLst>
              <a:ext uri="{FF2B5EF4-FFF2-40B4-BE49-F238E27FC236}">
                <a16:creationId xmlns:a16="http://schemas.microsoft.com/office/drawing/2014/main" id="{126D28E5-76BE-139B-9D95-E62A008BDF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4178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5"/>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7" name="Google Shape;177;p5"/>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5"/>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79" name="Google Shape;179;p5"/>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4" name="Google Shape;254;p6"/>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255" name="Google Shape;25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9" name="Google Shape;269;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4" name="Google Shape;28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4" name="Google Shape;29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8" name="Google Shape;308;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3" name="Google Shape;32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3" name="Google Shape;33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6" name="Google Shape;336;p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37" name="Google Shape;337;p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5"/>
        <p:cNvGrpSpPr/>
        <p:nvPr/>
      </p:nvGrpSpPr>
      <p:grpSpPr>
        <a:xfrm>
          <a:off x="0" y="0"/>
          <a:ext cx="0" cy="0"/>
          <a:chOff x="0" y="0"/>
          <a:chExt cx="0" cy="0"/>
        </a:xfrm>
      </p:grpSpPr>
      <p:sp>
        <p:nvSpPr>
          <p:cNvPr id="376" name="Google Shape;376;p9"/>
          <p:cNvSpPr txBox="1">
            <a:spLocks noGrp="1"/>
          </p:cNvSpPr>
          <p:nvPr>
            <p:ph type="title"/>
          </p:nvPr>
        </p:nvSpPr>
        <p:spPr>
          <a:xfrm>
            <a:off x="720000" y="919750"/>
            <a:ext cx="3145200" cy="140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9"/>
          <p:cNvSpPr txBox="1">
            <a:spLocks noGrp="1"/>
          </p:cNvSpPr>
          <p:nvPr>
            <p:ph type="subTitle" idx="1"/>
          </p:nvPr>
        </p:nvSpPr>
        <p:spPr>
          <a:xfrm>
            <a:off x="720000" y="2628350"/>
            <a:ext cx="3145200" cy="15954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a:endParaRPr/>
          </a:p>
        </p:txBody>
      </p:sp>
      <p:sp>
        <p:nvSpPr>
          <p:cNvPr id="378" name="Google Shape;378;p9"/>
          <p:cNvSpPr>
            <a:spLocks noGrp="1"/>
          </p:cNvSpPr>
          <p:nvPr>
            <p:ph type="pic" idx="2"/>
          </p:nvPr>
        </p:nvSpPr>
        <p:spPr>
          <a:xfrm>
            <a:off x="4135800" y="539500"/>
            <a:ext cx="4295100" cy="4069200"/>
          </a:xfrm>
          <a:prstGeom prst="snip1Rect">
            <a:avLst>
              <a:gd name="adj" fmla="val 16667"/>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l="16960" t="24718" r="7121" b="26177"/>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 name="Google Shape;409;p9"/>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547"/>
        <p:cNvGrpSpPr/>
        <p:nvPr/>
      </p:nvGrpSpPr>
      <p:grpSpPr>
        <a:xfrm>
          <a:off x="0" y="0"/>
          <a:ext cx="0" cy="0"/>
          <a:chOff x="0" y="0"/>
          <a:chExt cx="0" cy="0"/>
        </a:xfrm>
      </p:grpSpPr>
      <p:sp>
        <p:nvSpPr>
          <p:cNvPr id="548" name="Google Shape;548;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549" name="Google Shape;549;p15"/>
          <p:cNvGrpSpPr/>
          <p:nvPr/>
        </p:nvGrpSpPr>
        <p:grpSpPr>
          <a:xfrm>
            <a:off x="4967675" y="4931713"/>
            <a:ext cx="439200" cy="439100"/>
            <a:chOff x="1101075" y="2142375"/>
            <a:chExt cx="439200" cy="439100"/>
          </a:xfrm>
        </p:grpSpPr>
        <p:sp>
          <p:nvSpPr>
            <p:cNvPr id="550" name="Google Shape;550;p1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15"/>
          <p:cNvGrpSpPr/>
          <p:nvPr/>
        </p:nvGrpSpPr>
        <p:grpSpPr>
          <a:xfrm>
            <a:off x="2176605" y="-3695660"/>
            <a:ext cx="7317722" cy="6983297"/>
            <a:chOff x="2100405" y="-3619460"/>
            <a:chExt cx="7317722" cy="6983297"/>
          </a:xfrm>
        </p:grpSpPr>
        <p:sp>
          <p:nvSpPr>
            <p:cNvPr id="553" name="Google Shape;553;p15"/>
            <p:cNvSpPr/>
            <p:nvPr/>
          </p:nvSpPr>
          <p:spPr>
            <a:xfrm rot="8100000" flipH="1">
              <a:off x="3778999" y="-2106462"/>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0" name="Google Shape;570;p15"/>
            <p:cNvSpPr/>
            <p:nvPr/>
          </p:nvSpPr>
          <p:spPr>
            <a:xfrm rot="5400000">
              <a:off x="8142048" y="-57566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5"/>
            <p:cNvSpPr/>
            <p:nvPr/>
          </p:nvSpPr>
          <p:spPr>
            <a:xfrm rot="10800000">
              <a:off x="8365398" y="-290023"/>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5"/>
            <p:cNvSpPr/>
            <p:nvPr/>
          </p:nvSpPr>
          <p:spPr>
            <a:xfrm rot="10800000">
              <a:off x="8490148" y="2"/>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5"/>
            <p:cNvSpPr/>
            <p:nvPr/>
          </p:nvSpPr>
          <p:spPr>
            <a:xfrm rot="-2700000" flipH="1">
              <a:off x="3192849" y="-2898537"/>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 name="Google Shape;574;p15"/>
          <p:cNvGrpSpPr/>
          <p:nvPr/>
        </p:nvGrpSpPr>
        <p:grpSpPr>
          <a:xfrm>
            <a:off x="-2424242" y="2074146"/>
            <a:ext cx="6274943" cy="6257753"/>
            <a:chOff x="-2447692" y="2022396"/>
            <a:chExt cx="6274943" cy="6257753"/>
          </a:xfrm>
        </p:grpSpPr>
        <p:grpSp>
          <p:nvGrpSpPr>
            <p:cNvPr id="575" name="Google Shape;575;p15"/>
            <p:cNvGrpSpPr/>
            <p:nvPr/>
          </p:nvGrpSpPr>
          <p:grpSpPr>
            <a:xfrm rot="10800000" flipH="1">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3" name="Google Shape;583;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1" name="Google Shape;591;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9" name="Google Shape;599;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8" name="Google Shape;608;p15"/>
            <p:cNvGrpSpPr/>
            <p:nvPr/>
          </p:nvGrpSpPr>
          <p:grpSpPr>
            <a:xfrm rot="-3320950" flipH="1">
              <a:off x="-1885521" y="3185658"/>
              <a:ext cx="4889863" cy="3931229"/>
              <a:chOff x="7103825" y="-713112"/>
              <a:chExt cx="3785226" cy="3043150"/>
            </a:xfrm>
          </p:grpSpPr>
          <p:sp>
            <p:nvSpPr>
              <p:cNvPr id="609" name="Google Shape;609;p15"/>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0" name="Google Shape;610;p15"/>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611" name="Google Shape;611;p15"/>
            <p:cNvSpPr/>
            <p:nvPr/>
          </p:nvSpPr>
          <p:spPr>
            <a:xfrm rot="-2700000" flipH="1">
              <a:off x="249333" y="3270782"/>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5"/>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615"/>
        <p:cNvGrpSpPr/>
        <p:nvPr/>
      </p:nvGrpSpPr>
      <p:grpSpPr>
        <a:xfrm>
          <a:off x="0" y="0"/>
          <a:ext cx="0" cy="0"/>
          <a:chOff x="0" y="0"/>
          <a:chExt cx="0" cy="0"/>
        </a:xfrm>
      </p:grpSpPr>
      <p:sp>
        <p:nvSpPr>
          <p:cNvPr id="616" name="Google Shape;61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27" name="Google Shape;627;p16"/>
            <p:cNvSpPr/>
            <p:nvPr/>
          </p:nvSpPr>
          <p:spPr>
            <a:xfrm rot="2700000">
              <a:off x="8482428" y="-42254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6"/>
            <p:cNvSpPr/>
            <p:nvPr/>
          </p:nvSpPr>
          <p:spPr>
            <a:xfrm rot="2700000">
              <a:off x="8744103" y="-21319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9" name="Google Shape;669;p1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670" name="Google Shape;670;p1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671"/>
        <p:cNvGrpSpPr/>
        <p:nvPr/>
      </p:nvGrpSpPr>
      <p:grpSpPr>
        <a:xfrm>
          <a:off x="0" y="0"/>
          <a:ext cx="0" cy="0"/>
          <a:chOff x="0" y="0"/>
          <a:chExt cx="0" cy="0"/>
        </a:xfrm>
      </p:grpSpPr>
      <p:sp>
        <p:nvSpPr>
          <p:cNvPr id="672" name="Google Shape;672;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2" name="Google Shape;692;p17"/>
              <p:cNvSpPr/>
              <p:nvPr/>
            </p:nvSpPr>
            <p:spPr>
              <a:xfrm rot="2700000" flipH="1">
                <a:off x="-1073899" y="4736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alphaModFix/>
            </a:blip>
            <a:srcRect l="16960" t="24718" r="7121" b="26177"/>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7"/>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5" name="Google Shape;705;p17"/>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7"/>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7" name="Google Shape;707;p17"/>
              <p:cNvGrpSpPr/>
              <p:nvPr/>
            </p:nvGrpSpPr>
            <p:grpSpPr>
              <a:xfrm rot="-2700000" flipH="1">
                <a:off x="-216370" y="1084101"/>
                <a:ext cx="708093" cy="708493"/>
                <a:chOff x="3678700" y="407275"/>
                <a:chExt cx="708100" cy="708500"/>
              </a:xfrm>
            </p:grpSpPr>
            <p:sp>
              <p:nvSpPr>
                <p:cNvPr id="708" name="Google Shape;708;p1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7" name="Google Shape;717;p1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718" name="Google Shape;718;p1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98"/>
        <p:cNvGrpSpPr/>
        <p:nvPr/>
      </p:nvGrpSpPr>
      <p:grpSpPr>
        <a:xfrm>
          <a:off x="0" y="0"/>
          <a:ext cx="0" cy="0"/>
          <a:chOff x="0" y="0"/>
          <a:chExt cx="0" cy="0"/>
        </a:xfrm>
      </p:grpSpPr>
      <p:sp>
        <p:nvSpPr>
          <p:cNvPr id="799" name="Google Shape;799;p20"/>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00" name="Google Shape;800;p20"/>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l="16960" t="24718" r="7121" b="26177"/>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2" name="Google Shape;822;p20"/>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73"/>
        <p:cNvGrpSpPr/>
        <p:nvPr/>
      </p:nvGrpSpPr>
      <p:grpSpPr>
        <a:xfrm>
          <a:off x="0" y="0"/>
          <a:ext cx="0" cy="0"/>
          <a:chOff x="0" y="0"/>
          <a:chExt cx="0" cy="0"/>
        </a:xfrm>
      </p:grpSpPr>
      <p:sp>
        <p:nvSpPr>
          <p:cNvPr id="974" name="Google Shape;974;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75" name="Google Shape;975;p23"/>
          <p:cNvSpPr txBox="1">
            <a:spLocks noGrp="1"/>
          </p:cNvSpPr>
          <p:nvPr>
            <p:ph type="subTitle" idx="1"/>
          </p:nvPr>
        </p:nvSpPr>
        <p:spPr>
          <a:xfrm>
            <a:off x="713225" y="2041525"/>
            <a:ext cx="5578500" cy="606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76" name="Google Shape;976;p23"/>
          <p:cNvSpPr txBox="1">
            <a:spLocks noGrp="1"/>
          </p:cNvSpPr>
          <p:nvPr>
            <p:ph type="subTitle" idx="2"/>
          </p:nvPr>
        </p:nvSpPr>
        <p:spPr>
          <a:xfrm>
            <a:off x="713225" y="3366650"/>
            <a:ext cx="5578500" cy="642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77" name="Google Shape;977;p23"/>
          <p:cNvSpPr txBox="1">
            <a:spLocks noGrp="1"/>
          </p:cNvSpPr>
          <p:nvPr>
            <p:ph type="subTitle" idx="3"/>
          </p:nvPr>
        </p:nvSpPr>
        <p:spPr>
          <a:xfrm>
            <a:off x="713225" y="167940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8" name="Google Shape;978;p23"/>
          <p:cNvSpPr txBox="1">
            <a:spLocks noGrp="1"/>
          </p:cNvSpPr>
          <p:nvPr>
            <p:ph type="subTitle" idx="4"/>
          </p:nvPr>
        </p:nvSpPr>
        <p:spPr>
          <a:xfrm>
            <a:off x="713225" y="304055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79" name="Google Shape;979;p23"/>
          <p:cNvGrpSpPr/>
          <p:nvPr/>
        </p:nvGrpSpPr>
        <p:grpSpPr>
          <a:xfrm rot="-5400000" flipH="1">
            <a:off x="6239121" y="1032770"/>
            <a:ext cx="5022035" cy="4764449"/>
            <a:chOff x="4571996" y="2268220"/>
            <a:chExt cx="5022035" cy="4764449"/>
          </a:xfrm>
        </p:grpSpPr>
        <p:pic>
          <p:nvPicPr>
            <p:cNvPr id="980" name="Google Shape;980;p23"/>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8" name="Google Shape;99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08" name="Google Shape;100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8" name="Google Shape;101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025" name="Google Shape;1025;p23"/>
          <p:cNvPicPr preferRelativeResize="0"/>
          <p:nvPr/>
        </p:nvPicPr>
        <p:blipFill rotWithShape="1">
          <a:blip r:embed="rId2">
            <a:alphaModFix/>
          </a:blip>
          <a:srcRect l="16960" t="24718" r="7121" b="26177"/>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28" name="Google Shape;1028;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29" name="Google Shape;1029;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3"/>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3"/>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3"/>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4" name="Google Shape;1044;p23"/>
            <p:cNvSpPr/>
            <p:nvPr/>
          </p:nvSpPr>
          <p:spPr>
            <a:xfrm rot="-5400000">
              <a:off x="362395"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7" name="Google Shape;1047;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48" name="Google Shape;1048;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15"/>
        <p:cNvGrpSpPr/>
        <p:nvPr/>
      </p:nvGrpSpPr>
      <p:grpSpPr>
        <a:xfrm>
          <a:off x="0" y="0"/>
          <a:ext cx="0" cy="0"/>
          <a:chOff x="0" y="0"/>
          <a:chExt cx="0" cy="0"/>
        </a:xfrm>
      </p:grpSpPr>
      <p:sp>
        <p:nvSpPr>
          <p:cNvPr id="1216" name="Google Shape;1216;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17" name="Google Shape;1217;p27"/>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8" name="Google Shape;1218;p27"/>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9" name="Google Shape;1219;p27"/>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0" name="Google Shape;1220;p27"/>
          <p:cNvSpPr txBox="1">
            <a:spLocks noGrp="1"/>
          </p:cNvSpPr>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1" name="Google Shape;1221;p27"/>
          <p:cNvSpPr txBox="1">
            <a:spLocks noGrp="1"/>
          </p:cNvSpPr>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2" name="Google Shape;1222;p27"/>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3" name="Google Shape;1223;p27"/>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4" name="Google Shape;1224;p27"/>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5" name="Google Shape;1225;p27"/>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6" name="Google Shape;1226;p27"/>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7" name="Google Shape;1227;p27"/>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8" name="Google Shape;1228;p27"/>
          <p:cNvSpPr txBox="1">
            <a:spLocks noGrp="1"/>
          </p:cNvSpPr>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l="16960" t="24718" r="7121" b="26177"/>
            <a:stretch/>
          </p:blipFill>
          <p:spPr>
            <a:xfrm>
              <a:off x="7361325" y="-596625"/>
              <a:ext cx="2441950" cy="1863749"/>
            </a:xfrm>
            <a:prstGeom prst="rect">
              <a:avLst/>
            </a:prstGeom>
            <a:noFill/>
            <a:ln>
              <a:noFill/>
            </a:ln>
          </p:spPr>
        </p:pic>
        <p:grpSp>
          <p:nvGrpSpPr>
            <p:cNvPr id="1231" name="Google Shape;1231;p27"/>
            <p:cNvGrpSpPr/>
            <p:nvPr/>
          </p:nvGrpSpPr>
          <p:grpSpPr>
            <a:xfrm rot="-2700000" flipH="1">
              <a:off x="7289785" y="-1246897"/>
              <a:ext cx="2552124" cy="3347490"/>
              <a:chOff x="2976325" y="908175"/>
              <a:chExt cx="4028179" cy="5283555"/>
            </a:xfrm>
          </p:grpSpPr>
          <p:sp>
            <p:nvSpPr>
              <p:cNvPr id="1232" name="Google Shape;1232;p2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43" name="Google Shape;1243;p27"/>
            <p:cNvPicPr preferRelativeResize="0"/>
            <p:nvPr/>
          </p:nvPicPr>
          <p:blipFill rotWithShape="1">
            <a:blip r:embed="rId2">
              <a:alphaModFix/>
            </a:blip>
            <a:srcRect l="16960" t="24718" r="7121" b="26177"/>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3" name="Google Shape;1263;p2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64" name="Google Shape;1264;p2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9"/>
        <p:cNvGrpSpPr/>
        <p:nvPr/>
      </p:nvGrpSpPr>
      <p:grpSpPr>
        <a:xfrm>
          <a:off x="0" y="0"/>
          <a:ext cx="0" cy="0"/>
          <a:chOff x="0" y="0"/>
          <a:chExt cx="0" cy="0"/>
        </a:xfrm>
      </p:grpSpPr>
      <p:grpSp>
        <p:nvGrpSpPr>
          <p:cNvPr id="1340" name="Google Shape;1340;p30"/>
          <p:cNvGrpSpPr/>
          <p:nvPr/>
        </p:nvGrpSpPr>
        <p:grpSpPr>
          <a:xfrm>
            <a:off x="-623241" y="3925887"/>
            <a:ext cx="2833357" cy="1517787"/>
            <a:chOff x="-623241" y="3849687"/>
            <a:chExt cx="2833357" cy="1517787"/>
          </a:xfrm>
        </p:grpSpPr>
        <p:grpSp>
          <p:nvGrpSpPr>
            <p:cNvPr id="1341" name="Google Shape;1341;p30"/>
            <p:cNvGrpSpPr/>
            <p:nvPr/>
          </p:nvGrpSpPr>
          <p:grpSpPr>
            <a:xfrm rot="5400000">
              <a:off x="-879113" y="4155104"/>
              <a:ext cx="1517787" cy="906953"/>
              <a:chOff x="-55500" y="4835979"/>
              <a:chExt cx="1517787" cy="906953"/>
            </a:xfrm>
          </p:grpSpPr>
          <p:sp>
            <p:nvSpPr>
              <p:cNvPr id="1342" name="Google Shape;1342;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0"/>
            <p:cNvGrpSpPr/>
            <p:nvPr/>
          </p:nvGrpSpPr>
          <p:grpSpPr>
            <a:xfrm>
              <a:off x="-623241" y="3946426"/>
              <a:ext cx="2833357" cy="1421047"/>
              <a:chOff x="-677366" y="4067276"/>
              <a:chExt cx="2833357" cy="1421047"/>
            </a:xfrm>
          </p:grpSpPr>
          <p:sp>
            <p:nvSpPr>
              <p:cNvPr id="1347" name="Google Shape;1347;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30"/>
              <p:cNvGrpSpPr/>
              <p:nvPr/>
            </p:nvGrpSpPr>
            <p:grpSpPr>
              <a:xfrm>
                <a:off x="317735" y="4614472"/>
                <a:ext cx="161977" cy="161940"/>
                <a:chOff x="1101075" y="2142375"/>
                <a:chExt cx="439200" cy="439100"/>
              </a:xfrm>
            </p:grpSpPr>
            <p:sp>
              <p:nvSpPr>
                <p:cNvPr id="1349" name="Google Shape;134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30"/>
              <p:cNvGrpSpPr/>
              <p:nvPr/>
            </p:nvGrpSpPr>
            <p:grpSpPr>
              <a:xfrm rot="10800000">
                <a:off x="1700151" y="5032693"/>
                <a:ext cx="161977" cy="161940"/>
                <a:chOff x="1101075" y="2142375"/>
                <a:chExt cx="439200" cy="439100"/>
              </a:xfrm>
            </p:grpSpPr>
            <p:sp>
              <p:nvSpPr>
                <p:cNvPr id="1352" name="Google Shape;135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30"/>
          <p:cNvGrpSpPr/>
          <p:nvPr/>
        </p:nvGrpSpPr>
        <p:grpSpPr>
          <a:xfrm>
            <a:off x="6323925" y="-1678249"/>
            <a:ext cx="4189199" cy="3065874"/>
            <a:chOff x="6171525" y="-1678249"/>
            <a:chExt cx="4189199" cy="3065874"/>
          </a:xfrm>
        </p:grpSpPr>
        <p:sp>
          <p:nvSpPr>
            <p:cNvPr id="1356" name="Google Shape;1356;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7" name="Google Shape;1357;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8" name="Google Shape;1358;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30"/>
            <p:cNvGrpSpPr/>
            <p:nvPr/>
          </p:nvGrpSpPr>
          <p:grpSpPr>
            <a:xfrm rot="-2700000">
              <a:off x="8302147" y="61289"/>
              <a:ext cx="582044" cy="582419"/>
              <a:chOff x="959750" y="3039275"/>
              <a:chExt cx="582050" cy="582425"/>
            </a:xfrm>
          </p:grpSpPr>
          <p:sp>
            <p:nvSpPr>
              <p:cNvPr id="1360" name="Google Shape;1360;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0"/>
            <p:cNvGrpSpPr/>
            <p:nvPr/>
          </p:nvGrpSpPr>
          <p:grpSpPr>
            <a:xfrm rot="-2700000">
              <a:off x="8551447" y="61289"/>
              <a:ext cx="582044" cy="582419"/>
              <a:chOff x="959750" y="3039275"/>
              <a:chExt cx="582050" cy="582425"/>
            </a:xfrm>
          </p:grpSpPr>
          <p:sp>
            <p:nvSpPr>
              <p:cNvPr id="1368" name="Google Shape;1368;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30"/>
          <p:cNvGrpSpPr/>
          <p:nvPr/>
        </p:nvGrpSpPr>
        <p:grpSpPr>
          <a:xfrm rot="2700000">
            <a:off x="8945322" y="2352177"/>
            <a:ext cx="439196" cy="439096"/>
            <a:chOff x="1101075" y="2142375"/>
            <a:chExt cx="439200" cy="439100"/>
          </a:xfrm>
        </p:grpSpPr>
        <p:sp>
          <p:nvSpPr>
            <p:cNvPr id="1376" name="Google Shape;1376;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8"/>
        <p:cNvGrpSpPr/>
        <p:nvPr/>
      </p:nvGrpSpPr>
      <p:grpSpPr>
        <a:xfrm>
          <a:off x="0" y="0"/>
          <a:ext cx="0" cy="0"/>
          <a:chOff x="0" y="0"/>
          <a:chExt cx="0" cy="0"/>
        </a:xfrm>
      </p:grpSpPr>
      <p:grpSp>
        <p:nvGrpSpPr>
          <p:cNvPr id="1379" name="Google Shape;1379;p31"/>
          <p:cNvGrpSpPr/>
          <p:nvPr/>
        </p:nvGrpSpPr>
        <p:grpSpPr>
          <a:xfrm>
            <a:off x="8332551" y="-7"/>
            <a:ext cx="2386151" cy="3293873"/>
            <a:chOff x="8256351" y="-7"/>
            <a:chExt cx="2386151" cy="3293873"/>
          </a:xfrm>
        </p:grpSpPr>
        <p:pic>
          <p:nvPicPr>
            <p:cNvPr id="1380" name="Google Shape;1380;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1" name="Google Shape;1381;p31"/>
            <p:cNvGrpSpPr/>
            <p:nvPr/>
          </p:nvGrpSpPr>
          <p:grpSpPr>
            <a:xfrm rot="10800000">
              <a:off x="8452444" y="-7"/>
              <a:ext cx="325154" cy="1788670"/>
              <a:chOff x="8869019" y="-622132"/>
              <a:chExt cx="325154" cy="1788670"/>
            </a:xfrm>
          </p:grpSpPr>
          <p:sp>
            <p:nvSpPr>
              <p:cNvPr id="1382" name="Google Shape;1382;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3" name="Google Shape;1383;p31"/>
              <p:cNvGrpSpPr/>
              <p:nvPr/>
            </p:nvGrpSpPr>
            <p:grpSpPr>
              <a:xfrm rot="1800062">
                <a:off x="9035610" y="1007995"/>
                <a:ext cx="134040" cy="134009"/>
                <a:chOff x="1101075" y="2142375"/>
                <a:chExt cx="439200" cy="439100"/>
              </a:xfrm>
            </p:grpSpPr>
            <p:sp>
              <p:nvSpPr>
                <p:cNvPr id="1384" name="Google Shape;1384;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6" name="Google Shape;1386;p31"/>
          <p:cNvGrpSpPr/>
          <p:nvPr/>
        </p:nvGrpSpPr>
        <p:grpSpPr>
          <a:xfrm>
            <a:off x="-213525" y="171225"/>
            <a:ext cx="439200" cy="439100"/>
            <a:chOff x="1101075" y="2142375"/>
            <a:chExt cx="439200" cy="439100"/>
          </a:xfrm>
        </p:grpSpPr>
        <p:sp>
          <p:nvSpPr>
            <p:cNvPr id="1387" name="Google Shape;1387;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1"/>
          <p:cNvGrpSpPr/>
          <p:nvPr/>
        </p:nvGrpSpPr>
        <p:grpSpPr>
          <a:xfrm>
            <a:off x="-1262974" y="3161328"/>
            <a:ext cx="4822591" cy="2934500"/>
            <a:chOff x="-1186774" y="3161328"/>
            <a:chExt cx="4822591" cy="2934500"/>
          </a:xfrm>
        </p:grpSpPr>
        <p:pic>
          <p:nvPicPr>
            <p:cNvPr id="1390" name="Google Shape;1390;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1" name="Google Shape;1391;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31"/>
            <p:cNvGrpSpPr/>
            <p:nvPr/>
          </p:nvGrpSpPr>
          <p:grpSpPr>
            <a:xfrm>
              <a:off x="58899" y="4608583"/>
              <a:ext cx="604346" cy="657081"/>
              <a:chOff x="58899" y="4608583"/>
              <a:chExt cx="604346" cy="657081"/>
            </a:xfrm>
          </p:grpSpPr>
          <p:grpSp>
            <p:nvGrpSpPr>
              <p:cNvPr id="1393" name="Google Shape;1393;p31"/>
              <p:cNvGrpSpPr/>
              <p:nvPr/>
            </p:nvGrpSpPr>
            <p:grpSpPr>
              <a:xfrm rot="10800000">
                <a:off x="58899" y="4608583"/>
                <a:ext cx="328346" cy="328531"/>
                <a:chOff x="3678700" y="407275"/>
                <a:chExt cx="708100" cy="708500"/>
              </a:xfrm>
            </p:grpSpPr>
            <p:sp>
              <p:nvSpPr>
                <p:cNvPr id="1394" name="Google Shape;1394;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31"/>
              <p:cNvGrpSpPr/>
              <p:nvPr/>
            </p:nvGrpSpPr>
            <p:grpSpPr>
              <a:xfrm rot="10800000">
                <a:off x="334899" y="4608583"/>
                <a:ext cx="328346" cy="328531"/>
                <a:chOff x="3678700" y="407275"/>
                <a:chExt cx="708100" cy="708500"/>
              </a:xfrm>
            </p:grpSpPr>
            <p:sp>
              <p:nvSpPr>
                <p:cNvPr id="1402" name="Google Shape;1402;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1"/>
              <p:cNvGrpSpPr/>
              <p:nvPr/>
            </p:nvGrpSpPr>
            <p:grpSpPr>
              <a:xfrm rot="10800000">
                <a:off x="282574" y="4937133"/>
                <a:ext cx="328346" cy="328531"/>
                <a:chOff x="3678700" y="407275"/>
                <a:chExt cx="708100" cy="708500"/>
              </a:xfrm>
            </p:grpSpPr>
            <p:sp>
              <p:nvSpPr>
                <p:cNvPr id="1410" name="Google Shape;1410;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7" name="Google Shape;1417;p31"/>
            <p:cNvGrpSpPr/>
            <p:nvPr/>
          </p:nvGrpSpPr>
          <p:grpSpPr>
            <a:xfrm>
              <a:off x="-923150" y="4796551"/>
              <a:ext cx="4558967" cy="134100"/>
              <a:chOff x="796100" y="3019701"/>
              <a:chExt cx="4558967" cy="134100"/>
            </a:xfrm>
          </p:grpSpPr>
          <p:sp>
            <p:nvSpPr>
              <p:cNvPr id="1418" name="Google Shape;1418;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9" name="Google Shape;1419;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20" name="Google Shape;1420;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8" r:id="rId6"/>
    <p:sldLayoutId id="2147483659" r:id="rId7"/>
    <p:sldLayoutId id="2147483661" r:id="rId8"/>
    <p:sldLayoutId id="2147483662" r:id="rId9"/>
    <p:sldLayoutId id="2147483663" r:id="rId10"/>
    <p:sldLayoutId id="2147483665" r:id="rId11"/>
    <p:sldLayoutId id="2147483666" r:id="rId12"/>
    <p:sldLayoutId id="2147483669" r:id="rId13"/>
    <p:sldLayoutId id="2147483672" r:id="rId14"/>
    <p:sldLayoutId id="2147483673" r:id="rId15"/>
    <p:sldLayoutId id="2147483676" r:id="rId16"/>
    <p:sldLayoutId id="2147483677"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customXml" Target="../ink/ink2.xml"/><Relationship Id="rId5" Type="http://schemas.openxmlformats.org/officeDocument/2006/relationships/image" Target="../media/image5.png"/><Relationship Id="rId4" Type="http://schemas.openxmlformats.org/officeDocument/2006/relationships/customXml" Target="../ink/ink1.xml"/></Relationships>
</file>

<file path=ppt/slides/_rels/slide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customXml" Target="../ink/ink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5.xml"/><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29.png"/></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0"/>
        <p:cNvGrpSpPr/>
        <p:nvPr/>
      </p:nvGrpSpPr>
      <p:grpSpPr>
        <a:xfrm>
          <a:off x="0" y="0"/>
          <a:ext cx="0" cy="0"/>
          <a:chOff x="0" y="0"/>
          <a:chExt cx="0" cy="0"/>
        </a:xfrm>
      </p:grpSpPr>
      <p:sp>
        <p:nvSpPr>
          <p:cNvPr id="1431" name="Google Shape;1431;p35"/>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Eng. Muhammad </a:t>
            </a:r>
            <a:r>
              <a:rPr lang="en-US" dirty="0" err="1"/>
              <a:t>AbdulKarlim</a:t>
            </a:r>
            <a:endParaRPr lang="en-US" dirty="0"/>
          </a:p>
        </p:txBody>
      </p:sp>
      <p:sp>
        <p:nvSpPr>
          <p:cNvPr id="1432" name="Google Shape;1432;p35"/>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chemeClr val="dk2"/>
                </a:solidFill>
              </a:rPr>
              <a:t>Graphs</a:t>
            </a:r>
            <a:endParaRPr lang="en-US" dirty="0">
              <a:solidFill>
                <a:schemeClr val="dk1"/>
              </a:solidFill>
            </a:endParaRPr>
          </a:p>
        </p:txBody>
      </p:sp>
      <p:grpSp>
        <p:nvGrpSpPr>
          <p:cNvPr id="1433" name="Google Shape;1433;p35"/>
          <p:cNvGrpSpPr/>
          <p:nvPr/>
        </p:nvGrpSpPr>
        <p:grpSpPr>
          <a:xfrm>
            <a:off x="1096850" y="3242811"/>
            <a:ext cx="3936683" cy="134070"/>
            <a:chOff x="1096850" y="3242811"/>
            <a:chExt cx="3936683" cy="134070"/>
          </a:xfrm>
        </p:grpSpPr>
        <p:cxnSp>
          <p:nvCxnSpPr>
            <p:cNvPr id="1434" name="Google Shape;1434;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5" name="Google Shape;1435;p35"/>
            <p:cNvGrpSpPr/>
            <p:nvPr/>
          </p:nvGrpSpPr>
          <p:grpSpPr>
            <a:xfrm>
              <a:off x="4899464" y="3242811"/>
              <a:ext cx="134070" cy="134070"/>
              <a:chOff x="8382514" y="1084976"/>
              <a:chExt cx="265800" cy="265800"/>
            </a:xfrm>
          </p:grpSpPr>
          <p:sp>
            <p:nvSpPr>
              <p:cNvPr id="1436" name="Google Shape;1436;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8" name="Google Shape;1438;p35"/>
          <p:cNvGrpSpPr/>
          <p:nvPr/>
        </p:nvGrpSpPr>
        <p:grpSpPr>
          <a:xfrm>
            <a:off x="8017432" y="-313900"/>
            <a:ext cx="134070" cy="1891362"/>
            <a:chOff x="8017432" y="-313900"/>
            <a:chExt cx="134070" cy="1891362"/>
          </a:xfrm>
        </p:grpSpPr>
        <p:sp>
          <p:nvSpPr>
            <p:cNvPr id="1439" name="Google Shape;1439;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0" name="Google Shape;1440;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5"/>
          <p:cNvGrpSpPr/>
          <p:nvPr/>
        </p:nvGrpSpPr>
        <p:grpSpPr>
          <a:xfrm>
            <a:off x="6309526" y="957475"/>
            <a:ext cx="3504715" cy="5119205"/>
            <a:chOff x="6309526" y="836950"/>
            <a:chExt cx="3504715" cy="5119205"/>
          </a:xfrm>
        </p:grpSpPr>
        <p:sp>
          <p:nvSpPr>
            <p:cNvPr id="1443" name="Google Shape;1443;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4" name="Google Shape;1444;p35"/>
            <p:cNvGrpSpPr/>
            <p:nvPr/>
          </p:nvGrpSpPr>
          <p:grpSpPr>
            <a:xfrm>
              <a:off x="7728436" y="3524084"/>
              <a:ext cx="134004" cy="134004"/>
              <a:chOff x="8356813" y="1074288"/>
              <a:chExt cx="351900" cy="351900"/>
            </a:xfrm>
          </p:grpSpPr>
          <p:sp>
            <p:nvSpPr>
              <p:cNvPr id="1445" name="Google Shape;1445;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35"/>
            <p:cNvGrpSpPr/>
            <p:nvPr/>
          </p:nvGrpSpPr>
          <p:grpSpPr>
            <a:xfrm>
              <a:off x="7344361" y="3150259"/>
              <a:ext cx="134004" cy="134004"/>
              <a:chOff x="8356813" y="1074288"/>
              <a:chExt cx="351900" cy="351900"/>
            </a:xfrm>
          </p:grpSpPr>
          <p:sp>
            <p:nvSpPr>
              <p:cNvPr id="1448" name="Google Shape;1448;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0" name="Google Shape;1450;p35"/>
            <p:cNvGrpSpPr/>
            <p:nvPr/>
          </p:nvGrpSpPr>
          <p:grpSpPr>
            <a:xfrm>
              <a:off x="8337811" y="2464059"/>
              <a:ext cx="134004" cy="134004"/>
              <a:chOff x="8356813" y="1074288"/>
              <a:chExt cx="351900" cy="351900"/>
            </a:xfrm>
          </p:grpSpPr>
          <p:sp>
            <p:nvSpPr>
              <p:cNvPr id="1451" name="Google Shape;1451;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3" name="Google Shape;1453;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solidFill>
                  <a:schemeClr val="dk2"/>
                </a:solidFill>
                <a:latin typeface="IBM Plex Mono"/>
                <a:ea typeface="IBM Plex Mono"/>
                <a:cs typeface="IBM Plex Mono"/>
                <a:sym typeface="IBM Plex Mono"/>
              </a:rPr>
              <a:t>Table of contents</a:t>
            </a:r>
            <a:endParaRPr sz="3200" dirty="0">
              <a:solidFill>
                <a:schemeClr val="dk2"/>
              </a:solidFill>
              <a:latin typeface="IBM Plex Mono"/>
              <a:ea typeface="IBM Plex Mono"/>
              <a:cs typeface="IBM Plex Mono"/>
              <a:sym typeface="IBM Plex Mono"/>
            </a:endParaRPr>
          </a:p>
        </p:txBody>
      </p:sp>
      <p:sp>
        <p:nvSpPr>
          <p:cNvPr id="1468" name="Google Shape;1468;p37"/>
          <p:cNvSpPr txBox="1">
            <a:spLocks noGrp="1"/>
          </p:cNvSpPr>
          <p:nvPr>
            <p:ph type="subTitle" idx="9"/>
          </p:nvPr>
        </p:nvSpPr>
        <p:spPr>
          <a:xfrm>
            <a:off x="720000" y="1918675"/>
            <a:ext cx="3526536"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Introduction to Graphs</a:t>
            </a:r>
            <a:endParaRPr dirty="0"/>
          </a:p>
        </p:txBody>
      </p:sp>
      <p:sp>
        <p:nvSpPr>
          <p:cNvPr id="1469" name="Google Shape;1469;p37"/>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a Graph?</a:t>
            </a:r>
          </a:p>
          <a:p>
            <a:pPr marL="0" lvl="0" indent="0" algn="l" rtl="0">
              <a:spcBef>
                <a:spcPts val="0"/>
              </a:spcBef>
              <a:spcAft>
                <a:spcPts val="0"/>
              </a:spcAft>
              <a:buNone/>
            </a:pPr>
            <a:r>
              <a:rPr lang="en-US" dirty="0"/>
              <a:t>Why Study Graphs?</a:t>
            </a:r>
          </a:p>
        </p:txBody>
      </p:sp>
      <p:sp>
        <p:nvSpPr>
          <p:cNvPr id="1470" name="Google Shape;1470;p37"/>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Neighbors, Degree, Path, Cycle, Connectivity</a:t>
            </a:r>
          </a:p>
        </p:txBody>
      </p:sp>
      <p:sp>
        <p:nvSpPr>
          <p:cNvPr id="1471" name="Google Shape;1471;p37"/>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Adjacency List</a:t>
            </a:r>
          </a:p>
          <a:p>
            <a:pPr marL="0" lvl="0" indent="0" algn="l" rtl="0">
              <a:spcBef>
                <a:spcPts val="0"/>
              </a:spcBef>
              <a:spcAft>
                <a:spcPts val="0"/>
              </a:spcAft>
              <a:buNone/>
            </a:pPr>
            <a:r>
              <a:rPr lang="en-US" dirty="0"/>
              <a:t>Adjacency Matrix</a:t>
            </a:r>
          </a:p>
        </p:txBody>
      </p:sp>
      <p:sp>
        <p:nvSpPr>
          <p:cNvPr id="1472" name="Google Shape;1472;p37"/>
          <p:cNvSpPr txBox="1">
            <a:spLocks noGrp="1"/>
          </p:cNvSpPr>
          <p:nvPr>
            <p:ph type="subTitle" idx="4"/>
          </p:nvPr>
        </p:nvSpPr>
        <p:spPr>
          <a:xfrm>
            <a:off x="4366700" y="4017100"/>
            <a:ext cx="2661000" cy="5279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Depth-First Search (DFS)</a:t>
            </a:r>
          </a:p>
          <a:p>
            <a:pPr marL="0" lvl="0" indent="0" algn="l" rtl="0">
              <a:spcBef>
                <a:spcPts val="0"/>
              </a:spcBef>
              <a:spcAft>
                <a:spcPts val="0"/>
              </a:spcAft>
              <a:buNone/>
            </a:pPr>
            <a:r>
              <a:rPr lang="en-US" dirty="0"/>
              <a:t>Breadth-First Search (BFS)</a:t>
            </a:r>
          </a:p>
        </p:txBody>
      </p:sp>
      <p:sp>
        <p:nvSpPr>
          <p:cNvPr id="1473" name="Google Shape;1473;p37"/>
          <p:cNvSpPr txBox="1">
            <a:spLocks noGrp="1"/>
          </p:cNvSpPr>
          <p:nvPr>
            <p:ph type="title" idx="5"/>
          </p:nvPr>
        </p:nvSpPr>
        <p:spPr>
          <a:xfrm>
            <a:off x="7200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1474" name="Google Shape;1474;p37"/>
          <p:cNvSpPr txBox="1">
            <a:spLocks noGrp="1"/>
          </p:cNvSpPr>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475" name="Google Shape;1475;p37"/>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476" name="Google Shape;1476;p37"/>
          <p:cNvSpPr txBox="1">
            <a:spLocks noGrp="1"/>
          </p:cNvSpPr>
          <p:nvPr>
            <p:ph type="title" idx="8"/>
          </p:nvPr>
        </p:nvSpPr>
        <p:spPr>
          <a:xfrm>
            <a:off x="4366698"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477" name="Google Shape;1477;p37"/>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Graph Terminology</a:t>
            </a:r>
          </a:p>
        </p:txBody>
      </p:sp>
      <p:sp>
        <p:nvSpPr>
          <p:cNvPr id="1478" name="Google Shape;1478;p37"/>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Graph Representation</a:t>
            </a:r>
          </a:p>
        </p:txBody>
      </p:sp>
      <p:sp>
        <p:nvSpPr>
          <p:cNvPr id="1479" name="Google Shape;1479;p37"/>
          <p:cNvSpPr txBox="1">
            <a:spLocks noGrp="1"/>
          </p:cNvSpPr>
          <p:nvPr>
            <p:ph type="subTitle" idx="15"/>
          </p:nvPr>
        </p:nvSpPr>
        <p:spPr>
          <a:xfrm>
            <a:off x="4366698" y="3782991"/>
            <a:ext cx="3710502"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t>Graph Traversal Algorithms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6">
          <a:extLst>
            <a:ext uri="{FF2B5EF4-FFF2-40B4-BE49-F238E27FC236}">
              <a16:creationId xmlns:a16="http://schemas.microsoft.com/office/drawing/2014/main" id="{32D01545-E89C-BD54-0C49-C58638897E9B}"/>
            </a:ext>
          </a:extLst>
        </p:cNvPr>
        <p:cNvGrpSpPr/>
        <p:nvPr/>
      </p:nvGrpSpPr>
      <p:grpSpPr>
        <a:xfrm>
          <a:off x="0" y="0"/>
          <a:ext cx="0" cy="0"/>
          <a:chOff x="0" y="0"/>
          <a:chExt cx="0" cy="0"/>
        </a:xfrm>
      </p:grpSpPr>
      <p:sp>
        <p:nvSpPr>
          <p:cNvPr id="1467" name="Google Shape;1467;p37">
            <a:extLst>
              <a:ext uri="{FF2B5EF4-FFF2-40B4-BE49-F238E27FC236}">
                <a16:creationId xmlns:a16="http://schemas.microsoft.com/office/drawing/2014/main" id="{6183B614-A02A-4297-96CF-3E46A8AD020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solidFill>
                  <a:schemeClr val="dk2"/>
                </a:solidFill>
                <a:latin typeface="IBM Plex Mono"/>
                <a:ea typeface="IBM Plex Mono"/>
                <a:cs typeface="IBM Plex Mono"/>
                <a:sym typeface="IBM Plex Mono"/>
              </a:rPr>
              <a:t>Table of contents</a:t>
            </a:r>
            <a:endParaRPr sz="3200" dirty="0">
              <a:solidFill>
                <a:schemeClr val="dk2"/>
              </a:solidFill>
              <a:latin typeface="IBM Plex Mono"/>
              <a:ea typeface="IBM Plex Mono"/>
              <a:cs typeface="IBM Plex Mono"/>
              <a:sym typeface="IBM Plex Mono"/>
            </a:endParaRPr>
          </a:p>
        </p:txBody>
      </p:sp>
      <p:sp>
        <p:nvSpPr>
          <p:cNvPr id="1468" name="Google Shape;1468;p37">
            <a:extLst>
              <a:ext uri="{FF2B5EF4-FFF2-40B4-BE49-F238E27FC236}">
                <a16:creationId xmlns:a16="http://schemas.microsoft.com/office/drawing/2014/main" id="{9ECDF459-BCB4-D65F-816F-829F48E24154}"/>
              </a:ext>
            </a:extLst>
          </p:cNvPr>
          <p:cNvSpPr txBox="1">
            <a:spLocks noGrp="1"/>
          </p:cNvSpPr>
          <p:nvPr>
            <p:ph type="subTitle" idx="9"/>
          </p:nvPr>
        </p:nvSpPr>
        <p:spPr>
          <a:xfrm>
            <a:off x="720000" y="1918675"/>
            <a:ext cx="428888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Advanced Graph Concepts</a:t>
            </a:r>
          </a:p>
        </p:txBody>
      </p:sp>
      <p:sp>
        <p:nvSpPr>
          <p:cNvPr id="1469" name="Google Shape;1469;p37">
            <a:extLst>
              <a:ext uri="{FF2B5EF4-FFF2-40B4-BE49-F238E27FC236}">
                <a16:creationId xmlns:a16="http://schemas.microsoft.com/office/drawing/2014/main" id="{6C383827-89DC-15CE-F6F4-4CDB7D860FAF}"/>
              </a:ext>
            </a:extLst>
          </p:cNvPr>
          <p:cNvSpPr txBox="1">
            <a:spLocks noGrp="1"/>
          </p:cNvSpPr>
          <p:nvPr>
            <p:ph type="subTitle" idx="1"/>
          </p:nvPr>
        </p:nvSpPr>
        <p:spPr>
          <a:xfrm>
            <a:off x="720000" y="232097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Topological Sort</a:t>
            </a:r>
          </a:p>
          <a:p>
            <a:pPr marL="0" lvl="0" indent="0" algn="l" rtl="0">
              <a:spcBef>
                <a:spcPts val="0"/>
              </a:spcBef>
              <a:spcAft>
                <a:spcPts val="0"/>
              </a:spcAft>
              <a:buNone/>
            </a:pPr>
            <a:r>
              <a:rPr lang="en-US" dirty="0"/>
              <a:t>Strongly Connected Components (SCC)</a:t>
            </a:r>
          </a:p>
        </p:txBody>
      </p:sp>
      <p:sp>
        <p:nvSpPr>
          <p:cNvPr id="1470" name="Google Shape;1470;p37">
            <a:extLst>
              <a:ext uri="{FF2B5EF4-FFF2-40B4-BE49-F238E27FC236}">
                <a16:creationId xmlns:a16="http://schemas.microsoft.com/office/drawing/2014/main" id="{F772BF97-C413-6391-E5E4-127278F7846A}"/>
              </a:ext>
            </a:extLst>
          </p:cNvPr>
          <p:cNvSpPr txBox="1">
            <a:spLocks noGrp="1"/>
          </p:cNvSpPr>
          <p:nvPr>
            <p:ph type="subTitle" idx="2"/>
          </p:nvPr>
        </p:nvSpPr>
        <p:spPr>
          <a:xfrm>
            <a:off x="4366698" y="2266559"/>
            <a:ext cx="3852742" cy="604200"/>
          </a:xfrm>
          <a:prstGeom prst="rect">
            <a:avLst/>
          </a:prstGeom>
        </p:spPr>
        <p:txBody>
          <a:bodyPr spcFirstLastPara="1" wrap="square" lIns="91425" tIns="91425" rIns="91425" bIns="91425" anchor="t" anchorCtr="0">
            <a:noAutofit/>
          </a:bodyPr>
          <a:lstStyle/>
          <a:p>
            <a:pPr marL="0" marR="0" indent="0" algn="l" rtl="0">
              <a:lnSpc>
                <a:spcPct val="115000"/>
              </a:lnSpc>
            </a:pPr>
            <a:r>
              <a:rPr lang="de-DE" b="0" i="0" dirty="0">
                <a:solidFill>
                  <a:srgbClr val="1D1D1D"/>
                </a:solidFill>
                <a:effectLst/>
                <a:latin typeface="Poppins" panose="00000500000000000000" pitchFamily="2" charset="0"/>
                <a:ea typeface="Poppins" panose="00000500000000000000" pitchFamily="2" charset="0"/>
                <a:cs typeface="Poppins" panose="00000500000000000000" pitchFamily="2" charset="0"/>
              </a:rPr>
              <a:t>Dijkstra's Algorithm</a:t>
            </a:r>
            <a:endParaRPr lang="en-US" dirty="0">
              <a:effectLst/>
            </a:endParaRPr>
          </a:p>
          <a:p>
            <a:pPr marL="0" marR="0" indent="0" algn="l" rtl="0">
              <a:lnSpc>
                <a:spcPct val="115000"/>
              </a:lnSpc>
            </a:pPr>
            <a:r>
              <a:rPr lang="de-DE" b="0" i="0" dirty="0">
                <a:solidFill>
                  <a:srgbClr val="1D1D1D"/>
                </a:solidFill>
                <a:effectLst/>
                <a:latin typeface="Poppins" panose="00000500000000000000" pitchFamily="2" charset="0"/>
                <a:ea typeface="Poppins" panose="00000500000000000000" pitchFamily="2" charset="0"/>
                <a:cs typeface="Poppins" panose="00000500000000000000" pitchFamily="2" charset="0"/>
              </a:rPr>
              <a:t>Bellman-Ford Algorithm</a:t>
            </a:r>
            <a:endParaRPr lang="en-US" dirty="0">
              <a:effectLst/>
            </a:endParaRPr>
          </a:p>
          <a:p>
            <a:pPr marL="0" marR="0" indent="0" algn="l" rtl="0">
              <a:lnSpc>
                <a:spcPct val="115000"/>
              </a:lnSpc>
            </a:pPr>
            <a:r>
              <a:rPr lang="en-US" dirty="0"/>
              <a:t>Johnson's Algorithm</a:t>
            </a:r>
            <a:endParaRPr lang="en-US" dirty="0">
              <a:effectLst/>
            </a:endParaRPr>
          </a:p>
        </p:txBody>
      </p:sp>
      <p:sp>
        <p:nvSpPr>
          <p:cNvPr id="1471" name="Google Shape;1471;p37">
            <a:extLst>
              <a:ext uri="{FF2B5EF4-FFF2-40B4-BE49-F238E27FC236}">
                <a16:creationId xmlns:a16="http://schemas.microsoft.com/office/drawing/2014/main" id="{ED979C1C-F84E-B0F8-AE3A-32657DFE6D1F}"/>
              </a:ext>
            </a:extLst>
          </p:cNvPr>
          <p:cNvSpPr txBox="1">
            <a:spLocks noGrp="1"/>
          </p:cNvSpPr>
          <p:nvPr>
            <p:ph type="subTitle" idx="3"/>
          </p:nvPr>
        </p:nvSpPr>
        <p:spPr>
          <a:xfrm>
            <a:off x="720000" y="4263074"/>
            <a:ext cx="2661000" cy="604200"/>
          </a:xfrm>
          <a:prstGeom prst="rect">
            <a:avLst/>
          </a:prstGeom>
        </p:spPr>
        <p:txBody>
          <a:bodyPr spcFirstLastPara="1" wrap="square" lIns="91425" tIns="91425" rIns="91425" bIns="91425" anchor="t" anchorCtr="0">
            <a:noAutofit/>
          </a:bodyPr>
          <a:lstStyle/>
          <a:p>
            <a:pPr marL="0" indent="0"/>
            <a:r>
              <a:rPr lang="en-US" dirty="0"/>
              <a:t>Slow All Pairs Shortest Path </a:t>
            </a:r>
          </a:p>
          <a:p>
            <a:pPr marL="0" indent="0"/>
            <a:r>
              <a:rPr lang="en-US" dirty="0"/>
              <a:t>Fast All Pairs Shortest Path</a:t>
            </a:r>
          </a:p>
          <a:p>
            <a:pPr marL="0" indent="0"/>
            <a:endParaRPr lang="en-US" dirty="0"/>
          </a:p>
          <a:p>
            <a:pPr marL="0" lvl="0" indent="0" algn="l" rtl="0">
              <a:spcBef>
                <a:spcPts val="0"/>
              </a:spcBef>
              <a:spcAft>
                <a:spcPts val="0"/>
              </a:spcAft>
              <a:buNone/>
            </a:pPr>
            <a:endParaRPr lang="en-US" dirty="0"/>
          </a:p>
        </p:txBody>
      </p:sp>
      <p:sp>
        <p:nvSpPr>
          <p:cNvPr id="1472" name="Google Shape;1472;p37">
            <a:extLst>
              <a:ext uri="{FF2B5EF4-FFF2-40B4-BE49-F238E27FC236}">
                <a16:creationId xmlns:a16="http://schemas.microsoft.com/office/drawing/2014/main" id="{01AE7210-EB8E-B9F1-D6A2-FC80EC6B7C43}"/>
              </a:ext>
            </a:extLst>
          </p:cNvPr>
          <p:cNvSpPr txBox="1">
            <a:spLocks noGrp="1"/>
          </p:cNvSpPr>
          <p:nvPr>
            <p:ph type="subTitle" idx="4"/>
          </p:nvPr>
        </p:nvSpPr>
        <p:spPr>
          <a:xfrm>
            <a:off x="4366698" y="4136764"/>
            <a:ext cx="2661000" cy="527999"/>
          </a:xfrm>
          <a:prstGeom prst="rect">
            <a:avLst/>
          </a:prstGeom>
        </p:spPr>
        <p:txBody>
          <a:bodyPr spcFirstLastPara="1" wrap="square" lIns="91425" tIns="91425" rIns="91425" bIns="91425" anchor="t" anchorCtr="0">
            <a:noAutofit/>
          </a:bodyPr>
          <a:lstStyle/>
          <a:p>
            <a:pPr marL="0" indent="0"/>
            <a:r>
              <a:rPr lang="en-US" sz="1400" dirty="0"/>
              <a:t>Flow Networks</a:t>
            </a:r>
            <a:endParaRPr lang="en-US" dirty="0"/>
          </a:p>
          <a:p>
            <a:pPr marL="0" lvl="0" indent="0" algn="l" rtl="0">
              <a:spcBef>
                <a:spcPts val="0"/>
              </a:spcBef>
              <a:spcAft>
                <a:spcPts val="0"/>
              </a:spcAft>
              <a:buNone/>
            </a:pPr>
            <a:r>
              <a:rPr lang="en-US" dirty="0"/>
              <a:t>Minimum Cut</a:t>
            </a:r>
          </a:p>
          <a:p>
            <a:pPr marL="0" lvl="0" indent="0" algn="l" rtl="0">
              <a:spcBef>
                <a:spcPts val="0"/>
              </a:spcBef>
              <a:spcAft>
                <a:spcPts val="0"/>
              </a:spcAft>
              <a:buNone/>
            </a:pPr>
            <a:endParaRPr lang="en-US" dirty="0"/>
          </a:p>
        </p:txBody>
      </p:sp>
      <p:sp>
        <p:nvSpPr>
          <p:cNvPr id="1473" name="Google Shape;1473;p37">
            <a:extLst>
              <a:ext uri="{FF2B5EF4-FFF2-40B4-BE49-F238E27FC236}">
                <a16:creationId xmlns:a16="http://schemas.microsoft.com/office/drawing/2014/main" id="{6C30908A-CCFF-9439-44F8-3486FE5787E5}"/>
              </a:ext>
            </a:extLst>
          </p:cNvPr>
          <p:cNvSpPr txBox="1">
            <a:spLocks noGrp="1"/>
          </p:cNvSpPr>
          <p:nvPr>
            <p:ph type="title" idx="5"/>
          </p:nvPr>
        </p:nvSpPr>
        <p:spPr>
          <a:xfrm>
            <a:off x="7200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474" name="Google Shape;1474;p37">
            <a:extLst>
              <a:ext uri="{FF2B5EF4-FFF2-40B4-BE49-F238E27FC236}">
                <a16:creationId xmlns:a16="http://schemas.microsoft.com/office/drawing/2014/main" id="{F25A69C0-CCBB-81C5-67AC-3AD9C506EAD7}"/>
              </a:ext>
            </a:extLst>
          </p:cNvPr>
          <p:cNvSpPr txBox="1">
            <a:spLocks noGrp="1"/>
          </p:cNvSpPr>
          <p:nvPr>
            <p:ph type="title" idx="6"/>
          </p:nvPr>
        </p:nvSpPr>
        <p:spPr>
          <a:xfrm>
            <a:off x="720000" y="314725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07</a:t>
            </a:r>
            <a:endParaRPr dirty="0"/>
          </a:p>
        </p:txBody>
      </p:sp>
      <p:sp>
        <p:nvSpPr>
          <p:cNvPr id="1475" name="Google Shape;1475;p37">
            <a:extLst>
              <a:ext uri="{FF2B5EF4-FFF2-40B4-BE49-F238E27FC236}">
                <a16:creationId xmlns:a16="http://schemas.microsoft.com/office/drawing/2014/main" id="{94C6C7F5-1E57-6EE8-41EA-A7EB16F4C1A1}"/>
              </a:ext>
            </a:extLst>
          </p:cNvPr>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sp>
        <p:nvSpPr>
          <p:cNvPr id="1476" name="Google Shape;1476;p37">
            <a:extLst>
              <a:ext uri="{FF2B5EF4-FFF2-40B4-BE49-F238E27FC236}">
                <a16:creationId xmlns:a16="http://schemas.microsoft.com/office/drawing/2014/main" id="{A5EDEA1F-1899-3A0F-2D25-61F130F99165}"/>
              </a:ext>
            </a:extLst>
          </p:cNvPr>
          <p:cNvSpPr txBox="1">
            <a:spLocks noGrp="1"/>
          </p:cNvSpPr>
          <p:nvPr>
            <p:ph type="title" idx="8"/>
          </p:nvPr>
        </p:nvSpPr>
        <p:spPr>
          <a:xfrm>
            <a:off x="4366698" y="314112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08</a:t>
            </a:r>
            <a:endParaRPr dirty="0"/>
          </a:p>
        </p:txBody>
      </p:sp>
      <p:sp>
        <p:nvSpPr>
          <p:cNvPr id="1477" name="Google Shape;1477;p37">
            <a:extLst>
              <a:ext uri="{FF2B5EF4-FFF2-40B4-BE49-F238E27FC236}">
                <a16:creationId xmlns:a16="http://schemas.microsoft.com/office/drawing/2014/main" id="{AEDBE389-97F1-2ACE-8EBF-DF2E99AAE72B}"/>
              </a:ext>
            </a:extLst>
          </p:cNvPr>
          <p:cNvSpPr txBox="1">
            <a:spLocks noGrp="1"/>
          </p:cNvSpPr>
          <p:nvPr>
            <p:ph type="subTitle" idx="13"/>
          </p:nvPr>
        </p:nvSpPr>
        <p:spPr>
          <a:xfrm>
            <a:off x="4366698" y="2038323"/>
            <a:ext cx="3233700" cy="402300"/>
          </a:xfrm>
          <a:prstGeom prst="rect">
            <a:avLst/>
          </a:prstGeom>
        </p:spPr>
        <p:txBody>
          <a:bodyPr spcFirstLastPara="1" wrap="square" lIns="91425" tIns="91425" rIns="91425" bIns="91425" anchor="b" anchorCtr="0">
            <a:noAutofit/>
          </a:bodyPr>
          <a:lstStyle/>
          <a:p>
            <a:pPr marL="0" marR="0" indent="0" algn="l" rtl="0">
              <a:lnSpc>
                <a:spcPct val="115000"/>
              </a:lnSpc>
            </a:pPr>
            <a:r>
              <a:rPr lang="en-US" sz="1800" b="1" i="0" dirty="0">
                <a:solidFill>
                  <a:srgbClr val="1D1D1D"/>
                </a:solidFill>
                <a:effectLst/>
                <a:latin typeface="IBM Plex Mono" panose="020B0509050203000203" pitchFamily="49" charset="0"/>
                <a:ea typeface="IBM Plex Mono" panose="020B0509050203000203" pitchFamily="49" charset="0"/>
                <a:cs typeface="IBM Plex Mono" panose="020B0509050203000203" pitchFamily="49" charset="0"/>
              </a:rPr>
              <a:t>Single Shortest Path Algos</a:t>
            </a:r>
            <a:endParaRPr lang="en-US" dirty="0">
              <a:effectLst/>
            </a:endParaRPr>
          </a:p>
        </p:txBody>
      </p:sp>
      <p:sp>
        <p:nvSpPr>
          <p:cNvPr id="1478" name="Google Shape;1478;p37">
            <a:extLst>
              <a:ext uri="{FF2B5EF4-FFF2-40B4-BE49-F238E27FC236}">
                <a16:creationId xmlns:a16="http://schemas.microsoft.com/office/drawing/2014/main" id="{4240C87F-87FB-B77F-E639-002AF102862F}"/>
              </a:ext>
            </a:extLst>
          </p:cNvPr>
          <p:cNvSpPr txBox="1">
            <a:spLocks noGrp="1"/>
          </p:cNvSpPr>
          <p:nvPr>
            <p:ph type="subTitle" idx="14"/>
          </p:nvPr>
        </p:nvSpPr>
        <p:spPr>
          <a:xfrm>
            <a:off x="720000" y="3935614"/>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All Pairs Shortest Path</a:t>
            </a:r>
          </a:p>
        </p:txBody>
      </p:sp>
      <p:sp>
        <p:nvSpPr>
          <p:cNvPr id="1479" name="Google Shape;1479;p37">
            <a:extLst>
              <a:ext uri="{FF2B5EF4-FFF2-40B4-BE49-F238E27FC236}">
                <a16:creationId xmlns:a16="http://schemas.microsoft.com/office/drawing/2014/main" id="{8AED12F6-DD07-BC44-40C2-9203A66F01B9}"/>
              </a:ext>
            </a:extLst>
          </p:cNvPr>
          <p:cNvSpPr txBox="1">
            <a:spLocks noGrp="1"/>
          </p:cNvSpPr>
          <p:nvPr>
            <p:ph type="subTitle" idx="15"/>
          </p:nvPr>
        </p:nvSpPr>
        <p:spPr>
          <a:xfrm>
            <a:off x="4366698" y="3421383"/>
            <a:ext cx="3710502" cy="570490"/>
          </a:xfrm>
          <a:prstGeom prst="rect">
            <a:avLst/>
          </a:prstGeom>
        </p:spPr>
        <p:txBody>
          <a:bodyPr spcFirstLastPara="1" wrap="square" lIns="91425" tIns="91425" rIns="91425" bIns="91425" anchor="b" anchorCtr="0">
            <a:noAutofit/>
          </a:bodyPr>
          <a:lstStyle/>
          <a:p>
            <a:pPr marL="0" indent="0"/>
            <a:r>
              <a:rPr lang="en-US" sz="1800" dirty="0"/>
              <a:t>Flow Networks</a:t>
            </a:r>
          </a:p>
        </p:txBody>
      </p:sp>
    </p:spTree>
    <p:extLst>
      <p:ext uri="{BB962C8B-B14F-4D97-AF65-F5344CB8AC3E}">
        <p14:creationId xmlns:p14="http://schemas.microsoft.com/office/powerpoint/2010/main" val="2855968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grpSp>
        <p:nvGrpSpPr>
          <p:cNvPr id="1484" name="Google Shape;1484;p38"/>
          <p:cNvGrpSpPr/>
          <p:nvPr/>
        </p:nvGrpSpPr>
        <p:grpSpPr>
          <a:xfrm>
            <a:off x="6487513" y="-1301175"/>
            <a:ext cx="4268216" cy="6666030"/>
            <a:chOff x="6128138" y="-1301175"/>
            <a:chExt cx="4268216" cy="6666030"/>
          </a:xfrm>
        </p:grpSpPr>
        <p:sp>
          <p:nvSpPr>
            <p:cNvPr id="1485" name="Google Shape;1485;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p:cNvGrpSpPr/>
            <p:nvPr/>
          </p:nvGrpSpPr>
          <p:grpSpPr>
            <a:xfrm rot="5400000">
              <a:off x="7873341" y="4254316"/>
              <a:ext cx="708100" cy="708500"/>
              <a:chOff x="3678700" y="407275"/>
              <a:chExt cx="708100" cy="708500"/>
            </a:xfrm>
          </p:grpSpPr>
          <p:sp>
            <p:nvSpPr>
              <p:cNvPr id="1492" name="Google Shape;1492;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p:cNvGrpSpPr/>
            <p:nvPr/>
          </p:nvGrpSpPr>
          <p:grpSpPr>
            <a:xfrm rot="5400000">
              <a:off x="8639847" y="3354200"/>
              <a:ext cx="457787" cy="458045"/>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a:off x="7787267" y="539497"/>
              <a:ext cx="208184" cy="208184"/>
              <a:chOff x="8356813" y="1074288"/>
              <a:chExt cx="351900" cy="351900"/>
            </a:xfrm>
          </p:grpSpPr>
          <p:sp>
            <p:nvSpPr>
              <p:cNvPr id="1508" name="Google Shape;1508;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p:cNvGrpSpPr/>
            <p:nvPr/>
          </p:nvGrpSpPr>
          <p:grpSpPr>
            <a:xfrm>
              <a:off x="7194842" y="2467660"/>
              <a:ext cx="208184" cy="208184"/>
              <a:chOff x="8356813" y="1074288"/>
              <a:chExt cx="351900" cy="351900"/>
            </a:xfrm>
          </p:grpSpPr>
          <p:sp>
            <p:nvSpPr>
              <p:cNvPr id="1511" name="Google Shape;1511;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1515" name="Google Shape;1515;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p:cNvSpPr txBox="1">
            <a:spLocks noGrp="1"/>
          </p:cNvSpPr>
          <p:nvPr>
            <p:ph type="title"/>
          </p:nvPr>
        </p:nvSpPr>
        <p:spPr>
          <a:xfrm>
            <a:off x="719999" y="2079325"/>
            <a:ext cx="5767513"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Introduction to Graphs</a:t>
            </a:r>
          </a:p>
        </p:txBody>
      </p:sp>
      <p:grpSp>
        <p:nvGrpSpPr>
          <p:cNvPr id="1523" name="Google Shape;1523;p38"/>
          <p:cNvGrpSpPr/>
          <p:nvPr/>
        </p:nvGrpSpPr>
        <p:grpSpPr>
          <a:xfrm>
            <a:off x="796100" y="3019701"/>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17">
          <a:extLst>
            <a:ext uri="{FF2B5EF4-FFF2-40B4-BE49-F238E27FC236}">
              <a16:creationId xmlns:a16="http://schemas.microsoft.com/office/drawing/2014/main" id="{70F38F18-3CB1-D243-C957-2344A4DF5329}"/>
            </a:ext>
          </a:extLst>
        </p:cNvPr>
        <p:cNvGrpSpPr/>
        <p:nvPr/>
      </p:nvGrpSpPr>
      <p:grpSpPr>
        <a:xfrm>
          <a:off x="0" y="0"/>
          <a:ext cx="0" cy="0"/>
          <a:chOff x="0" y="0"/>
          <a:chExt cx="0" cy="0"/>
        </a:xfrm>
      </p:grpSpPr>
      <p:sp>
        <p:nvSpPr>
          <p:cNvPr id="2218" name="Google Shape;2218;p58">
            <a:extLst>
              <a:ext uri="{FF2B5EF4-FFF2-40B4-BE49-F238E27FC236}">
                <a16:creationId xmlns:a16="http://schemas.microsoft.com/office/drawing/2014/main" id="{CF8A23C7-D420-9576-D61E-D8F373A0311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a Graph?</a:t>
            </a:r>
          </a:p>
        </p:txBody>
      </p:sp>
      <p:sp>
        <p:nvSpPr>
          <p:cNvPr id="2219" name="Google Shape;2219;p58">
            <a:extLst>
              <a:ext uri="{FF2B5EF4-FFF2-40B4-BE49-F238E27FC236}">
                <a16:creationId xmlns:a16="http://schemas.microsoft.com/office/drawing/2014/main" id="{C502E45B-F581-E37D-91D3-AA70F8E50C4E}"/>
              </a:ext>
            </a:extLst>
          </p:cNvPr>
          <p:cNvSpPr txBox="1">
            <a:spLocks noGrp="1"/>
          </p:cNvSpPr>
          <p:nvPr>
            <p:ph type="subTitle" idx="1"/>
          </p:nvPr>
        </p:nvSpPr>
        <p:spPr>
          <a:xfrm>
            <a:off x="713224" y="1836921"/>
            <a:ext cx="5578500" cy="6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graph is a network that helps define and visualize </a:t>
            </a:r>
            <a:r>
              <a:rPr lang="en-US" b="1" dirty="0"/>
              <a:t>relationships</a:t>
            </a:r>
            <a:r>
              <a:rPr lang="en-US" dirty="0"/>
              <a:t> between various </a:t>
            </a:r>
            <a:r>
              <a:rPr lang="en-US" b="1" dirty="0"/>
              <a:t>components</a:t>
            </a:r>
            <a:r>
              <a:rPr lang="en-US" dirty="0"/>
              <a:t>.</a:t>
            </a:r>
            <a:endParaRPr b="1" dirty="0"/>
          </a:p>
        </p:txBody>
      </p:sp>
      <p:sp>
        <p:nvSpPr>
          <p:cNvPr id="2220" name="Google Shape;2220;p58">
            <a:extLst>
              <a:ext uri="{FF2B5EF4-FFF2-40B4-BE49-F238E27FC236}">
                <a16:creationId xmlns:a16="http://schemas.microsoft.com/office/drawing/2014/main" id="{85C41FC6-0EE2-C1E8-ABEE-6E5C9653665D}"/>
              </a:ext>
            </a:extLst>
          </p:cNvPr>
          <p:cNvSpPr txBox="1">
            <a:spLocks noGrp="1"/>
          </p:cNvSpPr>
          <p:nvPr>
            <p:ph type="subTitle" idx="2"/>
          </p:nvPr>
        </p:nvSpPr>
        <p:spPr>
          <a:xfrm>
            <a:off x="713224" y="3373642"/>
            <a:ext cx="5578500" cy="6426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b="1" dirty="0"/>
              <a:t>Nodes (Vertices)</a:t>
            </a:r>
            <a:endParaRPr lang="en-US" dirty="0"/>
          </a:p>
          <a:p>
            <a:pPr marL="285750" lvl="0" indent="-285750" algn="l" rtl="0">
              <a:spcBef>
                <a:spcPts val="0"/>
              </a:spcBef>
              <a:spcAft>
                <a:spcPts val="0"/>
              </a:spcAft>
              <a:buFont typeface="Arial" panose="020B0604020202020204" pitchFamily="34" charset="0"/>
              <a:buChar char="•"/>
            </a:pPr>
            <a:r>
              <a:rPr lang="en-US" b="1" dirty="0"/>
              <a:t>Edges</a:t>
            </a:r>
            <a:endParaRPr lang="en-US" dirty="0"/>
          </a:p>
        </p:txBody>
      </p:sp>
      <p:sp>
        <p:nvSpPr>
          <p:cNvPr id="2221" name="Google Shape;2221;p58">
            <a:extLst>
              <a:ext uri="{FF2B5EF4-FFF2-40B4-BE49-F238E27FC236}">
                <a16:creationId xmlns:a16="http://schemas.microsoft.com/office/drawing/2014/main" id="{09827814-6E5D-A7EE-61E8-A1B1A47DB34E}"/>
              </a:ext>
            </a:extLst>
          </p:cNvPr>
          <p:cNvSpPr txBox="1">
            <a:spLocks noGrp="1"/>
          </p:cNvSpPr>
          <p:nvPr>
            <p:ph type="subTitle" idx="3"/>
          </p:nvPr>
        </p:nvSpPr>
        <p:spPr>
          <a:xfrm>
            <a:off x="713224" y="1568708"/>
            <a:ext cx="55785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Definition</a:t>
            </a:r>
            <a:endParaRPr dirty="0"/>
          </a:p>
        </p:txBody>
      </p:sp>
      <p:sp>
        <p:nvSpPr>
          <p:cNvPr id="2222" name="Google Shape;2222;p58">
            <a:extLst>
              <a:ext uri="{FF2B5EF4-FFF2-40B4-BE49-F238E27FC236}">
                <a16:creationId xmlns:a16="http://schemas.microsoft.com/office/drawing/2014/main" id="{797B95F2-7182-BBDA-05E1-41A89384E6D9}"/>
              </a:ext>
            </a:extLst>
          </p:cNvPr>
          <p:cNvSpPr txBox="1">
            <a:spLocks noGrp="1"/>
          </p:cNvSpPr>
          <p:nvPr>
            <p:ph type="subTitle" idx="4"/>
          </p:nvPr>
        </p:nvSpPr>
        <p:spPr>
          <a:xfrm>
            <a:off x="713224" y="3011650"/>
            <a:ext cx="55785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Components:</a:t>
            </a:r>
          </a:p>
        </p:txBody>
      </p:sp>
      <p:sp>
        <p:nvSpPr>
          <p:cNvPr id="3" name="Google Shape;2222;p58">
            <a:extLst>
              <a:ext uri="{FF2B5EF4-FFF2-40B4-BE49-F238E27FC236}">
                <a16:creationId xmlns:a16="http://schemas.microsoft.com/office/drawing/2014/main" id="{FC0E40EB-F6D3-2F99-084A-E4B25CF62515}"/>
              </a:ext>
            </a:extLst>
          </p:cNvPr>
          <p:cNvSpPr txBox="1">
            <a:spLocks/>
          </p:cNvSpPr>
          <p:nvPr/>
        </p:nvSpPr>
        <p:spPr>
          <a:xfrm>
            <a:off x="713224" y="3774784"/>
            <a:ext cx="5578500" cy="402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endParaRPr lang="en-US" dirty="0"/>
          </a:p>
        </p:txBody>
      </p:sp>
      <p:pic>
        <p:nvPicPr>
          <p:cNvPr id="5" name="Picture 4" descr="A group of green circles with numbers&#10;&#10;AI-generated content may be incorrect.">
            <a:extLst>
              <a:ext uri="{FF2B5EF4-FFF2-40B4-BE49-F238E27FC236}">
                <a16:creationId xmlns:a16="http://schemas.microsoft.com/office/drawing/2014/main" id="{5CC38D84-9C74-22B6-6882-81B9AE14F7D1}"/>
              </a:ext>
            </a:extLst>
          </p:cNvPr>
          <p:cNvPicPr>
            <a:picLocks noChangeAspect="1"/>
          </p:cNvPicPr>
          <p:nvPr/>
        </p:nvPicPr>
        <p:blipFill>
          <a:blip r:embed="rId3">
            <a:duotone>
              <a:schemeClr val="bg2">
                <a:shade val="45000"/>
                <a:satMod val="135000"/>
              </a:schemeClr>
              <a:prstClr val="white"/>
            </a:duotone>
          </a:blip>
          <a:stretch>
            <a:fillRect/>
          </a:stretch>
        </p:blipFill>
        <p:spPr>
          <a:xfrm>
            <a:off x="3186112" y="2586232"/>
            <a:ext cx="4676775" cy="2019300"/>
          </a:xfrm>
          <a:prstGeom prst="rect">
            <a:avLst/>
          </a:prstGeom>
        </p:spPr>
      </p:pic>
    </p:spTree>
    <p:extLst>
      <p:ext uri="{BB962C8B-B14F-4D97-AF65-F5344CB8AC3E}">
        <p14:creationId xmlns:p14="http://schemas.microsoft.com/office/powerpoint/2010/main" val="2027977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Study Graphs?</a:t>
            </a:r>
          </a:p>
        </p:txBody>
      </p:sp>
      <p:sp>
        <p:nvSpPr>
          <p:cNvPr id="1533" name="Google Shape;1533;p3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Applications:</a:t>
            </a:r>
          </a:p>
          <a:p>
            <a:pPr marL="0" lvl="0" indent="0" algn="l" rtl="0">
              <a:spcBef>
                <a:spcPts val="0"/>
              </a:spcBef>
              <a:spcAft>
                <a:spcPts val="0"/>
              </a:spcAft>
              <a:buNone/>
            </a:pPr>
            <a:endParaRPr lang="en-US" b="1" dirty="0"/>
          </a:p>
          <a:p>
            <a:pPr marL="285750" lvl="0" indent="-285750" algn="l" rtl="0">
              <a:spcBef>
                <a:spcPts val="0"/>
              </a:spcBef>
              <a:spcAft>
                <a:spcPts val="0"/>
              </a:spcAft>
              <a:buFont typeface="Arial" panose="020B0604020202020204" pitchFamily="34" charset="0"/>
              <a:buChar char="•"/>
            </a:pPr>
            <a:r>
              <a:rPr lang="en-US" dirty="0"/>
              <a:t>Graphs show up everywhere, either directly or indirectly.</a:t>
            </a:r>
          </a:p>
          <a:p>
            <a:pPr marL="0" lvl="0" indent="0" algn="l" rtl="0">
              <a:spcBef>
                <a:spcPts val="0"/>
              </a:spcBef>
              <a:spcAft>
                <a:spcPts val="0"/>
              </a:spcAft>
            </a:pPr>
            <a:endParaRPr lang="en-US" dirty="0"/>
          </a:p>
          <a:p>
            <a:pPr marL="285750" lvl="0" indent="-285750" algn="l" rtl="0">
              <a:spcBef>
                <a:spcPts val="0"/>
              </a:spcBef>
              <a:spcAft>
                <a:spcPts val="0"/>
              </a:spcAft>
              <a:buFont typeface="Arial" panose="020B0604020202020204" pitchFamily="34" charset="0"/>
              <a:buChar char="•"/>
            </a:pPr>
            <a:r>
              <a:rPr lang="en-US" dirty="0"/>
              <a:t>Graph theory can solve modern problems.</a:t>
            </a:r>
          </a:p>
        </p:txBody>
      </p:sp>
      <p:sp>
        <p:nvSpPr>
          <p:cNvPr id="2" name="Google Shape;1533;p39">
            <a:extLst>
              <a:ext uri="{FF2B5EF4-FFF2-40B4-BE49-F238E27FC236}">
                <a16:creationId xmlns:a16="http://schemas.microsoft.com/office/drawing/2014/main" id="{75B8919F-A6FE-9505-94F8-10328CCAAA52}"/>
              </a:ext>
            </a:extLst>
          </p:cNvPr>
          <p:cNvSpPr txBox="1">
            <a:spLocks/>
          </p:cNvSpPr>
          <p:nvPr/>
        </p:nvSpPr>
        <p:spPr>
          <a:xfrm>
            <a:off x="4881000" y="1786675"/>
            <a:ext cx="3543000" cy="15661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0" indent="0"/>
            <a:r>
              <a:rPr lang="en-US" b="1" dirty="0"/>
              <a:t>Examples:</a:t>
            </a:r>
          </a:p>
          <a:p>
            <a:pPr marL="0" indent="0"/>
            <a:endParaRPr lang="en-US" b="1" dirty="0"/>
          </a:p>
          <a:p>
            <a:pPr marL="285750" indent="-285750">
              <a:buFont typeface="Arial" panose="020B0604020202020204" pitchFamily="34" charset="0"/>
              <a:buChar char="•"/>
            </a:pPr>
            <a:r>
              <a:rPr lang="en-US" dirty="0"/>
              <a:t>Social networks (LinkedIn).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Shortest path problems (e.g., navigation).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2">
          <a:extLst>
            <a:ext uri="{FF2B5EF4-FFF2-40B4-BE49-F238E27FC236}">
              <a16:creationId xmlns:a16="http://schemas.microsoft.com/office/drawing/2014/main" id="{18C141D4-F30C-6611-2033-BF99FAB2426F}"/>
            </a:ext>
          </a:extLst>
        </p:cNvPr>
        <p:cNvGrpSpPr/>
        <p:nvPr/>
      </p:nvGrpSpPr>
      <p:grpSpPr>
        <a:xfrm>
          <a:off x="0" y="0"/>
          <a:ext cx="0" cy="0"/>
          <a:chOff x="0" y="0"/>
          <a:chExt cx="0" cy="0"/>
        </a:xfrm>
      </p:grpSpPr>
      <p:sp>
        <p:nvSpPr>
          <p:cNvPr id="2397" name="Google Shape;2397;p63">
            <a:extLst>
              <a:ext uri="{FF2B5EF4-FFF2-40B4-BE49-F238E27FC236}">
                <a16:creationId xmlns:a16="http://schemas.microsoft.com/office/drawing/2014/main" id="{CB4EE1D9-F0F6-8483-A780-CF6433546DC9}"/>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indent="0"/>
            <a:r>
              <a:rPr lang="en-US" b="1" dirty="0"/>
              <a:t>Examples:</a:t>
            </a:r>
          </a:p>
        </p:txBody>
      </p:sp>
      <p:sp>
        <p:nvSpPr>
          <p:cNvPr id="2398" name="Google Shape;2398;p63">
            <a:extLst>
              <a:ext uri="{FF2B5EF4-FFF2-40B4-BE49-F238E27FC236}">
                <a16:creationId xmlns:a16="http://schemas.microsoft.com/office/drawing/2014/main" id="{0583BE43-8A92-11F4-6D5F-25EE9E7C3C7A}"/>
              </a:ext>
            </a:extLst>
          </p:cNvPr>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p>
            <a:pPr marL="0" indent="0"/>
            <a:r>
              <a:rPr lang="en-US" dirty="0"/>
              <a:t>Social networks (LinkedIn)</a:t>
            </a:r>
          </a:p>
        </p:txBody>
      </p:sp>
      <p:grpSp>
        <p:nvGrpSpPr>
          <p:cNvPr id="6" name="Group 5">
            <a:extLst>
              <a:ext uri="{FF2B5EF4-FFF2-40B4-BE49-F238E27FC236}">
                <a16:creationId xmlns:a16="http://schemas.microsoft.com/office/drawing/2014/main" id="{C10E5C1C-35F4-9089-608C-126BC9ABA53C}"/>
              </a:ext>
            </a:extLst>
          </p:cNvPr>
          <p:cNvGrpSpPr/>
          <p:nvPr/>
        </p:nvGrpSpPr>
        <p:grpSpPr>
          <a:xfrm>
            <a:off x="4078880" y="1006736"/>
            <a:ext cx="4003052" cy="2972459"/>
            <a:chOff x="3812690" y="1075164"/>
            <a:chExt cx="4003052" cy="2972459"/>
          </a:xfrm>
        </p:grpSpPr>
        <p:grpSp>
          <p:nvGrpSpPr>
            <p:cNvPr id="2393" name="Google Shape;2393;p63">
              <a:extLst>
                <a:ext uri="{FF2B5EF4-FFF2-40B4-BE49-F238E27FC236}">
                  <a16:creationId xmlns:a16="http://schemas.microsoft.com/office/drawing/2014/main" id="{939BD06D-D96B-1867-C5E1-AA058A05166D}"/>
                </a:ext>
              </a:extLst>
            </p:cNvPr>
            <p:cNvGrpSpPr/>
            <p:nvPr/>
          </p:nvGrpSpPr>
          <p:grpSpPr>
            <a:xfrm>
              <a:off x="3812690" y="1075164"/>
              <a:ext cx="4003052" cy="2972459"/>
              <a:chOff x="5138725" y="1338401"/>
              <a:chExt cx="3552900" cy="2638199"/>
            </a:xfrm>
          </p:grpSpPr>
          <p:sp>
            <p:nvSpPr>
              <p:cNvPr id="2394" name="Google Shape;2394;p63">
                <a:extLst>
                  <a:ext uri="{FF2B5EF4-FFF2-40B4-BE49-F238E27FC236}">
                    <a16:creationId xmlns:a16="http://schemas.microsoft.com/office/drawing/2014/main" id="{A266CADB-529F-36B3-DDEA-BF9AB78F84A9}"/>
                  </a:ext>
                </a:extLst>
              </p:cNvPr>
              <p:cNvSpPr/>
              <p:nvPr/>
            </p:nvSpPr>
            <p:spPr>
              <a:xfrm>
                <a:off x="5138725" y="1338401"/>
                <a:ext cx="3552900" cy="22863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63">
                <a:extLst>
                  <a:ext uri="{FF2B5EF4-FFF2-40B4-BE49-F238E27FC236}">
                    <a16:creationId xmlns:a16="http://schemas.microsoft.com/office/drawing/2014/main" id="{A91F61F8-EF70-5869-789F-C133F1B681EE}"/>
                  </a:ext>
                </a:extLst>
              </p:cNvPr>
              <p:cNvSpPr/>
              <p:nvPr/>
            </p:nvSpPr>
            <p:spPr>
              <a:xfrm>
                <a:off x="6522475" y="3624700"/>
                <a:ext cx="785400" cy="2484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63">
                <a:extLst>
                  <a:ext uri="{FF2B5EF4-FFF2-40B4-BE49-F238E27FC236}">
                    <a16:creationId xmlns:a16="http://schemas.microsoft.com/office/drawing/2014/main" id="{6B066D09-3D05-AA84-0316-D7AAB6322481}"/>
                  </a:ext>
                </a:extLst>
              </p:cNvPr>
              <p:cNvSpPr/>
              <p:nvPr/>
            </p:nvSpPr>
            <p:spPr>
              <a:xfrm>
                <a:off x="5884975" y="3873100"/>
                <a:ext cx="2060400" cy="1035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LinkedIn Degrees of connection">
              <a:extLst>
                <a:ext uri="{FF2B5EF4-FFF2-40B4-BE49-F238E27FC236}">
                  <a16:creationId xmlns:a16="http://schemas.microsoft.com/office/drawing/2014/main" id="{3B692680-990F-3ADC-6D1E-CC0BABE990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87" t="14929" r="5495" b="14051"/>
            <a:stretch/>
          </p:blipFill>
          <p:spPr bwMode="auto">
            <a:xfrm>
              <a:off x="3983789" y="1246426"/>
              <a:ext cx="3660749" cy="2232795"/>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2512D6DE-DE31-D27A-E1DC-3FE2E2CDDD77}"/>
                  </a:ext>
                </a:extLst>
              </p14:cNvPr>
              <p14:cNvContentPartPr/>
              <p14:nvPr/>
            </p14:nvContentPartPr>
            <p14:xfrm>
              <a:off x="817680" y="3713280"/>
              <a:ext cx="360" cy="360"/>
            </p14:xfrm>
          </p:contentPart>
        </mc:Choice>
        <mc:Fallback xmlns="">
          <p:pic>
            <p:nvPicPr>
              <p:cNvPr id="7" name="Ink 6">
                <a:extLst>
                  <a:ext uri="{FF2B5EF4-FFF2-40B4-BE49-F238E27FC236}">
                    <a16:creationId xmlns:a16="http://schemas.microsoft.com/office/drawing/2014/main" id="{2512D6DE-DE31-D27A-E1DC-3FE2E2CDDD77}"/>
                  </a:ext>
                </a:extLst>
              </p:cNvPr>
              <p:cNvPicPr/>
              <p:nvPr/>
            </p:nvPicPr>
            <p:blipFill>
              <a:blip r:embed="rId5"/>
              <a:stretch>
                <a:fillRect/>
              </a:stretch>
            </p:blipFill>
            <p:spPr>
              <a:xfrm>
                <a:off x="811560" y="37071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F99AE4F-F210-257C-11E9-EC9EB4D5A45A}"/>
                  </a:ext>
                </a:extLst>
              </p14:cNvPr>
              <p14:cNvContentPartPr/>
              <p14:nvPr/>
            </p14:nvContentPartPr>
            <p14:xfrm>
              <a:off x="1158240" y="2961240"/>
              <a:ext cx="360" cy="360"/>
            </p14:xfrm>
          </p:contentPart>
        </mc:Choice>
        <mc:Fallback xmlns="">
          <p:pic>
            <p:nvPicPr>
              <p:cNvPr id="9" name="Ink 8">
                <a:extLst>
                  <a:ext uri="{FF2B5EF4-FFF2-40B4-BE49-F238E27FC236}">
                    <a16:creationId xmlns:a16="http://schemas.microsoft.com/office/drawing/2014/main" id="{FF99AE4F-F210-257C-11E9-EC9EB4D5A45A}"/>
                  </a:ext>
                </a:extLst>
              </p:cNvPr>
              <p:cNvPicPr/>
              <p:nvPr/>
            </p:nvPicPr>
            <p:blipFill>
              <a:blip r:embed="rId5"/>
              <a:stretch>
                <a:fillRect/>
              </a:stretch>
            </p:blipFill>
            <p:spPr>
              <a:xfrm>
                <a:off x="1152120" y="2955120"/>
                <a:ext cx="12600" cy="12600"/>
              </a:xfrm>
              <a:prstGeom prst="rect">
                <a:avLst/>
              </a:prstGeom>
            </p:spPr>
          </p:pic>
        </mc:Fallback>
      </mc:AlternateContent>
    </p:spTree>
    <p:extLst>
      <p:ext uri="{BB962C8B-B14F-4D97-AF65-F5344CB8AC3E}">
        <p14:creationId xmlns:p14="http://schemas.microsoft.com/office/powerpoint/2010/main" val="1812450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92">
          <a:extLst>
            <a:ext uri="{FF2B5EF4-FFF2-40B4-BE49-F238E27FC236}">
              <a16:creationId xmlns:a16="http://schemas.microsoft.com/office/drawing/2014/main" id="{B18EA04F-5741-BD6C-BA04-3AB236E2CA23}"/>
            </a:ext>
          </a:extLst>
        </p:cNvPr>
        <p:cNvGrpSpPr/>
        <p:nvPr/>
      </p:nvGrpSpPr>
      <p:grpSpPr>
        <a:xfrm>
          <a:off x="0" y="0"/>
          <a:ext cx="0" cy="0"/>
          <a:chOff x="0" y="0"/>
          <a:chExt cx="0" cy="0"/>
        </a:xfrm>
      </p:grpSpPr>
      <p:sp>
        <p:nvSpPr>
          <p:cNvPr id="2397" name="Google Shape;2397;p63">
            <a:extLst>
              <a:ext uri="{FF2B5EF4-FFF2-40B4-BE49-F238E27FC236}">
                <a16:creationId xmlns:a16="http://schemas.microsoft.com/office/drawing/2014/main" id="{01268AD7-0362-7305-B85F-B55351C73EF0}"/>
              </a:ext>
            </a:extLst>
          </p:cNvPr>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p>
            <a:pPr marL="0" indent="0"/>
            <a:r>
              <a:rPr lang="en-US" b="1" dirty="0"/>
              <a:t>Examples:</a:t>
            </a:r>
          </a:p>
        </p:txBody>
      </p:sp>
      <p:sp>
        <p:nvSpPr>
          <p:cNvPr id="2398" name="Google Shape;2398;p63">
            <a:extLst>
              <a:ext uri="{FF2B5EF4-FFF2-40B4-BE49-F238E27FC236}">
                <a16:creationId xmlns:a16="http://schemas.microsoft.com/office/drawing/2014/main" id="{D9CBAF12-ACC9-9019-289E-46062B48D1CD}"/>
              </a:ext>
            </a:extLst>
          </p:cNvPr>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p>
            <a:pPr marL="0" indent="0"/>
            <a:r>
              <a:rPr lang="en-US" dirty="0"/>
              <a:t>Social networks (LinkedIn)</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FEEEBEC7-A40B-DFFA-F00B-BFDA70D04C8A}"/>
                  </a:ext>
                </a:extLst>
              </p14:cNvPr>
              <p14:cNvContentPartPr/>
              <p14:nvPr/>
            </p14:nvContentPartPr>
            <p14:xfrm>
              <a:off x="817680" y="3713280"/>
              <a:ext cx="360" cy="360"/>
            </p14:xfrm>
          </p:contentPart>
        </mc:Choice>
        <mc:Fallback xmlns="">
          <p:pic>
            <p:nvPicPr>
              <p:cNvPr id="7" name="Ink 6">
                <a:extLst>
                  <a:ext uri="{FF2B5EF4-FFF2-40B4-BE49-F238E27FC236}">
                    <a16:creationId xmlns:a16="http://schemas.microsoft.com/office/drawing/2014/main" id="{FEEEBEC7-A40B-DFFA-F00B-BFDA70D04C8A}"/>
                  </a:ext>
                </a:extLst>
              </p:cNvPr>
              <p:cNvPicPr/>
              <p:nvPr/>
            </p:nvPicPr>
            <p:blipFill>
              <a:blip r:embed="rId4"/>
              <a:stretch>
                <a:fillRect/>
              </a:stretch>
            </p:blipFill>
            <p:spPr>
              <a:xfrm>
                <a:off x="811560" y="37071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32003D6C-D8B3-BCB4-0235-C884DBE303CC}"/>
                  </a:ext>
                </a:extLst>
              </p14:cNvPr>
              <p14:cNvContentPartPr/>
              <p14:nvPr/>
            </p14:nvContentPartPr>
            <p14:xfrm>
              <a:off x="1158240" y="2961240"/>
              <a:ext cx="360" cy="360"/>
            </p14:xfrm>
          </p:contentPart>
        </mc:Choice>
        <mc:Fallback xmlns="">
          <p:pic>
            <p:nvPicPr>
              <p:cNvPr id="9" name="Ink 8">
                <a:extLst>
                  <a:ext uri="{FF2B5EF4-FFF2-40B4-BE49-F238E27FC236}">
                    <a16:creationId xmlns:a16="http://schemas.microsoft.com/office/drawing/2014/main" id="{32003D6C-D8B3-BCB4-0235-C884DBE303CC}"/>
                  </a:ext>
                </a:extLst>
              </p:cNvPr>
              <p:cNvPicPr/>
              <p:nvPr/>
            </p:nvPicPr>
            <p:blipFill>
              <a:blip r:embed="rId4"/>
              <a:stretch>
                <a:fillRect/>
              </a:stretch>
            </p:blipFill>
            <p:spPr>
              <a:xfrm>
                <a:off x="1152120" y="2955120"/>
                <a:ext cx="12600" cy="12600"/>
              </a:xfrm>
              <a:prstGeom prst="rect">
                <a:avLst/>
              </a:prstGeom>
            </p:spPr>
          </p:pic>
        </mc:Fallback>
      </mc:AlternateContent>
      <p:pic>
        <p:nvPicPr>
          <p:cNvPr id="16" name="Picture 15" descr="A group of people with a group of faces&#10;&#10;AI-generated content may be incorrect.">
            <a:extLst>
              <a:ext uri="{FF2B5EF4-FFF2-40B4-BE49-F238E27FC236}">
                <a16:creationId xmlns:a16="http://schemas.microsoft.com/office/drawing/2014/main" id="{4573A8CC-974F-DD97-EE05-017BDF2D0525}"/>
              </a:ext>
            </a:extLst>
          </p:cNvPr>
          <p:cNvPicPr>
            <a:picLocks noChangeAspect="1"/>
          </p:cNvPicPr>
          <p:nvPr/>
        </p:nvPicPr>
        <p:blipFill>
          <a:blip r:embed="rId6"/>
          <a:stretch>
            <a:fillRect/>
          </a:stretch>
        </p:blipFill>
        <p:spPr>
          <a:xfrm>
            <a:off x="3957240" y="445788"/>
            <a:ext cx="4762354" cy="3481077"/>
          </a:xfrm>
          <a:prstGeom prst="rect">
            <a:avLst/>
          </a:prstGeom>
        </p:spPr>
      </p:pic>
    </p:spTree>
    <p:extLst>
      <p:ext uri="{BB962C8B-B14F-4D97-AF65-F5344CB8AC3E}">
        <p14:creationId xmlns:p14="http://schemas.microsoft.com/office/powerpoint/2010/main" val="241700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E88F8730-5057-F781-D1CB-13FE42203E8D}"/>
            </a:ext>
          </a:extLst>
        </p:cNvPr>
        <p:cNvGrpSpPr/>
        <p:nvPr/>
      </p:nvGrpSpPr>
      <p:grpSpPr>
        <a:xfrm>
          <a:off x="0" y="0"/>
          <a:ext cx="0" cy="0"/>
          <a:chOff x="0" y="0"/>
          <a:chExt cx="0" cy="0"/>
        </a:xfrm>
      </p:grpSpPr>
      <p:grpSp>
        <p:nvGrpSpPr>
          <p:cNvPr id="1484" name="Google Shape;1484;p38">
            <a:extLst>
              <a:ext uri="{FF2B5EF4-FFF2-40B4-BE49-F238E27FC236}">
                <a16:creationId xmlns:a16="http://schemas.microsoft.com/office/drawing/2014/main" id="{53833924-F257-92AD-D064-352EC1F45E4A}"/>
              </a:ext>
            </a:extLst>
          </p:cNvPr>
          <p:cNvGrpSpPr/>
          <p:nvPr/>
        </p:nvGrpSpPr>
        <p:grpSpPr>
          <a:xfrm>
            <a:off x="6487513" y="-1301175"/>
            <a:ext cx="4268216" cy="6666030"/>
            <a:chOff x="6128138" y="-1301175"/>
            <a:chExt cx="4268216" cy="6666030"/>
          </a:xfrm>
        </p:grpSpPr>
        <p:sp>
          <p:nvSpPr>
            <p:cNvPr id="1485" name="Google Shape;1485;p38">
              <a:extLst>
                <a:ext uri="{FF2B5EF4-FFF2-40B4-BE49-F238E27FC236}">
                  <a16:creationId xmlns:a16="http://schemas.microsoft.com/office/drawing/2014/main" id="{052D0764-B4EB-77FD-9B42-0E8A9FA60ED5}"/>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a:extLst>
                <a:ext uri="{FF2B5EF4-FFF2-40B4-BE49-F238E27FC236}">
                  <a16:creationId xmlns:a16="http://schemas.microsoft.com/office/drawing/2014/main" id="{61FC7427-4B67-7757-5984-D863743EAFE5}"/>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a:extLst>
                <a:ext uri="{FF2B5EF4-FFF2-40B4-BE49-F238E27FC236}">
                  <a16:creationId xmlns:a16="http://schemas.microsoft.com/office/drawing/2014/main" id="{1202D0F6-FCAD-BF6B-40AB-B7D542E0AEDA}"/>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a:extLst>
                <a:ext uri="{FF2B5EF4-FFF2-40B4-BE49-F238E27FC236}">
                  <a16:creationId xmlns:a16="http://schemas.microsoft.com/office/drawing/2014/main" id="{114822B8-A20E-B2B4-EEFF-5A5FF3FE6BF1}"/>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a:extLst>
                <a:ext uri="{FF2B5EF4-FFF2-40B4-BE49-F238E27FC236}">
                  <a16:creationId xmlns:a16="http://schemas.microsoft.com/office/drawing/2014/main" id="{8BC8101A-BDA3-696C-33F0-C2AD386F99C6}"/>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a:extLst>
                <a:ext uri="{FF2B5EF4-FFF2-40B4-BE49-F238E27FC236}">
                  <a16:creationId xmlns:a16="http://schemas.microsoft.com/office/drawing/2014/main" id="{7D5AEE16-8F9B-4B3C-E367-D64BA7E9C8F8}"/>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a:extLst>
                <a:ext uri="{FF2B5EF4-FFF2-40B4-BE49-F238E27FC236}">
                  <a16:creationId xmlns:a16="http://schemas.microsoft.com/office/drawing/2014/main" id="{C26B84A1-39A8-87B4-B903-9853FB1B961B}"/>
                </a:ext>
              </a:extLst>
            </p:cNvPr>
            <p:cNvGrpSpPr/>
            <p:nvPr/>
          </p:nvGrpSpPr>
          <p:grpSpPr>
            <a:xfrm rot="5400000">
              <a:off x="7873341" y="4254316"/>
              <a:ext cx="708100" cy="708500"/>
              <a:chOff x="3678700" y="407275"/>
              <a:chExt cx="708100" cy="708500"/>
            </a:xfrm>
          </p:grpSpPr>
          <p:sp>
            <p:nvSpPr>
              <p:cNvPr id="1492" name="Google Shape;1492;p38">
                <a:extLst>
                  <a:ext uri="{FF2B5EF4-FFF2-40B4-BE49-F238E27FC236}">
                    <a16:creationId xmlns:a16="http://schemas.microsoft.com/office/drawing/2014/main" id="{66013BC3-DD5B-D9B4-2D72-26A91AE791F0}"/>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a:extLst>
                  <a:ext uri="{FF2B5EF4-FFF2-40B4-BE49-F238E27FC236}">
                    <a16:creationId xmlns:a16="http://schemas.microsoft.com/office/drawing/2014/main" id="{06B7234D-9400-B67E-0E20-F068A3A85E34}"/>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a:extLst>
                  <a:ext uri="{FF2B5EF4-FFF2-40B4-BE49-F238E27FC236}">
                    <a16:creationId xmlns:a16="http://schemas.microsoft.com/office/drawing/2014/main" id="{2D6C7D1A-E317-FCD9-A220-8D9CFC076D29}"/>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E6DC3D0F-C145-AF64-BEC7-453B46535AB9}"/>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1DD9D4FE-B6B7-04B0-9E71-771C11932D60}"/>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BBFA5AC6-39CE-8325-04D6-2203C3C499C8}"/>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44F24124-1924-8875-5596-34D743F60B9B}"/>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a:extLst>
                <a:ext uri="{FF2B5EF4-FFF2-40B4-BE49-F238E27FC236}">
                  <a16:creationId xmlns:a16="http://schemas.microsoft.com/office/drawing/2014/main" id="{6A436780-61BF-CB2B-8ED2-40441571422D}"/>
                </a:ext>
              </a:extLst>
            </p:cNvPr>
            <p:cNvGrpSpPr/>
            <p:nvPr/>
          </p:nvGrpSpPr>
          <p:grpSpPr>
            <a:xfrm rot="5400000">
              <a:off x="8639847" y="3354200"/>
              <a:ext cx="457787" cy="458045"/>
              <a:chOff x="3678700" y="407275"/>
              <a:chExt cx="708100" cy="708500"/>
            </a:xfrm>
          </p:grpSpPr>
          <p:sp>
            <p:nvSpPr>
              <p:cNvPr id="1500" name="Google Shape;1500;p38">
                <a:extLst>
                  <a:ext uri="{FF2B5EF4-FFF2-40B4-BE49-F238E27FC236}">
                    <a16:creationId xmlns:a16="http://schemas.microsoft.com/office/drawing/2014/main" id="{93CB65DC-D22C-6CD1-B73F-91134D9BDC66}"/>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a:extLst>
                  <a:ext uri="{FF2B5EF4-FFF2-40B4-BE49-F238E27FC236}">
                    <a16:creationId xmlns:a16="http://schemas.microsoft.com/office/drawing/2014/main" id="{E216F072-0185-056D-E839-0AEAFB543EB7}"/>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12B362FC-2A9B-8171-FC4D-19677488F765}"/>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233ADADC-D2DB-D4FC-00FE-D123BD1BA042}"/>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7F79AA3F-7815-EC2F-18F5-EE2AA55B450F}"/>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DA6D20DB-1BAB-ECB4-0C99-A44DAA790910}"/>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BB2ED9C5-723E-7262-068C-38FC4A8CA795}"/>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a:extLst>
                <a:ext uri="{FF2B5EF4-FFF2-40B4-BE49-F238E27FC236}">
                  <a16:creationId xmlns:a16="http://schemas.microsoft.com/office/drawing/2014/main" id="{57C3695B-6A80-07B4-6DA2-DE85B501B8B8}"/>
                </a:ext>
              </a:extLst>
            </p:cNvPr>
            <p:cNvGrpSpPr/>
            <p:nvPr/>
          </p:nvGrpSpPr>
          <p:grpSpPr>
            <a:xfrm>
              <a:off x="7787267" y="539497"/>
              <a:ext cx="208184" cy="208184"/>
              <a:chOff x="8356813" y="1074288"/>
              <a:chExt cx="351900" cy="351900"/>
            </a:xfrm>
          </p:grpSpPr>
          <p:sp>
            <p:nvSpPr>
              <p:cNvPr id="1508" name="Google Shape;1508;p38">
                <a:extLst>
                  <a:ext uri="{FF2B5EF4-FFF2-40B4-BE49-F238E27FC236}">
                    <a16:creationId xmlns:a16="http://schemas.microsoft.com/office/drawing/2014/main" id="{B1176899-9A90-249E-3CC9-00EA0762DCF2}"/>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a:extLst>
                  <a:ext uri="{FF2B5EF4-FFF2-40B4-BE49-F238E27FC236}">
                    <a16:creationId xmlns:a16="http://schemas.microsoft.com/office/drawing/2014/main" id="{856FB6E9-C6A3-A71F-B5E0-EF88DD66B8CA}"/>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a:extLst>
                <a:ext uri="{FF2B5EF4-FFF2-40B4-BE49-F238E27FC236}">
                  <a16:creationId xmlns:a16="http://schemas.microsoft.com/office/drawing/2014/main" id="{F57309F9-7BA2-2AAD-762E-7F57498D2318}"/>
                </a:ext>
              </a:extLst>
            </p:cNvPr>
            <p:cNvGrpSpPr/>
            <p:nvPr/>
          </p:nvGrpSpPr>
          <p:grpSpPr>
            <a:xfrm>
              <a:off x="7194842" y="2467660"/>
              <a:ext cx="208184" cy="208184"/>
              <a:chOff x="8356813" y="1074288"/>
              <a:chExt cx="351900" cy="351900"/>
            </a:xfrm>
          </p:grpSpPr>
          <p:sp>
            <p:nvSpPr>
              <p:cNvPr id="1511" name="Google Shape;1511;p38">
                <a:extLst>
                  <a:ext uri="{FF2B5EF4-FFF2-40B4-BE49-F238E27FC236}">
                    <a16:creationId xmlns:a16="http://schemas.microsoft.com/office/drawing/2014/main" id="{E49DFEB8-AB9F-6B10-1D31-9402212C70D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117B8C1C-9987-01F6-2FED-8BBFAF29F329}"/>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a:extLst>
                <a:ext uri="{FF2B5EF4-FFF2-40B4-BE49-F238E27FC236}">
                  <a16:creationId xmlns:a16="http://schemas.microsoft.com/office/drawing/2014/main" id="{AC93647D-46EF-91D1-F3D0-6FD4FF811DC2}"/>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a:extLst>
              <a:ext uri="{FF2B5EF4-FFF2-40B4-BE49-F238E27FC236}">
                <a16:creationId xmlns:a16="http://schemas.microsoft.com/office/drawing/2014/main" id="{DE20160A-E1B0-7D59-2DC0-FA96A3307A68}"/>
              </a:ext>
            </a:extLst>
          </p:cNvPr>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1515" name="Google Shape;1515;p38">
            <a:extLst>
              <a:ext uri="{FF2B5EF4-FFF2-40B4-BE49-F238E27FC236}">
                <a16:creationId xmlns:a16="http://schemas.microsoft.com/office/drawing/2014/main" id="{C7168424-0CEE-523D-E151-19A091549555}"/>
              </a:ext>
            </a:extLst>
          </p:cNvPr>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a:extLst>
              <a:ext uri="{FF2B5EF4-FFF2-40B4-BE49-F238E27FC236}">
                <a16:creationId xmlns:a16="http://schemas.microsoft.com/office/drawing/2014/main" id="{A8357BA6-83FE-D8CA-411C-AC68AB829706}"/>
              </a:ext>
            </a:extLst>
          </p:cNvPr>
          <p:cNvSpPr txBox="1">
            <a:spLocks noGrp="1"/>
          </p:cNvSpPr>
          <p:nvPr>
            <p:ph type="title"/>
          </p:nvPr>
        </p:nvSpPr>
        <p:spPr>
          <a:xfrm>
            <a:off x="719999" y="2079325"/>
            <a:ext cx="5767513"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Graph Terminology</a:t>
            </a:r>
          </a:p>
        </p:txBody>
      </p:sp>
      <p:grpSp>
        <p:nvGrpSpPr>
          <p:cNvPr id="1523" name="Google Shape;1523;p38">
            <a:extLst>
              <a:ext uri="{FF2B5EF4-FFF2-40B4-BE49-F238E27FC236}">
                <a16:creationId xmlns:a16="http://schemas.microsoft.com/office/drawing/2014/main" id="{06F36915-E4F5-26E9-3588-0EA9BE8A0652}"/>
              </a:ext>
            </a:extLst>
          </p:cNvPr>
          <p:cNvGrpSpPr/>
          <p:nvPr/>
        </p:nvGrpSpPr>
        <p:grpSpPr>
          <a:xfrm>
            <a:off x="796100" y="3019701"/>
            <a:ext cx="4558967" cy="134100"/>
            <a:chOff x="796100" y="3019701"/>
            <a:chExt cx="4558967" cy="134100"/>
          </a:xfrm>
        </p:grpSpPr>
        <p:sp>
          <p:nvSpPr>
            <p:cNvPr id="1524" name="Google Shape;1524;p38">
              <a:extLst>
                <a:ext uri="{FF2B5EF4-FFF2-40B4-BE49-F238E27FC236}">
                  <a16:creationId xmlns:a16="http://schemas.microsoft.com/office/drawing/2014/main" id="{0203BCB2-4CD7-684F-B6DB-8C832A36AE9C}"/>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4D0E2A82-617E-5FF3-4F06-3F9D4635B276}"/>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6F5B7A0E-4A75-9032-962A-67BEE305A20C}"/>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71292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47E63E36-464A-1BB7-0C18-792B6F13C11D}"/>
            </a:ext>
          </a:extLst>
        </p:cNvPr>
        <p:cNvGrpSpPr/>
        <p:nvPr/>
      </p:nvGrpSpPr>
      <p:grpSpPr>
        <a:xfrm>
          <a:off x="0" y="0"/>
          <a:ext cx="0" cy="0"/>
          <a:chOff x="0" y="0"/>
          <a:chExt cx="0" cy="0"/>
        </a:xfrm>
      </p:grpSpPr>
      <p:sp>
        <p:nvSpPr>
          <p:cNvPr id="1635" name="Google Shape;1635;p41">
            <a:extLst>
              <a:ext uri="{FF2B5EF4-FFF2-40B4-BE49-F238E27FC236}">
                <a16:creationId xmlns:a16="http://schemas.microsoft.com/office/drawing/2014/main" id="{937D616D-8F8F-AA88-336B-F4A785E9041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Graph Terminology</a:t>
            </a:r>
          </a:p>
        </p:txBody>
      </p:sp>
      <p:cxnSp>
        <p:nvCxnSpPr>
          <p:cNvPr id="1627" name="Straight Connector 1626">
            <a:extLst>
              <a:ext uri="{FF2B5EF4-FFF2-40B4-BE49-F238E27FC236}">
                <a16:creationId xmlns:a16="http://schemas.microsoft.com/office/drawing/2014/main" id="{BBD52961-8007-B2E6-B511-C4981522DE4D}"/>
              </a:ext>
            </a:extLst>
          </p:cNvPr>
          <p:cNvCxnSpPr>
            <a:cxnSpLocks/>
            <a:stCxn id="12" idx="3"/>
            <a:endCxn id="26" idx="7"/>
          </p:cNvCxnSpPr>
          <p:nvPr/>
        </p:nvCxnSpPr>
        <p:spPr>
          <a:xfrm flipH="1">
            <a:off x="3342904" y="2551340"/>
            <a:ext cx="688408" cy="651458"/>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1631" name="Straight Connector 1630">
            <a:extLst>
              <a:ext uri="{FF2B5EF4-FFF2-40B4-BE49-F238E27FC236}">
                <a16:creationId xmlns:a16="http://schemas.microsoft.com/office/drawing/2014/main" id="{1ACF4566-1694-15F1-4DE7-4B94F0A09CEF}"/>
              </a:ext>
            </a:extLst>
          </p:cNvPr>
          <p:cNvCxnSpPr>
            <a:cxnSpLocks/>
            <a:endCxn id="54" idx="2"/>
          </p:cNvCxnSpPr>
          <p:nvPr/>
        </p:nvCxnSpPr>
        <p:spPr>
          <a:xfrm flipV="1">
            <a:off x="5501505" y="3353815"/>
            <a:ext cx="541689" cy="2"/>
          </a:xfrm>
          <a:prstGeom prst="line">
            <a:avLst/>
          </a:prstGeom>
          <a:effectLst/>
        </p:spPr>
        <p:style>
          <a:lnRef idx="2">
            <a:schemeClr val="accent2"/>
          </a:lnRef>
          <a:fillRef idx="0">
            <a:schemeClr val="accent2"/>
          </a:fillRef>
          <a:effectRef idx="1">
            <a:schemeClr val="accent2"/>
          </a:effectRef>
          <a:fontRef idx="minor">
            <a:schemeClr val="tx1"/>
          </a:fontRef>
        </p:style>
      </p:cxnSp>
      <p:sp>
        <p:nvSpPr>
          <p:cNvPr id="1694" name="TextBox 1693">
            <a:extLst>
              <a:ext uri="{FF2B5EF4-FFF2-40B4-BE49-F238E27FC236}">
                <a16:creationId xmlns:a16="http://schemas.microsoft.com/office/drawing/2014/main" id="{4BAA45FE-4223-A647-4BB8-71A21951F592}"/>
              </a:ext>
            </a:extLst>
          </p:cNvPr>
          <p:cNvSpPr txBox="1"/>
          <p:nvPr/>
        </p:nvSpPr>
        <p:spPr>
          <a:xfrm>
            <a:off x="3148617" y="2312682"/>
            <a:ext cx="688409"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Edge</a:t>
            </a:r>
          </a:p>
        </p:txBody>
      </p:sp>
      <p:sp>
        <p:nvSpPr>
          <p:cNvPr id="1724" name="TextBox 1723">
            <a:extLst>
              <a:ext uri="{FF2B5EF4-FFF2-40B4-BE49-F238E27FC236}">
                <a16:creationId xmlns:a16="http://schemas.microsoft.com/office/drawing/2014/main" id="{02EC4A63-E322-3561-1D48-D0B60EF52484}"/>
              </a:ext>
            </a:extLst>
          </p:cNvPr>
          <p:cNvSpPr txBox="1"/>
          <p:nvPr/>
        </p:nvSpPr>
        <p:spPr>
          <a:xfrm>
            <a:off x="5548133" y="3032171"/>
            <a:ext cx="500932" cy="338554"/>
          </a:xfrm>
          <a:prstGeom prst="rect">
            <a:avLst/>
          </a:prstGeom>
          <a:noFill/>
        </p:spPr>
        <p:txBody>
          <a:bodyPr wrap="square" rtlCol="0">
            <a:spAutoFit/>
          </a:bodyPr>
          <a:lstStyle/>
          <a:p>
            <a:r>
              <a:rPr lang="en-US" sz="1600" b="1" dirty="0">
                <a:solidFill>
                  <a:schemeClr val="tx2"/>
                </a:solidFill>
                <a:latin typeface="Poppins" panose="00000500000000000000" pitchFamily="2" charset="0"/>
                <a:cs typeface="Poppins" panose="00000500000000000000" pitchFamily="2" charset="0"/>
              </a:rPr>
              <a:t>10</a:t>
            </a:r>
          </a:p>
        </p:txBody>
      </p:sp>
      <p:cxnSp>
        <p:nvCxnSpPr>
          <p:cNvPr id="36" name="Straight Connector 35">
            <a:extLst>
              <a:ext uri="{FF2B5EF4-FFF2-40B4-BE49-F238E27FC236}">
                <a16:creationId xmlns:a16="http://schemas.microsoft.com/office/drawing/2014/main" id="{6330EED1-C1DC-8C9B-52F4-4165DA35100E}"/>
              </a:ext>
            </a:extLst>
          </p:cNvPr>
          <p:cNvCxnSpPr>
            <a:cxnSpLocks/>
            <a:stCxn id="35" idx="1"/>
            <a:endCxn id="26" idx="5"/>
          </p:cNvCxnSpPr>
          <p:nvPr/>
        </p:nvCxnSpPr>
        <p:spPr>
          <a:xfrm flipH="1" flipV="1">
            <a:off x="3342904" y="3504832"/>
            <a:ext cx="688408" cy="66773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42" name="Straight Connector 41">
            <a:extLst>
              <a:ext uri="{FF2B5EF4-FFF2-40B4-BE49-F238E27FC236}">
                <a16:creationId xmlns:a16="http://schemas.microsoft.com/office/drawing/2014/main" id="{75460B9F-3E2D-6058-8353-1CA5DECFCAF7}"/>
              </a:ext>
            </a:extLst>
          </p:cNvPr>
          <p:cNvCxnSpPr>
            <a:stCxn id="29" idx="3"/>
            <a:endCxn id="35" idx="7"/>
          </p:cNvCxnSpPr>
          <p:nvPr/>
        </p:nvCxnSpPr>
        <p:spPr>
          <a:xfrm flipH="1">
            <a:off x="4385524" y="3504833"/>
            <a:ext cx="688409" cy="667729"/>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51" name="Straight Connector 50">
            <a:extLst>
              <a:ext uri="{FF2B5EF4-FFF2-40B4-BE49-F238E27FC236}">
                <a16:creationId xmlns:a16="http://schemas.microsoft.com/office/drawing/2014/main" id="{24CAA168-375E-C48F-9C6D-BFF31512E182}"/>
              </a:ext>
            </a:extLst>
          </p:cNvPr>
          <p:cNvCxnSpPr>
            <a:stCxn id="26" idx="6"/>
            <a:endCxn id="29" idx="2"/>
          </p:cNvCxnSpPr>
          <p:nvPr/>
        </p:nvCxnSpPr>
        <p:spPr>
          <a:xfrm>
            <a:off x="3416264" y="3353815"/>
            <a:ext cx="1584309" cy="1"/>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1623" name="Straight Connector 1622">
            <a:extLst>
              <a:ext uri="{FF2B5EF4-FFF2-40B4-BE49-F238E27FC236}">
                <a16:creationId xmlns:a16="http://schemas.microsoft.com/office/drawing/2014/main" id="{DA2FE7C6-34B8-CBC9-1D83-2A0BC1D9978B}"/>
              </a:ext>
            </a:extLst>
          </p:cNvPr>
          <p:cNvCxnSpPr>
            <a:cxnSpLocks/>
            <a:stCxn id="12" idx="5"/>
            <a:endCxn id="29" idx="1"/>
          </p:cNvCxnSpPr>
          <p:nvPr/>
        </p:nvCxnSpPr>
        <p:spPr>
          <a:xfrm>
            <a:off x="4385524" y="2551340"/>
            <a:ext cx="688409" cy="651459"/>
          </a:xfrm>
          <a:prstGeom prst="line">
            <a:avLst/>
          </a:prstGeom>
          <a:effectLst/>
        </p:spPr>
        <p:style>
          <a:lnRef idx="2">
            <a:schemeClr val="accent2"/>
          </a:lnRef>
          <a:fillRef idx="0">
            <a:schemeClr val="accent2"/>
          </a:fillRef>
          <a:effectRef idx="1">
            <a:schemeClr val="accent2"/>
          </a:effectRef>
          <a:fontRef idx="minor">
            <a:schemeClr val="tx1"/>
          </a:fontRef>
        </p:style>
      </p:cxnSp>
      <p:sp>
        <p:nvSpPr>
          <p:cNvPr id="12" name="Oval 11">
            <a:extLst>
              <a:ext uri="{FF2B5EF4-FFF2-40B4-BE49-F238E27FC236}">
                <a16:creationId xmlns:a16="http://schemas.microsoft.com/office/drawing/2014/main" id="{4147EF32-2662-CD7F-0C39-F818BFD53406}"/>
              </a:ext>
            </a:extLst>
          </p:cNvPr>
          <p:cNvSpPr/>
          <p:nvPr/>
        </p:nvSpPr>
        <p:spPr>
          <a:xfrm>
            <a:off x="3957952" y="2186753"/>
            <a:ext cx="500932" cy="4271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b="1" dirty="0"/>
              <a:t>B</a:t>
            </a:r>
          </a:p>
        </p:txBody>
      </p:sp>
      <p:sp>
        <p:nvSpPr>
          <p:cNvPr id="26" name="Oval 25">
            <a:extLst>
              <a:ext uri="{FF2B5EF4-FFF2-40B4-BE49-F238E27FC236}">
                <a16:creationId xmlns:a16="http://schemas.microsoft.com/office/drawing/2014/main" id="{4BB97B09-9CBD-92BD-F4C6-6107C41CE31B}"/>
              </a:ext>
            </a:extLst>
          </p:cNvPr>
          <p:cNvSpPr/>
          <p:nvPr/>
        </p:nvSpPr>
        <p:spPr>
          <a:xfrm>
            <a:off x="2915332" y="3140245"/>
            <a:ext cx="500932" cy="4271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b="1" dirty="0"/>
              <a:t>A</a:t>
            </a:r>
          </a:p>
        </p:txBody>
      </p:sp>
      <p:sp>
        <p:nvSpPr>
          <p:cNvPr id="29" name="Oval 28">
            <a:extLst>
              <a:ext uri="{FF2B5EF4-FFF2-40B4-BE49-F238E27FC236}">
                <a16:creationId xmlns:a16="http://schemas.microsoft.com/office/drawing/2014/main" id="{2F50FEA6-FE5E-B559-A3EB-665579D47E41}"/>
              </a:ext>
            </a:extLst>
          </p:cNvPr>
          <p:cNvSpPr/>
          <p:nvPr/>
        </p:nvSpPr>
        <p:spPr>
          <a:xfrm>
            <a:off x="5000573" y="3140246"/>
            <a:ext cx="500932" cy="4271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b="1" dirty="0"/>
              <a:t>D</a:t>
            </a:r>
          </a:p>
        </p:txBody>
      </p:sp>
      <p:sp>
        <p:nvSpPr>
          <p:cNvPr id="35" name="Oval 34">
            <a:extLst>
              <a:ext uri="{FF2B5EF4-FFF2-40B4-BE49-F238E27FC236}">
                <a16:creationId xmlns:a16="http://schemas.microsoft.com/office/drawing/2014/main" id="{ABD759CA-F7ED-61CC-E4B0-A6D697723822}"/>
              </a:ext>
            </a:extLst>
          </p:cNvPr>
          <p:cNvSpPr/>
          <p:nvPr/>
        </p:nvSpPr>
        <p:spPr>
          <a:xfrm>
            <a:off x="3957952" y="4110009"/>
            <a:ext cx="500932" cy="4271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b="1" dirty="0"/>
              <a:t>C</a:t>
            </a:r>
          </a:p>
        </p:txBody>
      </p:sp>
      <p:sp>
        <p:nvSpPr>
          <p:cNvPr id="54" name="Oval 53">
            <a:extLst>
              <a:ext uri="{FF2B5EF4-FFF2-40B4-BE49-F238E27FC236}">
                <a16:creationId xmlns:a16="http://schemas.microsoft.com/office/drawing/2014/main" id="{86FD55A4-E041-8780-3796-BAA0C618D706}"/>
              </a:ext>
            </a:extLst>
          </p:cNvPr>
          <p:cNvSpPr/>
          <p:nvPr/>
        </p:nvSpPr>
        <p:spPr>
          <a:xfrm>
            <a:off x="6043194" y="3140245"/>
            <a:ext cx="500932" cy="42714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b="1" dirty="0"/>
              <a:t>E</a:t>
            </a:r>
          </a:p>
        </p:txBody>
      </p:sp>
      <p:grpSp>
        <p:nvGrpSpPr>
          <p:cNvPr id="1676" name="Group 1675">
            <a:extLst>
              <a:ext uri="{FF2B5EF4-FFF2-40B4-BE49-F238E27FC236}">
                <a16:creationId xmlns:a16="http://schemas.microsoft.com/office/drawing/2014/main" id="{937DBDD4-E699-4C44-C2E0-2EE567216031}"/>
              </a:ext>
            </a:extLst>
          </p:cNvPr>
          <p:cNvGrpSpPr/>
          <p:nvPr/>
        </p:nvGrpSpPr>
        <p:grpSpPr>
          <a:xfrm rot="2719235">
            <a:off x="2977711" y="1819589"/>
            <a:ext cx="598502" cy="1217605"/>
            <a:chOff x="476785" y="1650516"/>
            <a:chExt cx="374798" cy="1099812"/>
          </a:xfrm>
        </p:grpSpPr>
        <p:sp>
          <p:nvSpPr>
            <p:cNvPr id="1673" name="Google Shape;9789;p74">
              <a:extLst>
                <a:ext uri="{FF2B5EF4-FFF2-40B4-BE49-F238E27FC236}">
                  <a16:creationId xmlns:a16="http://schemas.microsoft.com/office/drawing/2014/main" id="{BC4F8858-4F39-D85C-A8C1-47E1BE163BA2}"/>
                </a:ext>
              </a:extLst>
            </p:cNvPr>
            <p:cNvSpPr/>
            <p:nvPr/>
          </p:nvSpPr>
          <p:spPr>
            <a:xfrm>
              <a:off x="476785" y="2199920"/>
              <a:ext cx="374798" cy="550408"/>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ln w="6350">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b="1" dirty="0"/>
            </a:p>
          </p:txBody>
        </p:sp>
        <p:sp>
          <p:nvSpPr>
            <p:cNvPr id="1674" name="Google Shape;9790;p74">
              <a:extLst>
                <a:ext uri="{FF2B5EF4-FFF2-40B4-BE49-F238E27FC236}">
                  <a16:creationId xmlns:a16="http://schemas.microsoft.com/office/drawing/2014/main" id="{5A3EB212-E140-0249-5E7C-88EB9DADFF1F}"/>
                </a:ext>
              </a:extLst>
            </p:cNvPr>
            <p:cNvSpPr/>
            <p:nvPr/>
          </p:nvSpPr>
          <p:spPr>
            <a:xfrm>
              <a:off x="476785" y="1650516"/>
              <a:ext cx="374798" cy="550408"/>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ln w="6350">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b="1" dirty="0"/>
            </a:p>
          </p:txBody>
        </p:sp>
      </p:grpSp>
      <p:cxnSp>
        <p:nvCxnSpPr>
          <p:cNvPr id="1686" name="Connector: Curved 1685">
            <a:extLst>
              <a:ext uri="{FF2B5EF4-FFF2-40B4-BE49-F238E27FC236}">
                <a16:creationId xmlns:a16="http://schemas.microsoft.com/office/drawing/2014/main" id="{0518981E-A929-71C5-24C0-F35E8CB4F579}"/>
              </a:ext>
            </a:extLst>
          </p:cNvPr>
          <p:cNvCxnSpPr>
            <a:cxnSpLocks/>
            <a:endCxn id="12" idx="0"/>
          </p:cNvCxnSpPr>
          <p:nvPr/>
        </p:nvCxnSpPr>
        <p:spPr>
          <a:xfrm rot="5400000">
            <a:off x="4131187" y="1805684"/>
            <a:ext cx="458301" cy="303837"/>
          </a:xfrm>
          <a:prstGeom prst="curvedConnector3">
            <a:avLst>
              <a:gd name="adj1" fmla="val 50000"/>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691" name="TextBox 1690">
            <a:extLst>
              <a:ext uri="{FF2B5EF4-FFF2-40B4-BE49-F238E27FC236}">
                <a16:creationId xmlns:a16="http://schemas.microsoft.com/office/drawing/2014/main" id="{D77F7F83-8B7D-7285-E580-57124882E989}"/>
              </a:ext>
            </a:extLst>
          </p:cNvPr>
          <p:cNvSpPr txBox="1"/>
          <p:nvPr/>
        </p:nvSpPr>
        <p:spPr>
          <a:xfrm>
            <a:off x="2412475" y="1893773"/>
            <a:ext cx="1265985"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Neighbors</a:t>
            </a:r>
          </a:p>
        </p:txBody>
      </p:sp>
      <p:sp>
        <p:nvSpPr>
          <p:cNvPr id="1692" name="TextBox 1691">
            <a:extLst>
              <a:ext uri="{FF2B5EF4-FFF2-40B4-BE49-F238E27FC236}">
                <a16:creationId xmlns:a16="http://schemas.microsoft.com/office/drawing/2014/main" id="{5F24E01E-A167-16C1-DDD0-760243BCE93E}"/>
              </a:ext>
            </a:extLst>
          </p:cNvPr>
          <p:cNvSpPr txBox="1"/>
          <p:nvPr/>
        </p:nvSpPr>
        <p:spPr>
          <a:xfrm>
            <a:off x="4177049" y="1485309"/>
            <a:ext cx="1265985"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Node</a:t>
            </a:r>
          </a:p>
        </p:txBody>
      </p:sp>
      <p:cxnSp>
        <p:nvCxnSpPr>
          <p:cNvPr id="1693" name="Connector: Curved 1692">
            <a:extLst>
              <a:ext uri="{FF2B5EF4-FFF2-40B4-BE49-F238E27FC236}">
                <a16:creationId xmlns:a16="http://schemas.microsoft.com/office/drawing/2014/main" id="{9D559149-16B4-08DF-B651-B2619CDF5A65}"/>
              </a:ext>
            </a:extLst>
          </p:cNvPr>
          <p:cNvCxnSpPr>
            <a:cxnSpLocks/>
          </p:cNvCxnSpPr>
          <p:nvPr/>
        </p:nvCxnSpPr>
        <p:spPr>
          <a:xfrm rot="16200000" flipH="1">
            <a:off x="3369728" y="2665372"/>
            <a:ext cx="278945" cy="171559"/>
          </a:xfrm>
          <a:prstGeom prst="curvedConnector3">
            <a:avLst>
              <a:gd name="adj1" fmla="val 50000"/>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715" name="Arrow: Curved Down 1714">
            <a:extLst>
              <a:ext uri="{FF2B5EF4-FFF2-40B4-BE49-F238E27FC236}">
                <a16:creationId xmlns:a16="http://schemas.microsoft.com/office/drawing/2014/main" id="{9F2820DC-E356-3175-81A9-6359554A0F26}"/>
              </a:ext>
            </a:extLst>
          </p:cNvPr>
          <p:cNvSpPr/>
          <p:nvPr/>
        </p:nvSpPr>
        <p:spPr>
          <a:xfrm>
            <a:off x="3442007" y="2884058"/>
            <a:ext cx="1606279" cy="407848"/>
          </a:xfrm>
          <a:prstGeom prst="curvedDownArrow">
            <a:avLst>
              <a:gd name="adj1" fmla="val 0"/>
              <a:gd name="adj2" fmla="val 33878"/>
              <a:gd name="adj3" fmla="val 42751"/>
            </a:avLst>
          </a:prstGeom>
          <a:ln>
            <a:solidFill>
              <a:schemeClr val="accent1">
                <a:lumMod val="5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cxnSp>
        <p:nvCxnSpPr>
          <p:cNvPr id="1716" name="Connector: Curved 1715">
            <a:extLst>
              <a:ext uri="{FF2B5EF4-FFF2-40B4-BE49-F238E27FC236}">
                <a16:creationId xmlns:a16="http://schemas.microsoft.com/office/drawing/2014/main" id="{1728F02D-2D9B-9054-C1CE-B739AE6E84B1}"/>
              </a:ext>
            </a:extLst>
          </p:cNvPr>
          <p:cNvCxnSpPr>
            <a:cxnSpLocks/>
          </p:cNvCxnSpPr>
          <p:nvPr/>
        </p:nvCxnSpPr>
        <p:spPr>
          <a:xfrm rot="10800000" flipV="1">
            <a:off x="4381147" y="2494086"/>
            <a:ext cx="604761" cy="376285"/>
          </a:xfrm>
          <a:prstGeom prst="curvedConnector3">
            <a:avLst>
              <a:gd name="adj1" fmla="val 50000"/>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717" name="TextBox 1716">
            <a:extLst>
              <a:ext uri="{FF2B5EF4-FFF2-40B4-BE49-F238E27FC236}">
                <a16:creationId xmlns:a16="http://schemas.microsoft.com/office/drawing/2014/main" id="{10E639F3-8AD5-D7FF-D9DC-5FFF5A03AAB1}"/>
              </a:ext>
            </a:extLst>
          </p:cNvPr>
          <p:cNvSpPr txBox="1"/>
          <p:nvPr/>
        </p:nvSpPr>
        <p:spPr>
          <a:xfrm>
            <a:off x="4915320" y="2329009"/>
            <a:ext cx="1265985"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Path</a:t>
            </a:r>
          </a:p>
        </p:txBody>
      </p:sp>
      <p:cxnSp>
        <p:nvCxnSpPr>
          <p:cNvPr id="1721" name="Straight Arrow Connector 1720">
            <a:extLst>
              <a:ext uri="{FF2B5EF4-FFF2-40B4-BE49-F238E27FC236}">
                <a16:creationId xmlns:a16="http://schemas.microsoft.com/office/drawing/2014/main" id="{20FD1C7D-BEAB-230C-FF89-145D4BF49626}"/>
              </a:ext>
            </a:extLst>
          </p:cNvPr>
          <p:cNvCxnSpPr>
            <a:cxnSpLocks/>
            <a:stCxn id="35" idx="7"/>
            <a:endCxn id="29" idx="3"/>
          </p:cNvCxnSpPr>
          <p:nvPr/>
        </p:nvCxnSpPr>
        <p:spPr>
          <a:xfrm flipV="1">
            <a:off x="4385524" y="3504833"/>
            <a:ext cx="688409" cy="667729"/>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28" name="Connector: Curved 1727">
            <a:extLst>
              <a:ext uri="{FF2B5EF4-FFF2-40B4-BE49-F238E27FC236}">
                <a16:creationId xmlns:a16="http://schemas.microsoft.com/office/drawing/2014/main" id="{9CB20876-CD33-18D0-9A5D-EFE70DC78AE6}"/>
              </a:ext>
            </a:extLst>
          </p:cNvPr>
          <p:cNvCxnSpPr>
            <a:cxnSpLocks/>
          </p:cNvCxnSpPr>
          <p:nvPr/>
        </p:nvCxnSpPr>
        <p:spPr>
          <a:xfrm rot="10800000" flipV="1">
            <a:off x="3097617" y="3947292"/>
            <a:ext cx="604761" cy="376285"/>
          </a:xfrm>
          <a:prstGeom prst="curvedConnector3">
            <a:avLst>
              <a:gd name="adj1" fmla="val 50000"/>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729" name="TextBox 1728">
            <a:extLst>
              <a:ext uri="{FF2B5EF4-FFF2-40B4-BE49-F238E27FC236}">
                <a16:creationId xmlns:a16="http://schemas.microsoft.com/office/drawing/2014/main" id="{50A32149-5B71-A954-2A46-0F79426ACDCD}"/>
              </a:ext>
            </a:extLst>
          </p:cNvPr>
          <p:cNvSpPr txBox="1"/>
          <p:nvPr/>
        </p:nvSpPr>
        <p:spPr>
          <a:xfrm>
            <a:off x="1999993" y="4169688"/>
            <a:ext cx="1265985"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Undirected</a:t>
            </a:r>
          </a:p>
        </p:txBody>
      </p:sp>
      <p:sp>
        <p:nvSpPr>
          <p:cNvPr id="1734" name="TextBox 1733">
            <a:extLst>
              <a:ext uri="{FF2B5EF4-FFF2-40B4-BE49-F238E27FC236}">
                <a16:creationId xmlns:a16="http://schemas.microsoft.com/office/drawing/2014/main" id="{C179036E-12BE-3D13-D11A-54111201E054}"/>
              </a:ext>
            </a:extLst>
          </p:cNvPr>
          <p:cNvSpPr txBox="1"/>
          <p:nvPr/>
        </p:nvSpPr>
        <p:spPr>
          <a:xfrm>
            <a:off x="4965018" y="4307571"/>
            <a:ext cx="1265985"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Directed</a:t>
            </a:r>
          </a:p>
        </p:txBody>
      </p:sp>
      <p:cxnSp>
        <p:nvCxnSpPr>
          <p:cNvPr id="1735" name="Connector: Curved 1734">
            <a:extLst>
              <a:ext uri="{FF2B5EF4-FFF2-40B4-BE49-F238E27FC236}">
                <a16:creationId xmlns:a16="http://schemas.microsoft.com/office/drawing/2014/main" id="{82A9844C-86F7-F9EF-8F05-3E1B3DCC8432}"/>
              </a:ext>
            </a:extLst>
          </p:cNvPr>
          <p:cNvCxnSpPr>
            <a:cxnSpLocks/>
          </p:cNvCxnSpPr>
          <p:nvPr/>
        </p:nvCxnSpPr>
        <p:spPr>
          <a:xfrm rot="16200000" flipH="1">
            <a:off x="4686294" y="3935939"/>
            <a:ext cx="431072" cy="344205"/>
          </a:xfrm>
          <a:prstGeom prst="curvedConnector3">
            <a:avLst>
              <a:gd name="adj1" fmla="val 50000"/>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739" name="TextBox 1738">
            <a:extLst>
              <a:ext uri="{FF2B5EF4-FFF2-40B4-BE49-F238E27FC236}">
                <a16:creationId xmlns:a16="http://schemas.microsoft.com/office/drawing/2014/main" id="{0C0F5376-8DD3-3605-6A01-6E63F60ECEF1}"/>
              </a:ext>
            </a:extLst>
          </p:cNvPr>
          <p:cNvSpPr txBox="1"/>
          <p:nvPr/>
        </p:nvSpPr>
        <p:spPr>
          <a:xfrm>
            <a:off x="6293660" y="2698110"/>
            <a:ext cx="1265985" cy="307777"/>
          </a:xfrm>
          <a:prstGeom prst="rect">
            <a:avLst/>
          </a:prstGeom>
          <a:noFill/>
        </p:spPr>
        <p:txBody>
          <a:bodyPr wrap="square" rtlCol="0">
            <a:spAutoFit/>
          </a:bodyPr>
          <a:lstStyle/>
          <a:p>
            <a:r>
              <a:rPr lang="en-US" b="1" dirty="0">
                <a:latin typeface="Poppins" panose="00000500000000000000" pitchFamily="2" charset="0"/>
                <a:cs typeface="Poppins" panose="00000500000000000000" pitchFamily="2" charset="0"/>
              </a:rPr>
              <a:t>Weighted</a:t>
            </a:r>
          </a:p>
        </p:txBody>
      </p:sp>
      <p:cxnSp>
        <p:nvCxnSpPr>
          <p:cNvPr id="1740" name="Connector: Curved 1739">
            <a:extLst>
              <a:ext uri="{FF2B5EF4-FFF2-40B4-BE49-F238E27FC236}">
                <a16:creationId xmlns:a16="http://schemas.microsoft.com/office/drawing/2014/main" id="{474B2750-99E8-C1F3-6E41-8233F722FE61}"/>
              </a:ext>
            </a:extLst>
          </p:cNvPr>
          <p:cNvCxnSpPr>
            <a:cxnSpLocks/>
          </p:cNvCxnSpPr>
          <p:nvPr/>
        </p:nvCxnSpPr>
        <p:spPr>
          <a:xfrm flipV="1">
            <a:off x="5875297" y="2908143"/>
            <a:ext cx="456562" cy="249012"/>
          </a:xfrm>
          <a:prstGeom prst="curvedConnector3">
            <a:avLst>
              <a:gd name="adj1" fmla="val 50000"/>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9021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92"/>
                                        </p:tgtEl>
                                        <p:attrNameLst>
                                          <p:attrName>style.visibility</p:attrName>
                                        </p:attrNameLst>
                                      </p:cBhvr>
                                      <p:to>
                                        <p:strVal val="visible"/>
                                      </p:to>
                                    </p:set>
                                    <p:animEffect transition="in" filter="fade">
                                      <p:cBhvr>
                                        <p:cTn id="7" dur="500"/>
                                        <p:tgtEl>
                                          <p:spTgt spid="1692"/>
                                        </p:tgtEl>
                                      </p:cBhvr>
                                    </p:animEffect>
                                  </p:childTnLst>
                                </p:cTn>
                              </p:par>
                              <p:par>
                                <p:cTn id="8" presetID="10" presetClass="entr" presetSubtype="0" fill="hold" nodeType="withEffect">
                                  <p:stCondLst>
                                    <p:cond delay="0"/>
                                  </p:stCondLst>
                                  <p:childTnLst>
                                    <p:set>
                                      <p:cBhvr>
                                        <p:cTn id="9" dur="1" fill="hold">
                                          <p:stCondLst>
                                            <p:cond delay="0"/>
                                          </p:stCondLst>
                                        </p:cTn>
                                        <p:tgtEl>
                                          <p:spTgt spid="1686"/>
                                        </p:tgtEl>
                                        <p:attrNameLst>
                                          <p:attrName>style.visibility</p:attrName>
                                        </p:attrNameLst>
                                      </p:cBhvr>
                                      <p:to>
                                        <p:strVal val="visible"/>
                                      </p:to>
                                    </p:set>
                                    <p:animEffect transition="in" filter="fade">
                                      <p:cBhvr>
                                        <p:cTn id="10" dur="500"/>
                                        <p:tgtEl>
                                          <p:spTgt spid="168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93"/>
                                        </p:tgtEl>
                                        <p:attrNameLst>
                                          <p:attrName>style.visibility</p:attrName>
                                        </p:attrNameLst>
                                      </p:cBhvr>
                                      <p:to>
                                        <p:strVal val="visible"/>
                                      </p:to>
                                    </p:set>
                                    <p:animEffect transition="in" filter="fade">
                                      <p:cBhvr>
                                        <p:cTn id="15" dur="500"/>
                                        <p:tgtEl>
                                          <p:spTgt spid="169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94"/>
                                        </p:tgtEl>
                                        <p:attrNameLst>
                                          <p:attrName>style.visibility</p:attrName>
                                        </p:attrNameLst>
                                      </p:cBhvr>
                                      <p:to>
                                        <p:strVal val="visible"/>
                                      </p:to>
                                    </p:set>
                                    <p:animEffect transition="in" filter="fade">
                                      <p:cBhvr>
                                        <p:cTn id="18" dur="500"/>
                                        <p:tgtEl>
                                          <p:spTgt spid="169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76"/>
                                        </p:tgtEl>
                                        <p:attrNameLst>
                                          <p:attrName>style.visibility</p:attrName>
                                        </p:attrNameLst>
                                      </p:cBhvr>
                                      <p:to>
                                        <p:strVal val="visible"/>
                                      </p:to>
                                    </p:set>
                                    <p:animEffect transition="in" filter="fade">
                                      <p:cBhvr>
                                        <p:cTn id="23" dur="500"/>
                                        <p:tgtEl>
                                          <p:spTgt spid="167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91"/>
                                        </p:tgtEl>
                                        <p:attrNameLst>
                                          <p:attrName>style.visibility</p:attrName>
                                        </p:attrNameLst>
                                      </p:cBhvr>
                                      <p:to>
                                        <p:strVal val="visible"/>
                                      </p:to>
                                    </p:set>
                                    <p:animEffect transition="in" filter="fade">
                                      <p:cBhvr>
                                        <p:cTn id="26" dur="500"/>
                                        <p:tgtEl>
                                          <p:spTgt spid="169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15"/>
                                        </p:tgtEl>
                                        <p:attrNameLst>
                                          <p:attrName>style.visibility</p:attrName>
                                        </p:attrNameLst>
                                      </p:cBhvr>
                                      <p:to>
                                        <p:strVal val="visible"/>
                                      </p:to>
                                    </p:set>
                                    <p:animEffect transition="in" filter="fade">
                                      <p:cBhvr>
                                        <p:cTn id="31" dur="500"/>
                                        <p:tgtEl>
                                          <p:spTgt spid="1715"/>
                                        </p:tgtEl>
                                      </p:cBhvr>
                                    </p:animEffect>
                                  </p:childTnLst>
                                </p:cTn>
                              </p:par>
                              <p:par>
                                <p:cTn id="32" presetID="10" presetClass="entr" presetSubtype="0" fill="hold" nodeType="withEffect">
                                  <p:stCondLst>
                                    <p:cond delay="0"/>
                                  </p:stCondLst>
                                  <p:childTnLst>
                                    <p:set>
                                      <p:cBhvr>
                                        <p:cTn id="33" dur="1" fill="hold">
                                          <p:stCondLst>
                                            <p:cond delay="0"/>
                                          </p:stCondLst>
                                        </p:cTn>
                                        <p:tgtEl>
                                          <p:spTgt spid="1716"/>
                                        </p:tgtEl>
                                        <p:attrNameLst>
                                          <p:attrName>style.visibility</p:attrName>
                                        </p:attrNameLst>
                                      </p:cBhvr>
                                      <p:to>
                                        <p:strVal val="visible"/>
                                      </p:to>
                                    </p:set>
                                    <p:animEffect transition="in" filter="fade">
                                      <p:cBhvr>
                                        <p:cTn id="34" dur="500"/>
                                        <p:tgtEl>
                                          <p:spTgt spid="17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17"/>
                                        </p:tgtEl>
                                        <p:attrNameLst>
                                          <p:attrName>style.visibility</p:attrName>
                                        </p:attrNameLst>
                                      </p:cBhvr>
                                      <p:to>
                                        <p:strVal val="visible"/>
                                      </p:to>
                                    </p:set>
                                    <p:animEffect transition="in" filter="fade">
                                      <p:cBhvr>
                                        <p:cTn id="37" dur="500"/>
                                        <p:tgtEl>
                                          <p:spTgt spid="17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28"/>
                                        </p:tgtEl>
                                        <p:attrNameLst>
                                          <p:attrName>style.visibility</p:attrName>
                                        </p:attrNameLst>
                                      </p:cBhvr>
                                      <p:to>
                                        <p:strVal val="visible"/>
                                      </p:to>
                                    </p:set>
                                    <p:animEffect transition="in" filter="fade">
                                      <p:cBhvr>
                                        <p:cTn id="42" dur="500"/>
                                        <p:tgtEl>
                                          <p:spTgt spid="17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29"/>
                                        </p:tgtEl>
                                        <p:attrNameLst>
                                          <p:attrName>style.visibility</p:attrName>
                                        </p:attrNameLst>
                                      </p:cBhvr>
                                      <p:to>
                                        <p:strVal val="visible"/>
                                      </p:to>
                                    </p:set>
                                    <p:animEffect transition="in" filter="fade">
                                      <p:cBhvr>
                                        <p:cTn id="45" dur="500"/>
                                        <p:tgtEl>
                                          <p:spTgt spid="172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721"/>
                                        </p:tgtEl>
                                        <p:attrNameLst>
                                          <p:attrName>style.visibility</p:attrName>
                                        </p:attrNameLst>
                                      </p:cBhvr>
                                      <p:to>
                                        <p:strVal val="visible"/>
                                      </p:to>
                                    </p:set>
                                    <p:animEffect transition="in" filter="fade">
                                      <p:cBhvr>
                                        <p:cTn id="50" dur="500"/>
                                        <p:tgtEl>
                                          <p:spTgt spid="1721"/>
                                        </p:tgtEl>
                                      </p:cBhvr>
                                    </p:animEffect>
                                  </p:childTnLst>
                                </p:cTn>
                              </p:par>
                              <p:par>
                                <p:cTn id="51" presetID="10" presetClass="entr" presetSubtype="0" fill="hold" nodeType="withEffect">
                                  <p:stCondLst>
                                    <p:cond delay="0"/>
                                  </p:stCondLst>
                                  <p:childTnLst>
                                    <p:set>
                                      <p:cBhvr>
                                        <p:cTn id="52" dur="1" fill="hold">
                                          <p:stCondLst>
                                            <p:cond delay="0"/>
                                          </p:stCondLst>
                                        </p:cTn>
                                        <p:tgtEl>
                                          <p:spTgt spid="1735"/>
                                        </p:tgtEl>
                                        <p:attrNameLst>
                                          <p:attrName>style.visibility</p:attrName>
                                        </p:attrNameLst>
                                      </p:cBhvr>
                                      <p:to>
                                        <p:strVal val="visible"/>
                                      </p:to>
                                    </p:set>
                                    <p:animEffect transition="in" filter="fade">
                                      <p:cBhvr>
                                        <p:cTn id="53" dur="500"/>
                                        <p:tgtEl>
                                          <p:spTgt spid="17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34"/>
                                        </p:tgtEl>
                                        <p:attrNameLst>
                                          <p:attrName>style.visibility</p:attrName>
                                        </p:attrNameLst>
                                      </p:cBhvr>
                                      <p:to>
                                        <p:strVal val="visible"/>
                                      </p:to>
                                    </p:set>
                                    <p:animEffect transition="in" filter="fade">
                                      <p:cBhvr>
                                        <p:cTn id="56" dur="500"/>
                                        <p:tgtEl>
                                          <p:spTgt spid="173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724"/>
                                        </p:tgtEl>
                                        <p:attrNameLst>
                                          <p:attrName>style.visibility</p:attrName>
                                        </p:attrNameLst>
                                      </p:cBhvr>
                                      <p:to>
                                        <p:strVal val="visible"/>
                                      </p:to>
                                    </p:set>
                                    <p:animEffect transition="in" filter="fade">
                                      <p:cBhvr>
                                        <p:cTn id="61" dur="500"/>
                                        <p:tgtEl>
                                          <p:spTgt spid="1724"/>
                                        </p:tgtEl>
                                      </p:cBhvr>
                                    </p:animEffect>
                                  </p:childTnLst>
                                </p:cTn>
                              </p:par>
                              <p:par>
                                <p:cTn id="62" presetID="10" presetClass="entr" presetSubtype="0" fill="hold" nodeType="withEffect">
                                  <p:stCondLst>
                                    <p:cond delay="0"/>
                                  </p:stCondLst>
                                  <p:childTnLst>
                                    <p:set>
                                      <p:cBhvr>
                                        <p:cTn id="63" dur="1" fill="hold">
                                          <p:stCondLst>
                                            <p:cond delay="0"/>
                                          </p:stCondLst>
                                        </p:cTn>
                                        <p:tgtEl>
                                          <p:spTgt spid="1740"/>
                                        </p:tgtEl>
                                        <p:attrNameLst>
                                          <p:attrName>style.visibility</p:attrName>
                                        </p:attrNameLst>
                                      </p:cBhvr>
                                      <p:to>
                                        <p:strVal val="visible"/>
                                      </p:to>
                                    </p:set>
                                    <p:animEffect transition="in" filter="fade">
                                      <p:cBhvr>
                                        <p:cTn id="64" dur="500"/>
                                        <p:tgtEl>
                                          <p:spTgt spid="174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739"/>
                                        </p:tgtEl>
                                        <p:attrNameLst>
                                          <p:attrName>style.visibility</p:attrName>
                                        </p:attrNameLst>
                                      </p:cBhvr>
                                      <p:to>
                                        <p:strVal val="visible"/>
                                      </p:to>
                                    </p:set>
                                    <p:animEffect transition="in" filter="fade">
                                      <p:cBhvr>
                                        <p:cTn id="67" dur="500"/>
                                        <p:tgtEl>
                                          <p:spTgt spid="1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4" grpId="0"/>
      <p:bldP spid="1724" grpId="0"/>
      <p:bldP spid="1691" grpId="0"/>
      <p:bldP spid="1692" grpId="0"/>
      <p:bldP spid="1715" grpId="0" animBg="1"/>
      <p:bldP spid="1717" grpId="0"/>
      <p:bldP spid="1729" grpId="0"/>
      <p:bldP spid="1734" grpId="0"/>
      <p:bldP spid="17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9"/>
        <p:cNvGrpSpPr/>
        <p:nvPr/>
      </p:nvGrpSpPr>
      <p:grpSpPr>
        <a:xfrm>
          <a:off x="0" y="0"/>
          <a:ext cx="0" cy="0"/>
          <a:chOff x="0" y="0"/>
          <a:chExt cx="0" cy="0"/>
        </a:xfrm>
      </p:grpSpPr>
      <p:sp>
        <p:nvSpPr>
          <p:cNvPr id="1760" name="Google Shape;1760;p45"/>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Nodes connected by an edge</a:t>
            </a:r>
          </a:p>
        </p:txBody>
      </p:sp>
      <p:sp>
        <p:nvSpPr>
          <p:cNvPr id="1761" name="Google Shape;1761;p45"/>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Sequence of vertices connected by edges</a:t>
            </a:r>
          </a:p>
        </p:txBody>
      </p:sp>
      <p:sp>
        <p:nvSpPr>
          <p:cNvPr id="1762" name="Google Shape;1762;p45"/>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Cycle</a:t>
            </a:r>
          </a:p>
        </p:txBody>
      </p:sp>
      <p:sp>
        <p:nvSpPr>
          <p:cNvPr id="1763" name="Google Shape;1763;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Graph Terminology</a:t>
            </a:r>
            <a:endParaRPr dirty="0"/>
          </a:p>
        </p:txBody>
      </p:sp>
      <p:sp>
        <p:nvSpPr>
          <p:cNvPr id="1764" name="Google Shape;1764;p45"/>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Neighbors</a:t>
            </a:r>
            <a:endParaRPr dirty="0"/>
          </a:p>
        </p:txBody>
      </p:sp>
      <p:sp>
        <p:nvSpPr>
          <p:cNvPr id="1765" name="Google Shape;1765;p45"/>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Path</a:t>
            </a:r>
            <a:endParaRPr dirty="0"/>
          </a:p>
        </p:txBody>
      </p:sp>
      <p:sp>
        <p:nvSpPr>
          <p:cNvPr id="1766" name="Google Shape;1766;p45"/>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Number of neighbors a node has</a:t>
            </a:r>
          </a:p>
        </p:txBody>
      </p:sp>
      <p:sp>
        <p:nvSpPr>
          <p:cNvPr id="1767" name="Google Shape;1767;p45"/>
          <p:cNvSpPr txBox="1">
            <a:spLocks noGrp="1"/>
          </p:cNvSpPr>
          <p:nvPr>
            <p:ph type="subTitle" idx="4"/>
          </p:nvPr>
        </p:nvSpPr>
        <p:spPr>
          <a:xfrm>
            <a:off x="3469872" y="3859222"/>
            <a:ext cx="234974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Path that starts and ends at the same node</a:t>
            </a:r>
          </a:p>
        </p:txBody>
      </p:sp>
      <p:sp>
        <p:nvSpPr>
          <p:cNvPr id="1768" name="Google Shape;1768;p45"/>
          <p:cNvSpPr txBox="1">
            <a:spLocks noGrp="1"/>
          </p:cNvSpPr>
          <p:nvPr>
            <p:ph type="subTitle" idx="5"/>
          </p:nvPr>
        </p:nvSpPr>
        <p:spPr>
          <a:xfrm>
            <a:off x="6219751" y="2113784"/>
            <a:ext cx="2691774" cy="572700"/>
          </a:xfrm>
          <a:prstGeom prst="rect">
            <a:avLst/>
          </a:prstGeom>
        </p:spPr>
        <p:txBody>
          <a:bodyPr spcFirstLastPara="1" wrap="square" lIns="91425" tIns="91425" rIns="91425" bIns="91425" anchor="t" anchorCtr="0">
            <a:noAutofit/>
          </a:bodyPr>
          <a:lstStyle/>
          <a:p>
            <a:pPr marL="0" indent="0"/>
            <a:r>
              <a:rPr lang="en-US" dirty="0"/>
              <a:t>Nodes are connected if there is a path between them</a:t>
            </a:r>
          </a:p>
        </p:txBody>
      </p:sp>
      <p:sp>
        <p:nvSpPr>
          <p:cNvPr id="1769" name="Google Shape;1769;p45"/>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p>
            <a:pPr marL="0" indent="0"/>
            <a:r>
              <a:rPr lang="en-US" dirty="0"/>
              <a:t>Subsets of nodes that are connected</a:t>
            </a:r>
          </a:p>
        </p:txBody>
      </p:sp>
      <p:sp>
        <p:nvSpPr>
          <p:cNvPr id="1770" name="Google Shape;1770;p45"/>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p>
            <a:pPr marL="0" marR="0" indent="0" algn="l" rtl="0">
              <a:lnSpc>
                <a:spcPct val="115000"/>
              </a:lnSpc>
            </a:pPr>
            <a:r>
              <a:rPr lang="en-US" sz="1800" b="1" i="0" dirty="0">
                <a:solidFill>
                  <a:srgbClr val="1D1D1D"/>
                </a:solidFill>
                <a:effectLst/>
                <a:latin typeface="IBM Plex Mono" panose="020B0509050203000203" pitchFamily="49" charset="0"/>
                <a:ea typeface="IBM Plex Mono" panose="020B0509050203000203" pitchFamily="49" charset="0"/>
                <a:cs typeface="IBM Plex Mono" panose="020B0509050203000203" pitchFamily="49" charset="0"/>
              </a:rPr>
              <a:t>Degree</a:t>
            </a:r>
            <a:endParaRPr lang="en-US" dirty="0">
              <a:effectLst/>
            </a:endParaRPr>
          </a:p>
        </p:txBody>
      </p:sp>
      <p:sp>
        <p:nvSpPr>
          <p:cNvPr id="1771" name="Google Shape;1771;p45"/>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p>
            <a:pPr marL="0" indent="0"/>
            <a:r>
              <a:rPr lang="en-US" dirty="0"/>
              <a:t>Connectivity</a:t>
            </a:r>
          </a:p>
        </p:txBody>
      </p:sp>
      <p:sp>
        <p:nvSpPr>
          <p:cNvPr id="1772" name="Google Shape;1772;p45"/>
          <p:cNvSpPr txBox="1">
            <a:spLocks noGrp="1"/>
          </p:cNvSpPr>
          <p:nvPr>
            <p:ph type="subTitle" idx="15"/>
          </p:nvPr>
        </p:nvSpPr>
        <p:spPr>
          <a:xfrm>
            <a:off x="6099735" y="3397350"/>
            <a:ext cx="2995816" cy="450861"/>
          </a:xfrm>
          <a:prstGeom prst="rect">
            <a:avLst/>
          </a:prstGeom>
        </p:spPr>
        <p:txBody>
          <a:bodyPr spcFirstLastPara="1" wrap="square" lIns="91425" tIns="91425" rIns="91425" bIns="91425" anchor="b" anchorCtr="0">
            <a:noAutofit/>
          </a:bodyPr>
          <a:lstStyle/>
          <a:p>
            <a:pPr marL="0" indent="0">
              <a:lnSpc>
                <a:spcPct val="100000"/>
              </a:lnSpc>
            </a:pPr>
            <a:r>
              <a:rPr lang="en-US" sz="1800" dirty="0"/>
              <a:t>Connected Components</a:t>
            </a:r>
          </a:p>
        </p:txBody>
      </p:sp>
      <p:grpSp>
        <p:nvGrpSpPr>
          <p:cNvPr id="2" name="Google Shape;3226;p72">
            <a:extLst>
              <a:ext uri="{FF2B5EF4-FFF2-40B4-BE49-F238E27FC236}">
                <a16:creationId xmlns:a16="http://schemas.microsoft.com/office/drawing/2014/main" id="{F95B07CD-30E3-2830-17E2-E5FF2FA692D5}"/>
              </a:ext>
            </a:extLst>
          </p:cNvPr>
          <p:cNvGrpSpPr/>
          <p:nvPr/>
        </p:nvGrpSpPr>
        <p:grpSpPr>
          <a:xfrm>
            <a:off x="3537122" y="3020828"/>
            <a:ext cx="396729" cy="360728"/>
            <a:chOff x="4815575" y="1416800"/>
            <a:chExt cx="73750" cy="71400"/>
          </a:xfrm>
        </p:grpSpPr>
        <p:sp>
          <p:nvSpPr>
            <p:cNvPr id="3" name="Google Shape;3227;p72">
              <a:extLst>
                <a:ext uri="{FF2B5EF4-FFF2-40B4-BE49-F238E27FC236}">
                  <a16:creationId xmlns:a16="http://schemas.microsoft.com/office/drawing/2014/main" id="{B3786364-A87F-0923-9D55-AA40B01676F0}"/>
                </a:ext>
              </a:extLst>
            </p:cNvPr>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noFill/>
            <a:ln w="1905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228;p72">
              <a:extLst>
                <a:ext uri="{FF2B5EF4-FFF2-40B4-BE49-F238E27FC236}">
                  <a16:creationId xmlns:a16="http://schemas.microsoft.com/office/drawing/2014/main" id="{41F28A93-6BCD-2AF6-6C45-D8539D69E95B}"/>
                </a:ext>
              </a:extLst>
            </p:cNvPr>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noFill/>
            <a:ln w="1905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29;p72">
              <a:extLst>
                <a:ext uri="{FF2B5EF4-FFF2-40B4-BE49-F238E27FC236}">
                  <a16:creationId xmlns:a16="http://schemas.microsoft.com/office/drawing/2014/main" id="{E45ED335-C68C-78E5-CCE9-A4A80DEB8A01}"/>
                </a:ext>
              </a:extLst>
            </p:cNvPr>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noFill/>
            <a:ln w="1905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12330;p80">
            <a:extLst>
              <a:ext uri="{FF2B5EF4-FFF2-40B4-BE49-F238E27FC236}">
                <a16:creationId xmlns:a16="http://schemas.microsoft.com/office/drawing/2014/main" id="{7D49ADAA-88C2-8C54-BF77-572E2A180EED}"/>
              </a:ext>
            </a:extLst>
          </p:cNvPr>
          <p:cNvSpPr/>
          <p:nvPr/>
        </p:nvSpPr>
        <p:spPr>
          <a:xfrm>
            <a:off x="824314" y="1398069"/>
            <a:ext cx="347524" cy="289917"/>
          </a:xfrm>
          <a:custGeom>
            <a:avLst/>
            <a:gdLst/>
            <a:ahLst/>
            <a:cxnLst/>
            <a:rect l="l" t="t" r="r" b="b"/>
            <a:pathLst>
              <a:path w="10919" h="9109" extrusionOk="0">
                <a:moveTo>
                  <a:pt x="2917" y="310"/>
                </a:moveTo>
                <a:cubicBezTo>
                  <a:pt x="3119" y="310"/>
                  <a:pt x="3286" y="476"/>
                  <a:pt x="3286" y="679"/>
                </a:cubicBezTo>
                <a:lnTo>
                  <a:pt x="3286" y="1036"/>
                </a:lnTo>
                <a:cubicBezTo>
                  <a:pt x="3250" y="1322"/>
                  <a:pt x="3012" y="1560"/>
                  <a:pt x="2715" y="1560"/>
                </a:cubicBezTo>
                <a:cubicBezTo>
                  <a:pt x="2417" y="1560"/>
                  <a:pt x="2179" y="1322"/>
                  <a:pt x="2179" y="1024"/>
                </a:cubicBezTo>
                <a:lnTo>
                  <a:pt x="2179" y="679"/>
                </a:lnTo>
                <a:cubicBezTo>
                  <a:pt x="2179" y="476"/>
                  <a:pt x="2346" y="310"/>
                  <a:pt x="2560" y="310"/>
                </a:cubicBezTo>
                <a:close/>
                <a:moveTo>
                  <a:pt x="5715" y="310"/>
                </a:moveTo>
                <a:cubicBezTo>
                  <a:pt x="5917" y="310"/>
                  <a:pt x="6084" y="476"/>
                  <a:pt x="6084" y="679"/>
                </a:cubicBezTo>
                <a:lnTo>
                  <a:pt x="6084" y="1036"/>
                </a:lnTo>
                <a:cubicBezTo>
                  <a:pt x="6048" y="1322"/>
                  <a:pt x="5810" y="1560"/>
                  <a:pt x="5513" y="1560"/>
                </a:cubicBezTo>
                <a:cubicBezTo>
                  <a:pt x="5215" y="1560"/>
                  <a:pt x="4977" y="1322"/>
                  <a:pt x="4977" y="1024"/>
                </a:cubicBezTo>
                <a:lnTo>
                  <a:pt x="4977" y="679"/>
                </a:lnTo>
                <a:cubicBezTo>
                  <a:pt x="4977" y="476"/>
                  <a:pt x="5144" y="310"/>
                  <a:pt x="5358" y="310"/>
                </a:cubicBezTo>
                <a:close/>
                <a:moveTo>
                  <a:pt x="8513" y="310"/>
                </a:moveTo>
                <a:cubicBezTo>
                  <a:pt x="8715" y="310"/>
                  <a:pt x="8882" y="476"/>
                  <a:pt x="8882" y="679"/>
                </a:cubicBezTo>
                <a:lnTo>
                  <a:pt x="8882" y="1036"/>
                </a:lnTo>
                <a:cubicBezTo>
                  <a:pt x="8846" y="1322"/>
                  <a:pt x="8608" y="1560"/>
                  <a:pt x="8311" y="1560"/>
                </a:cubicBezTo>
                <a:cubicBezTo>
                  <a:pt x="8013" y="1560"/>
                  <a:pt x="7775" y="1322"/>
                  <a:pt x="7775" y="1024"/>
                </a:cubicBezTo>
                <a:lnTo>
                  <a:pt x="7775" y="679"/>
                </a:lnTo>
                <a:cubicBezTo>
                  <a:pt x="7775" y="476"/>
                  <a:pt x="7941" y="310"/>
                  <a:pt x="8156" y="310"/>
                </a:cubicBezTo>
                <a:close/>
                <a:moveTo>
                  <a:pt x="2893" y="1881"/>
                </a:moveTo>
                <a:lnTo>
                  <a:pt x="2893" y="1977"/>
                </a:lnTo>
                <a:cubicBezTo>
                  <a:pt x="2893" y="2036"/>
                  <a:pt x="2905" y="2096"/>
                  <a:pt x="2941" y="2143"/>
                </a:cubicBezTo>
                <a:lnTo>
                  <a:pt x="2715" y="2358"/>
                </a:lnTo>
                <a:lnTo>
                  <a:pt x="2691" y="2358"/>
                </a:lnTo>
                <a:lnTo>
                  <a:pt x="2465" y="2143"/>
                </a:lnTo>
                <a:cubicBezTo>
                  <a:pt x="2500" y="2096"/>
                  <a:pt x="2512" y="2036"/>
                  <a:pt x="2512" y="1977"/>
                </a:cubicBezTo>
                <a:lnTo>
                  <a:pt x="2512" y="1881"/>
                </a:lnTo>
                <a:close/>
                <a:moveTo>
                  <a:pt x="5715" y="1881"/>
                </a:moveTo>
                <a:lnTo>
                  <a:pt x="5715" y="1977"/>
                </a:lnTo>
                <a:cubicBezTo>
                  <a:pt x="5715" y="2036"/>
                  <a:pt x="5727" y="2096"/>
                  <a:pt x="5751" y="2143"/>
                </a:cubicBezTo>
                <a:lnTo>
                  <a:pt x="5536" y="2358"/>
                </a:lnTo>
                <a:lnTo>
                  <a:pt x="5501" y="2358"/>
                </a:lnTo>
                <a:lnTo>
                  <a:pt x="5274" y="2143"/>
                </a:lnTo>
                <a:cubicBezTo>
                  <a:pt x="5310" y="2096"/>
                  <a:pt x="5322" y="2036"/>
                  <a:pt x="5322" y="1977"/>
                </a:cubicBezTo>
                <a:lnTo>
                  <a:pt x="5322" y="1881"/>
                </a:lnTo>
                <a:close/>
                <a:moveTo>
                  <a:pt x="8501" y="1881"/>
                </a:moveTo>
                <a:lnTo>
                  <a:pt x="8501" y="1977"/>
                </a:lnTo>
                <a:cubicBezTo>
                  <a:pt x="8501" y="2036"/>
                  <a:pt x="8525" y="2096"/>
                  <a:pt x="8549" y="2143"/>
                </a:cubicBezTo>
                <a:lnTo>
                  <a:pt x="8334" y="2358"/>
                </a:lnTo>
                <a:lnTo>
                  <a:pt x="8299" y="2358"/>
                </a:lnTo>
                <a:lnTo>
                  <a:pt x="8072" y="2143"/>
                </a:lnTo>
                <a:cubicBezTo>
                  <a:pt x="8108" y="2096"/>
                  <a:pt x="8120" y="2036"/>
                  <a:pt x="8120" y="1977"/>
                </a:cubicBezTo>
                <a:lnTo>
                  <a:pt x="8120" y="1881"/>
                </a:lnTo>
                <a:close/>
                <a:moveTo>
                  <a:pt x="9906" y="3286"/>
                </a:moveTo>
                <a:cubicBezTo>
                  <a:pt x="10120" y="3286"/>
                  <a:pt x="10275" y="3453"/>
                  <a:pt x="10275" y="3655"/>
                </a:cubicBezTo>
                <a:lnTo>
                  <a:pt x="10275" y="4012"/>
                </a:lnTo>
                <a:cubicBezTo>
                  <a:pt x="10263" y="4298"/>
                  <a:pt x="10013" y="4536"/>
                  <a:pt x="9716" y="4536"/>
                </a:cubicBezTo>
                <a:cubicBezTo>
                  <a:pt x="9418" y="4536"/>
                  <a:pt x="9180" y="4298"/>
                  <a:pt x="9180" y="4001"/>
                </a:cubicBezTo>
                <a:lnTo>
                  <a:pt x="9180" y="3655"/>
                </a:lnTo>
                <a:cubicBezTo>
                  <a:pt x="9180" y="3453"/>
                  <a:pt x="9346" y="3286"/>
                  <a:pt x="9549" y="3286"/>
                </a:cubicBezTo>
                <a:close/>
                <a:moveTo>
                  <a:pt x="1512" y="3286"/>
                </a:moveTo>
                <a:cubicBezTo>
                  <a:pt x="1691" y="3286"/>
                  <a:pt x="1857" y="3453"/>
                  <a:pt x="1857" y="3655"/>
                </a:cubicBezTo>
                <a:lnTo>
                  <a:pt x="1857" y="4012"/>
                </a:lnTo>
                <a:cubicBezTo>
                  <a:pt x="1857" y="4310"/>
                  <a:pt x="1619" y="4548"/>
                  <a:pt x="1322" y="4548"/>
                </a:cubicBezTo>
                <a:cubicBezTo>
                  <a:pt x="1024" y="4548"/>
                  <a:pt x="786" y="4310"/>
                  <a:pt x="786" y="4012"/>
                </a:cubicBezTo>
                <a:lnTo>
                  <a:pt x="786" y="3655"/>
                </a:lnTo>
                <a:cubicBezTo>
                  <a:pt x="786" y="3453"/>
                  <a:pt x="953" y="3286"/>
                  <a:pt x="1155" y="3286"/>
                </a:cubicBezTo>
                <a:close/>
                <a:moveTo>
                  <a:pt x="4310" y="3286"/>
                </a:moveTo>
                <a:cubicBezTo>
                  <a:pt x="4489" y="3286"/>
                  <a:pt x="4655" y="3453"/>
                  <a:pt x="4655" y="3655"/>
                </a:cubicBezTo>
                <a:lnTo>
                  <a:pt x="4655" y="4012"/>
                </a:lnTo>
                <a:cubicBezTo>
                  <a:pt x="4655" y="4310"/>
                  <a:pt x="4417" y="4548"/>
                  <a:pt x="4120" y="4548"/>
                </a:cubicBezTo>
                <a:cubicBezTo>
                  <a:pt x="3822" y="4548"/>
                  <a:pt x="3584" y="4310"/>
                  <a:pt x="3584" y="4012"/>
                </a:cubicBezTo>
                <a:lnTo>
                  <a:pt x="3584" y="3655"/>
                </a:lnTo>
                <a:cubicBezTo>
                  <a:pt x="3584" y="3453"/>
                  <a:pt x="3750" y="3286"/>
                  <a:pt x="3953" y="3286"/>
                </a:cubicBezTo>
                <a:close/>
                <a:moveTo>
                  <a:pt x="7108" y="3286"/>
                </a:moveTo>
                <a:cubicBezTo>
                  <a:pt x="7287" y="3286"/>
                  <a:pt x="7453" y="3453"/>
                  <a:pt x="7453" y="3655"/>
                </a:cubicBezTo>
                <a:lnTo>
                  <a:pt x="7453" y="4012"/>
                </a:lnTo>
                <a:cubicBezTo>
                  <a:pt x="7453" y="4310"/>
                  <a:pt x="7215" y="4548"/>
                  <a:pt x="6918" y="4548"/>
                </a:cubicBezTo>
                <a:cubicBezTo>
                  <a:pt x="6620" y="4548"/>
                  <a:pt x="6382" y="4310"/>
                  <a:pt x="6382" y="4012"/>
                </a:cubicBezTo>
                <a:lnTo>
                  <a:pt x="6382" y="3655"/>
                </a:lnTo>
                <a:cubicBezTo>
                  <a:pt x="6382" y="3453"/>
                  <a:pt x="6548" y="3286"/>
                  <a:pt x="6751" y="3286"/>
                </a:cubicBezTo>
                <a:close/>
                <a:moveTo>
                  <a:pt x="1500" y="4858"/>
                </a:moveTo>
                <a:lnTo>
                  <a:pt x="1500" y="4953"/>
                </a:lnTo>
                <a:cubicBezTo>
                  <a:pt x="1500" y="5013"/>
                  <a:pt x="1512" y="5072"/>
                  <a:pt x="1548" y="5120"/>
                </a:cubicBezTo>
                <a:lnTo>
                  <a:pt x="1322" y="5334"/>
                </a:lnTo>
                <a:lnTo>
                  <a:pt x="1286" y="5334"/>
                </a:lnTo>
                <a:lnTo>
                  <a:pt x="1072" y="5120"/>
                </a:lnTo>
                <a:cubicBezTo>
                  <a:pt x="1095" y="5072"/>
                  <a:pt x="1107" y="5013"/>
                  <a:pt x="1107" y="4953"/>
                </a:cubicBezTo>
                <a:lnTo>
                  <a:pt x="1107" y="4858"/>
                </a:lnTo>
                <a:close/>
                <a:moveTo>
                  <a:pt x="4298" y="4858"/>
                </a:moveTo>
                <a:lnTo>
                  <a:pt x="4298" y="4953"/>
                </a:lnTo>
                <a:cubicBezTo>
                  <a:pt x="4298" y="5013"/>
                  <a:pt x="4310" y="5072"/>
                  <a:pt x="4334" y="5120"/>
                </a:cubicBezTo>
                <a:lnTo>
                  <a:pt x="4120" y="5334"/>
                </a:lnTo>
                <a:lnTo>
                  <a:pt x="4084" y="5334"/>
                </a:lnTo>
                <a:lnTo>
                  <a:pt x="3870" y="5120"/>
                </a:lnTo>
                <a:cubicBezTo>
                  <a:pt x="3893" y="5072"/>
                  <a:pt x="3905" y="5013"/>
                  <a:pt x="3905" y="4953"/>
                </a:cubicBezTo>
                <a:lnTo>
                  <a:pt x="3905" y="4858"/>
                </a:lnTo>
                <a:close/>
                <a:moveTo>
                  <a:pt x="7108" y="4858"/>
                </a:moveTo>
                <a:lnTo>
                  <a:pt x="7108" y="4953"/>
                </a:lnTo>
                <a:cubicBezTo>
                  <a:pt x="7108" y="5013"/>
                  <a:pt x="7120" y="5072"/>
                  <a:pt x="7156" y="5120"/>
                </a:cubicBezTo>
                <a:lnTo>
                  <a:pt x="6929" y="5334"/>
                </a:lnTo>
                <a:lnTo>
                  <a:pt x="6906" y="5334"/>
                </a:lnTo>
                <a:lnTo>
                  <a:pt x="6679" y="5120"/>
                </a:lnTo>
                <a:cubicBezTo>
                  <a:pt x="6703" y="5072"/>
                  <a:pt x="6715" y="5013"/>
                  <a:pt x="6715" y="4953"/>
                </a:cubicBezTo>
                <a:lnTo>
                  <a:pt x="6715" y="4858"/>
                </a:lnTo>
                <a:close/>
                <a:moveTo>
                  <a:pt x="9906" y="4858"/>
                </a:moveTo>
                <a:lnTo>
                  <a:pt x="9906" y="4953"/>
                </a:lnTo>
                <a:cubicBezTo>
                  <a:pt x="9906" y="5013"/>
                  <a:pt x="9918" y="5072"/>
                  <a:pt x="9954" y="5120"/>
                </a:cubicBezTo>
                <a:lnTo>
                  <a:pt x="9727" y="5334"/>
                </a:lnTo>
                <a:lnTo>
                  <a:pt x="9704" y="5334"/>
                </a:lnTo>
                <a:lnTo>
                  <a:pt x="9477" y="5120"/>
                </a:lnTo>
                <a:cubicBezTo>
                  <a:pt x="9501" y="5072"/>
                  <a:pt x="9525" y="5013"/>
                  <a:pt x="9525" y="4953"/>
                </a:cubicBezTo>
                <a:lnTo>
                  <a:pt x="9525" y="4858"/>
                </a:lnTo>
                <a:close/>
                <a:moveTo>
                  <a:pt x="2453" y="0"/>
                </a:moveTo>
                <a:cubicBezTo>
                  <a:pt x="2084" y="0"/>
                  <a:pt x="1762" y="310"/>
                  <a:pt x="1762" y="679"/>
                </a:cubicBezTo>
                <a:lnTo>
                  <a:pt x="1762" y="1036"/>
                </a:lnTo>
                <a:cubicBezTo>
                  <a:pt x="1762" y="1322"/>
                  <a:pt x="1905" y="1572"/>
                  <a:pt x="2119" y="1726"/>
                </a:cubicBezTo>
                <a:lnTo>
                  <a:pt x="2119" y="1977"/>
                </a:lnTo>
                <a:cubicBezTo>
                  <a:pt x="2119" y="1977"/>
                  <a:pt x="2119" y="1988"/>
                  <a:pt x="2107" y="1988"/>
                </a:cubicBezTo>
                <a:lnTo>
                  <a:pt x="1691" y="2203"/>
                </a:lnTo>
                <a:cubicBezTo>
                  <a:pt x="1512" y="2286"/>
                  <a:pt x="1405" y="2465"/>
                  <a:pt x="1405" y="2655"/>
                </a:cubicBezTo>
                <a:lnTo>
                  <a:pt x="1405" y="2989"/>
                </a:lnTo>
                <a:lnTo>
                  <a:pt x="1036" y="2989"/>
                </a:lnTo>
                <a:cubicBezTo>
                  <a:pt x="667" y="2989"/>
                  <a:pt x="357" y="3298"/>
                  <a:pt x="357" y="3667"/>
                </a:cubicBezTo>
                <a:lnTo>
                  <a:pt x="357" y="4024"/>
                </a:lnTo>
                <a:cubicBezTo>
                  <a:pt x="357" y="4310"/>
                  <a:pt x="488" y="4560"/>
                  <a:pt x="714" y="4715"/>
                </a:cubicBezTo>
                <a:lnTo>
                  <a:pt x="714" y="4965"/>
                </a:lnTo>
                <a:cubicBezTo>
                  <a:pt x="714" y="4965"/>
                  <a:pt x="714" y="4977"/>
                  <a:pt x="691" y="4977"/>
                </a:cubicBezTo>
                <a:lnTo>
                  <a:pt x="274" y="5191"/>
                </a:lnTo>
                <a:cubicBezTo>
                  <a:pt x="95" y="5275"/>
                  <a:pt x="0" y="5453"/>
                  <a:pt x="0" y="5656"/>
                </a:cubicBezTo>
                <a:lnTo>
                  <a:pt x="0" y="7382"/>
                </a:lnTo>
                <a:cubicBezTo>
                  <a:pt x="0" y="7513"/>
                  <a:pt x="36" y="7644"/>
                  <a:pt x="119" y="7751"/>
                </a:cubicBezTo>
                <a:lnTo>
                  <a:pt x="298" y="8013"/>
                </a:lnTo>
                <a:cubicBezTo>
                  <a:pt x="333" y="8073"/>
                  <a:pt x="357" y="8156"/>
                  <a:pt x="357" y="8227"/>
                </a:cubicBezTo>
                <a:lnTo>
                  <a:pt x="357" y="8942"/>
                </a:lnTo>
                <a:cubicBezTo>
                  <a:pt x="357" y="9025"/>
                  <a:pt x="429" y="9108"/>
                  <a:pt x="512" y="9108"/>
                </a:cubicBezTo>
                <a:cubicBezTo>
                  <a:pt x="607" y="9108"/>
                  <a:pt x="679" y="9025"/>
                  <a:pt x="679" y="8942"/>
                </a:cubicBezTo>
                <a:lnTo>
                  <a:pt x="679" y="8227"/>
                </a:lnTo>
                <a:cubicBezTo>
                  <a:pt x="679" y="8096"/>
                  <a:pt x="631" y="7953"/>
                  <a:pt x="560" y="7858"/>
                </a:cubicBezTo>
                <a:lnTo>
                  <a:pt x="381" y="7584"/>
                </a:lnTo>
                <a:cubicBezTo>
                  <a:pt x="333" y="7525"/>
                  <a:pt x="321" y="7453"/>
                  <a:pt x="321" y="7382"/>
                </a:cubicBezTo>
                <a:lnTo>
                  <a:pt x="321" y="5656"/>
                </a:lnTo>
                <a:cubicBezTo>
                  <a:pt x="321" y="5572"/>
                  <a:pt x="369" y="5513"/>
                  <a:pt x="429" y="5477"/>
                </a:cubicBezTo>
                <a:lnTo>
                  <a:pt x="714" y="5322"/>
                </a:lnTo>
                <a:lnTo>
                  <a:pt x="976" y="5596"/>
                </a:lnTo>
                <a:cubicBezTo>
                  <a:pt x="1036" y="5656"/>
                  <a:pt x="1131" y="5691"/>
                  <a:pt x="1214" y="5691"/>
                </a:cubicBezTo>
                <a:cubicBezTo>
                  <a:pt x="1310" y="5691"/>
                  <a:pt x="1381" y="5667"/>
                  <a:pt x="1453" y="5596"/>
                </a:cubicBezTo>
                <a:lnTo>
                  <a:pt x="1726" y="5322"/>
                </a:lnTo>
                <a:lnTo>
                  <a:pt x="2000" y="5477"/>
                </a:lnTo>
                <a:cubicBezTo>
                  <a:pt x="2060" y="5501"/>
                  <a:pt x="2107" y="5572"/>
                  <a:pt x="2107" y="5656"/>
                </a:cubicBezTo>
                <a:lnTo>
                  <a:pt x="2107" y="7382"/>
                </a:lnTo>
                <a:cubicBezTo>
                  <a:pt x="2107" y="7453"/>
                  <a:pt x="2096" y="7525"/>
                  <a:pt x="2048" y="7584"/>
                </a:cubicBezTo>
                <a:lnTo>
                  <a:pt x="1869" y="7858"/>
                </a:lnTo>
                <a:cubicBezTo>
                  <a:pt x="1798" y="7977"/>
                  <a:pt x="1750" y="8096"/>
                  <a:pt x="1750" y="8227"/>
                </a:cubicBezTo>
                <a:lnTo>
                  <a:pt x="1750" y="8942"/>
                </a:lnTo>
                <a:cubicBezTo>
                  <a:pt x="1750" y="9025"/>
                  <a:pt x="1822" y="9108"/>
                  <a:pt x="1917" y="9108"/>
                </a:cubicBezTo>
                <a:cubicBezTo>
                  <a:pt x="2000" y="9108"/>
                  <a:pt x="2084" y="9025"/>
                  <a:pt x="2084" y="8942"/>
                </a:cubicBezTo>
                <a:lnTo>
                  <a:pt x="2084" y="8227"/>
                </a:lnTo>
                <a:cubicBezTo>
                  <a:pt x="2084" y="8156"/>
                  <a:pt x="2096" y="8073"/>
                  <a:pt x="2143" y="8013"/>
                </a:cubicBezTo>
                <a:lnTo>
                  <a:pt x="2322" y="7751"/>
                </a:lnTo>
                <a:cubicBezTo>
                  <a:pt x="2393" y="7632"/>
                  <a:pt x="2441" y="7513"/>
                  <a:pt x="2441" y="7382"/>
                </a:cubicBezTo>
                <a:lnTo>
                  <a:pt x="2441" y="5656"/>
                </a:lnTo>
                <a:cubicBezTo>
                  <a:pt x="2441" y="5453"/>
                  <a:pt x="2334" y="5275"/>
                  <a:pt x="2155" y="5191"/>
                </a:cubicBezTo>
                <a:lnTo>
                  <a:pt x="1738" y="4977"/>
                </a:lnTo>
                <a:lnTo>
                  <a:pt x="1726" y="4965"/>
                </a:lnTo>
                <a:lnTo>
                  <a:pt x="1726" y="4703"/>
                </a:lnTo>
                <a:cubicBezTo>
                  <a:pt x="1929" y="4536"/>
                  <a:pt x="2084" y="4298"/>
                  <a:pt x="2084" y="4012"/>
                </a:cubicBezTo>
                <a:lnTo>
                  <a:pt x="2084" y="3655"/>
                </a:lnTo>
                <a:cubicBezTo>
                  <a:pt x="2084" y="3405"/>
                  <a:pt x="1929" y="3179"/>
                  <a:pt x="1726" y="3060"/>
                </a:cubicBezTo>
                <a:lnTo>
                  <a:pt x="1726" y="2643"/>
                </a:lnTo>
                <a:cubicBezTo>
                  <a:pt x="1726" y="2572"/>
                  <a:pt x="1762" y="2512"/>
                  <a:pt x="1822" y="2465"/>
                </a:cubicBezTo>
                <a:lnTo>
                  <a:pt x="2107" y="2322"/>
                </a:lnTo>
                <a:lnTo>
                  <a:pt x="2381" y="2584"/>
                </a:lnTo>
                <a:cubicBezTo>
                  <a:pt x="2441" y="2643"/>
                  <a:pt x="2524" y="2691"/>
                  <a:pt x="2619" y="2691"/>
                </a:cubicBezTo>
                <a:cubicBezTo>
                  <a:pt x="2703" y="2691"/>
                  <a:pt x="2774" y="2655"/>
                  <a:pt x="2858" y="2584"/>
                </a:cubicBezTo>
                <a:lnTo>
                  <a:pt x="3119" y="2322"/>
                </a:lnTo>
                <a:lnTo>
                  <a:pt x="3405" y="2465"/>
                </a:lnTo>
                <a:cubicBezTo>
                  <a:pt x="3465" y="2500"/>
                  <a:pt x="3512" y="2572"/>
                  <a:pt x="3512" y="2643"/>
                </a:cubicBezTo>
                <a:lnTo>
                  <a:pt x="3512" y="3060"/>
                </a:lnTo>
                <a:cubicBezTo>
                  <a:pt x="3298" y="3179"/>
                  <a:pt x="3155" y="3405"/>
                  <a:pt x="3155" y="3655"/>
                </a:cubicBezTo>
                <a:lnTo>
                  <a:pt x="3155" y="4012"/>
                </a:lnTo>
                <a:cubicBezTo>
                  <a:pt x="3155" y="4298"/>
                  <a:pt x="3286" y="4548"/>
                  <a:pt x="3512" y="4703"/>
                </a:cubicBezTo>
                <a:lnTo>
                  <a:pt x="3512" y="4953"/>
                </a:lnTo>
                <a:cubicBezTo>
                  <a:pt x="3512" y="4953"/>
                  <a:pt x="3512" y="4965"/>
                  <a:pt x="3489" y="4965"/>
                </a:cubicBezTo>
                <a:lnTo>
                  <a:pt x="3072" y="5179"/>
                </a:lnTo>
                <a:cubicBezTo>
                  <a:pt x="2893" y="5263"/>
                  <a:pt x="2798" y="5441"/>
                  <a:pt x="2798" y="5632"/>
                </a:cubicBezTo>
                <a:lnTo>
                  <a:pt x="2798" y="7358"/>
                </a:lnTo>
                <a:cubicBezTo>
                  <a:pt x="2798" y="7501"/>
                  <a:pt x="2834" y="7632"/>
                  <a:pt x="2917" y="7739"/>
                </a:cubicBezTo>
                <a:lnTo>
                  <a:pt x="3096" y="8001"/>
                </a:lnTo>
                <a:cubicBezTo>
                  <a:pt x="3131" y="8061"/>
                  <a:pt x="3155" y="8132"/>
                  <a:pt x="3155" y="8215"/>
                </a:cubicBezTo>
                <a:lnTo>
                  <a:pt x="3155" y="8930"/>
                </a:lnTo>
                <a:cubicBezTo>
                  <a:pt x="3155" y="9013"/>
                  <a:pt x="3227" y="9085"/>
                  <a:pt x="3310" y="9085"/>
                </a:cubicBezTo>
                <a:cubicBezTo>
                  <a:pt x="3405" y="9085"/>
                  <a:pt x="3477" y="9013"/>
                  <a:pt x="3477" y="8930"/>
                </a:cubicBezTo>
                <a:lnTo>
                  <a:pt x="3477" y="8215"/>
                </a:lnTo>
                <a:cubicBezTo>
                  <a:pt x="3477" y="8073"/>
                  <a:pt x="3429" y="7942"/>
                  <a:pt x="3358" y="7834"/>
                </a:cubicBezTo>
                <a:lnTo>
                  <a:pt x="3179" y="7572"/>
                </a:lnTo>
                <a:cubicBezTo>
                  <a:pt x="3131" y="7513"/>
                  <a:pt x="3119" y="7441"/>
                  <a:pt x="3119" y="7358"/>
                </a:cubicBezTo>
                <a:lnTo>
                  <a:pt x="3119" y="5632"/>
                </a:lnTo>
                <a:cubicBezTo>
                  <a:pt x="3119" y="5560"/>
                  <a:pt x="3167" y="5501"/>
                  <a:pt x="3227" y="5453"/>
                </a:cubicBezTo>
                <a:lnTo>
                  <a:pt x="3512" y="5310"/>
                </a:lnTo>
                <a:lnTo>
                  <a:pt x="3774" y="5572"/>
                </a:lnTo>
                <a:cubicBezTo>
                  <a:pt x="3834" y="5632"/>
                  <a:pt x="3929" y="5679"/>
                  <a:pt x="4012" y="5679"/>
                </a:cubicBezTo>
                <a:cubicBezTo>
                  <a:pt x="4108" y="5679"/>
                  <a:pt x="4179" y="5656"/>
                  <a:pt x="4251" y="5572"/>
                </a:cubicBezTo>
                <a:lnTo>
                  <a:pt x="4524" y="5310"/>
                </a:lnTo>
                <a:lnTo>
                  <a:pt x="4798" y="5453"/>
                </a:lnTo>
                <a:cubicBezTo>
                  <a:pt x="4858" y="5489"/>
                  <a:pt x="4905" y="5560"/>
                  <a:pt x="4905" y="5632"/>
                </a:cubicBezTo>
                <a:lnTo>
                  <a:pt x="4905" y="7358"/>
                </a:lnTo>
                <a:cubicBezTo>
                  <a:pt x="4905" y="7441"/>
                  <a:pt x="4893" y="7513"/>
                  <a:pt x="4846" y="7572"/>
                </a:cubicBezTo>
                <a:lnTo>
                  <a:pt x="4667" y="7834"/>
                </a:lnTo>
                <a:cubicBezTo>
                  <a:pt x="4596" y="7953"/>
                  <a:pt x="4548" y="8073"/>
                  <a:pt x="4548" y="8215"/>
                </a:cubicBezTo>
                <a:lnTo>
                  <a:pt x="4548" y="8930"/>
                </a:lnTo>
                <a:cubicBezTo>
                  <a:pt x="4548" y="9013"/>
                  <a:pt x="4620" y="9085"/>
                  <a:pt x="4715" y="9085"/>
                </a:cubicBezTo>
                <a:cubicBezTo>
                  <a:pt x="4798" y="9085"/>
                  <a:pt x="4882" y="9013"/>
                  <a:pt x="4882" y="8930"/>
                </a:cubicBezTo>
                <a:lnTo>
                  <a:pt x="4882" y="8215"/>
                </a:lnTo>
                <a:cubicBezTo>
                  <a:pt x="4882" y="8132"/>
                  <a:pt x="4893" y="8061"/>
                  <a:pt x="4941" y="8001"/>
                </a:cubicBezTo>
                <a:lnTo>
                  <a:pt x="5120" y="7739"/>
                </a:lnTo>
                <a:cubicBezTo>
                  <a:pt x="5191" y="7620"/>
                  <a:pt x="5239" y="7501"/>
                  <a:pt x="5239" y="7358"/>
                </a:cubicBezTo>
                <a:lnTo>
                  <a:pt x="5239" y="5632"/>
                </a:lnTo>
                <a:cubicBezTo>
                  <a:pt x="5239" y="5441"/>
                  <a:pt x="5132" y="5263"/>
                  <a:pt x="4953" y="5179"/>
                </a:cubicBezTo>
                <a:lnTo>
                  <a:pt x="4536" y="4965"/>
                </a:lnTo>
                <a:lnTo>
                  <a:pt x="4524" y="4953"/>
                </a:lnTo>
                <a:lnTo>
                  <a:pt x="4524" y="4703"/>
                </a:lnTo>
                <a:cubicBezTo>
                  <a:pt x="4727" y="4536"/>
                  <a:pt x="4882" y="4298"/>
                  <a:pt x="4882" y="4012"/>
                </a:cubicBezTo>
                <a:lnTo>
                  <a:pt x="4882" y="3655"/>
                </a:lnTo>
                <a:cubicBezTo>
                  <a:pt x="4882" y="3405"/>
                  <a:pt x="4727" y="3179"/>
                  <a:pt x="4524" y="3060"/>
                </a:cubicBezTo>
                <a:lnTo>
                  <a:pt x="4524" y="2643"/>
                </a:lnTo>
                <a:cubicBezTo>
                  <a:pt x="4524" y="2572"/>
                  <a:pt x="4560" y="2512"/>
                  <a:pt x="4620" y="2465"/>
                </a:cubicBezTo>
                <a:lnTo>
                  <a:pt x="4905" y="2322"/>
                </a:lnTo>
                <a:lnTo>
                  <a:pt x="5179" y="2584"/>
                </a:lnTo>
                <a:cubicBezTo>
                  <a:pt x="5239" y="2643"/>
                  <a:pt x="5322" y="2691"/>
                  <a:pt x="5417" y="2691"/>
                </a:cubicBezTo>
                <a:cubicBezTo>
                  <a:pt x="5501" y="2691"/>
                  <a:pt x="5572" y="2655"/>
                  <a:pt x="5655" y="2584"/>
                </a:cubicBezTo>
                <a:lnTo>
                  <a:pt x="5917" y="2322"/>
                </a:lnTo>
                <a:lnTo>
                  <a:pt x="6203" y="2465"/>
                </a:lnTo>
                <a:cubicBezTo>
                  <a:pt x="6263" y="2500"/>
                  <a:pt x="6310" y="2572"/>
                  <a:pt x="6310" y="2643"/>
                </a:cubicBezTo>
                <a:lnTo>
                  <a:pt x="6310" y="3060"/>
                </a:lnTo>
                <a:cubicBezTo>
                  <a:pt x="6096" y="3179"/>
                  <a:pt x="5953" y="3405"/>
                  <a:pt x="5953" y="3655"/>
                </a:cubicBezTo>
                <a:lnTo>
                  <a:pt x="5953" y="4012"/>
                </a:lnTo>
                <a:cubicBezTo>
                  <a:pt x="5953" y="4298"/>
                  <a:pt x="6084" y="4548"/>
                  <a:pt x="6310" y="4703"/>
                </a:cubicBezTo>
                <a:lnTo>
                  <a:pt x="6310" y="4953"/>
                </a:lnTo>
                <a:cubicBezTo>
                  <a:pt x="6310" y="4953"/>
                  <a:pt x="6310" y="4965"/>
                  <a:pt x="6287" y="4965"/>
                </a:cubicBezTo>
                <a:lnTo>
                  <a:pt x="5870" y="5179"/>
                </a:lnTo>
                <a:cubicBezTo>
                  <a:pt x="5691" y="5263"/>
                  <a:pt x="5596" y="5441"/>
                  <a:pt x="5596" y="5632"/>
                </a:cubicBezTo>
                <a:lnTo>
                  <a:pt x="5596" y="7358"/>
                </a:lnTo>
                <a:cubicBezTo>
                  <a:pt x="5596" y="7501"/>
                  <a:pt x="5632" y="7632"/>
                  <a:pt x="5715" y="7739"/>
                </a:cubicBezTo>
                <a:lnTo>
                  <a:pt x="5894" y="8001"/>
                </a:lnTo>
                <a:cubicBezTo>
                  <a:pt x="5929" y="8061"/>
                  <a:pt x="5953" y="8132"/>
                  <a:pt x="5953" y="8215"/>
                </a:cubicBezTo>
                <a:lnTo>
                  <a:pt x="5953" y="8930"/>
                </a:lnTo>
                <a:cubicBezTo>
                  <a:pt x="5953" y="9013"/>
                  <a:pt x="6025" y="9085"/>
                  <a:pt x="6108" y="9085"/>
                </a:cubicBezTo>
                <a:cubicBezTo>
                  <a:pt x="6203" y="9085"/>
                  <a:pt x="6275" y="9013"/>
                  <a:pt x="6275" y="8930"/>
                </a:cubicBezTo>
                <a:lnTo>
                  <a:pt x="6275" y="8215"/>
                </a:lnTo>
                <a:cubicBezTo>
                  <a:pt x="6275" y="8073"/>
                  <a:pt x="6227" y="7942"/>
                  <a:pt x="6156" y="7834"/>
                </a:cubicBezTo>
                <a:lnTo>
                  <a:pt x="5977" y="7572"/>
                </a:lnTo>
                <a:cubicBezTo>
                  <a:pt x="5929" y="7513"/>
                  <a:pt x="5917" y="7441"/>
                  <a:pt x="5917" y="7358"/>
                </a:cubicBezTo>
                <a:lnTo>
                  <a:pt x="5917" y="5632"/>
                </a:lnTo>
                <a:cubicBezTo>
                  <a:pt x="5917" y="5560"/>
                  <a:pt x="5965" y="5501"/>
                  <a:pt x="6025" y="5453"/>
                </a:cubicBezTo>
                <a:lnTo>
                  <a:pt x="6310" y="5310"/>
                </a:lnTo>
                <a:lnTo>
                  <a:pt x="6572" y="5572"/>
                </a:lnTo>
                <a:cubicBezTo>
                  <a:pt x="6632" y="5632"/>
                  <a:pt x="6727" y="5679"/>
                  <a:pt x="6810" y="5679"/>
                </a:cubicBezTo>
                <a:cubicBezTo>
                  <a:pt x="6906" y="5679"/>
                  <a:pt x="6977" y="5656"/>
                  <a:pt x="7049" y="5572"/>
                </a:cubicBezTo>
                <a:lnTo>
                  <a:pt x="7322" y="5310"/>
                </a:lnTo>
                <a:lnTo>
                  <a:pt x="7596" y="5453"/>
                </a:lnTo>
                <a:cubicBezTo>
                  <a:pt x="7656" y="5489"/>
                  <a:pt x="7703" y="5560"/>
                  <a:pt x="7703" y="5632"/>
                </a:cubicBezTo>
                <a:lnTo>
                  <a:pt x="7703" y="7358"/>
                </a:lnTo>
                <a:cubicBezTo>
                  <a:pt x="7703" y="7441"/>
                  <a:pt x="7691" y="7513"/>
                  <a:pt x="7644" y="7572"/>
                </a:cubicBezTo>
                <a:lnTo>
                  <a:pt x="7465" y="7834"/>
                </a:lnTo>
                <a:cubicBezTo>
                  <a:pt x="7394" y="7953"/>
                  <a:pt x="7346" y="8073"/>
                  <a:pt x="7346" y="8215"/>
                </a:cubicBezTo>
                <a:lnTo>
                  <a:pt x="7346" y="8930"/>
                </a:lnTo>
                <a:cubicBezTo>
                  <a:pt x="7346" y="9013"/>
                  <a:pt x="7418" y="9085"/>
                  <a:pt x="7513" y="9085"/>
                </a:cubicBezTo>
                <a:cubicBezTo>
                  <a:pt x="7596" y="9085"/>
                  <a:pt x="7680" y="9013"/>
                  <a:pt x="7680" y="8930"/>
                </a:cubicBezTo>
                <a:lnTo>
                  <a:pt x="7680" y="8215"/>
                </a:lnTo>
                <a:cubicBezTo>
                  <a:pt x="7680" y="8132"/>
                  <a:pt x="7691" y="8061"/>
                  <a:pt x="7739" y="8001"/>
                </a:cubicBezTo>
                <a:lnTo>
                  <a:pt x="7918" y="7739"/>
                </a:lnTo>
                <a:cubicBezTo>
                  <a:pt x="7989" y="7620"/>
                  <a:pt x="8037" y="7501"/>
                  <a:pt x="8037" y="7358"/>
                </a:cubicBezTo>
                <a:lnTo>
                  <a:pt x="8037" y="5632"/>
                </a:lnTo>
                <a:cubicBezTo>
                  <a:pt x="8037" y="5441"/>
                  <a:pt x="7930" y="5263"/>
                  <a:pt x="7751" y="5179"/>
                </a:cubicBezTo>
                <a:lnTo>
                  <a:pt x="7334" y="4965"/>
                </a:lnTo>
                <a:lnTo>
                  <a:pt x="7322" y="4953"/>
                </a:lnTo>
                <a:lnTo>
                  <a:pt x="7322" y="4703"/>
                </a:lnTo>
                <a:cubicBezTo>
                  <a:pt x="7525" y="4536"/>
                  <a:pt x="7680" y="4298"/>
                  <a:pt x="7680" y="4012"/>
                </a:cubicBezTo>
                <a:lnTo>
                  <a:pt x="7680" y="3655"/>
                </a:lnTo>
                <a:cubicBezTo>
                  <a:pt x="7680" y="3405"/>
                  <a:pt x="7525" y="3179"/>
                  <a:pt x="7322" y="3060"/>
                </a:cubicBezTo>
                <a:lnTo>
                  <a:pt x="7322" y="2643"/>
                </a:lnTo>
                <a:cubicBezTo>
                  <a:pt x="7322" y="2572"/>
                  <a:pt x="7358" y="2512"/>
                  <a:pt x="7418" y="2465"/>
                </a:cubicBezTo>
                <a:lnTo>
                  <a:pt x="7703" y="2322"/>
                </a:lnTo>
                <a:lnTo>
                  <a:pt x="7977" y="2584"/>
                </a:lnTo>
                <a:cubicBezTo>
                  <a:pt x="8037" y="2643"/>
                  <a:pt x="8120" y="2691"/>
                  <a:pt x="8215" y="2691"/>
                </a:cubicBezTo>
                <a:cubicBezTo>
                  <a:pt x="8299" y="2691"/>
                  <a:pt x="8370" y="2655"/>
                  <a:pt x="8453" y="2584"/>
                </a:cubicBezTo>
                <a:lnTo>
                  <a:pt x="8715" y="2322"/>
                </a:lnTo>
                <a:lnTo>
                  <a:pt x="9001" y="2465"/>
                </a:lnTo>
                <a:cubicBezTo>
                  <a:pt x="9061" y="2500"/>
                  <a:pt x="9108" y="2572"/>
                  <a:pt x="9108" y="2643"/>
                </a:cubicBezTo>
                <a:lnTo>
                  <a:pt x="9108" y="3060"/>
                </a:lnTo>
                <a:cubicBezTo>
                  <a:pt x="8894" y="3179"/>
                  <a:pt x="8751" y="3405"/>
                  <a:pt x="8751" y="3655"/>
                </a:cubicBezTo>
                <a:lnTo>
                  <a:pt x="8751" y="4012"/>
                </a:lnTo>
                <a:cubicBezTo>
                  <a:pt x="8751" y="4298"/>
                  <a:pt x="8882" y="4548"/>
                  <a:pt x="9108" y="4703"/>
                </a:cubicBezTo>
                <a:lnTo>
                  <a:pt x="9108" y="4953"/>
                </a:lnTo>
                <a:cubicBezTo>
                  <a:pt x="9108" y="4953"/>
                  <a:pt x="9108" y="4965"/>
                  <a:pt x="9084" y="4965"/>
                </a:cubicBezTo>
                <a:lnTo>
                  <a:pt x="8668" y="5179"/>
                </a:lnTo>
                <a:cubicBezTo>
                  <a:pt x="8489" y="5263"/>
                  <a:pt x="8394" y="5441"/>
                  <a:pt x="8394" y="5632"/>
                </a:cubicBezTo>
                <a:lnTo>
                  <a:pt x="8394" y="7358"/>
                </a:lnTo>
                <a:cubicBezTo>
                  <a:pt x="8394" y="7501"/>
                  <a:pt x="8430" y="7632"/>
                  <a:pt x="8513" y="7739"/>
                </a:cubicBezTo>
                <a:lnTo>
                  <a:pt x="8692" y="8001"/>
                </a:lnTo>
                <a:cubicBezTo>
                  <a:pt x="8727" y="8061"/>
                  <a:pt x="8751" y="8132"/>
                  <a:pt x="8751" y="8215"/>
                </a:cubicBezTo>
                <a:lnTo>
                  <a:pt x="8751" y="8930"/>
                </a:lnTo>
                <a:cubicBezTo>
                  <a:pt x="8751" y="9013"/>
                  <a:pt x="8823" y="9085"/>
                  <a:pt x="8906" y="9085"/>
                </a:cubicBezTo>
                <a:cubicBezTo>
                  <a:pt x="9001" y="9085"/>
                  <a:pt x="9073" y="9013"/>
                  <a:pt x="9073" y="8930"/>
                </a:cubicBezTo>
                <a:lnTo>
                  <a:pt x="9073" y="8215"/>
                </a:lnTo>
                <a:cubicBezTo>
                  <a:pt x="9073" y="8073"/>
                  <a:pt x="9025" y="7942"/>
                  <a:pt x="8954" y="7834"/>
                </a:cubicBezTo>
                <a:lnTo>
                  <a:pt x="8775" y="7572"/>
                </a:lnTo>
                <a:cubicBezTo>
                  <a:pt x="8727" y="7513"/>
                  <a:pt x="8715" y="7441"/>
                  <a:pt x="8715" y="7358"/>
                </a:cubicBezTo>
                <a:lnTo>
                  <a:pt x="8715" y="5632"/>
                </a:lnTo>
                <a:cubicBezTo>
                  <a:pt x="8715" y="5560"/>
                  <a:pt x="8763" y="5501"/>
                  <a:pt x="8823" y="5453"/>
                </a:cubicBezTo>
                <a:lnTo>
                  <a:pt x="9108" y="5310"/>
                </a:lnTo>
                <a:lnTo>
                  <a:pt x="9370" y="5572"/>
                </a:lnTo>
                <a:cubicBezTo>
                  <a:pt x="9430" y="5632"/>
                  <a:pt x="9525" y="5679"/>
                  <a:pt x="9608" y="5679"/>
                </a:cubicBezTo>
                <a:cubicBezTo>
                  <a:pt x="9704" y="5679"/>
                  <a:pt x="9775" y="5656"/>
                  <a:pt x="9846" y="5572"/>
                </a:cubicBezTo>
                <a:lnTo>
                  <a:pt x="10120" y="5310"/>
                </a:lnTo>
                <a:lnTo>
                  <a:pt x="10394" y="5453"/>
                </a:lnTo>
                <a:cubicBezTo>
                  <a:pt x="10454" y="5489"/>
                  <a:pt x="10501" y="5560"/>
                  <a:pt x="10501" y="5632"/>
                </a:cubicBezTo>
                <a:lnTo>
                  <a:pt x="10501" y="7358"/>
                </a:lnTo>
                <a:cubicBezTo>
                  <a:pt x="10501" y="7441"/>
                  <a:pt x="10489" y="7513"/>
                  <a:pt x="10442" y="7572"/>
                </a:cubicBezTo>
                <a:lnTo>
                  <a:pt x="10263" y="7834"/>
                </a:lnTo>
                <a:cubicBezTo>
                  <a:pt x="10192" y="7953"/>
                  <a:pt x="10144" y="8073"/>
                  <a:pt x="10144" y="8215"/>
                </a:cubicBezTo>
                <a:lnTo>
                  <a:pt x="10144" y="8930"/>
                </a:lnTo>
                <a:cubicBezTo>
                  <a:pt x="10144" y="9013"/>
                  <a:pt x="10216" y="9085"/>
                  <a:pt x="10311" y="9085"/>
                </a:cubicBezTo>
                <a:cubicBezTo>
                  <a:pt x="10394" y="9085"/>
                  <a:pt x="10478" y="9013"/>
                  <a:pt x="10478" y="8930"/>
                </a:cubicBezTo>
                <a:lnTo>
                  <a:pt x="10478" y="8215"/>
                </a:lnTo>
                <a:cubicBezTo>
                  <a:pt x="10478" y="8132"/>
                  <a:pt x="10489" y="8061"/>
                  <a:pt x="10537" y="8001"/>
                </a:cubicBezTo>
                <a:lnTo>
                  <a:pt x="10716" y="7739"/>
                </a:lnTo>
                <a:cubicBezTo>
                  <a:pt x="10787" y="7620"/>
                  <a:pt x="10835" y="7501"/>
                  <a:pt x="10835" y="7358"/>
                </a:cubicBezTo>
                <a:lnTo>
                  <a:pt x="10835" y="5632"/>
                </a:lnTo>
                <a:cubicBezTo>
                  <a:pt x="10918" y="5429"/>
                  <a:pt x="10811" y="5251"/>
                  <a:pt x="10632" y="5155"/>
                </a:cubicBezTo>
                <a:lnTo>
                  <a:pt x="10216" y="4953"/>
                </a:lnTo>
                <a:lnTo>
                  <a:pt x="10204" y="4941"/>
                </a:lnTo>
                <a:lnTo>
                  <a:pt x="10204" y="4703"/>
                </a:lnTo>
                <a:cubicBezTo>
                  <a:pt x="10418" y="4536"/>
                  <a:pt x="10561" y="4298"/>
                  <a:pt x="10561" y="4012"/>
                </a:cubicBezTo>
                <a:lnTo>
                  <a:pt x="10561" y="3655"/>
                </a:lnTo>
                <a:cubicBezTo>
                  <a:pt x="10561" y="3286"/>
                  <a:pt x="10251" y="2977"/>
                  <a:pt x="9882" y="2977"/>
                </a:cubicBezTo>
                <a:lnTo>
                  <a:pt x="9501" y="2977"/>
                </a:lnTo>
                <a:lnTo>
                  <a:pt x="9501" y="2643"/>
                </a:lnTo>
                <a:cubicBezTo>
                  <a:pt x="9501" y="2453"/>
                  <a:pt x="9406" y="2274"/>
                  <a:pt x="9227" y="2179"/>
                </a:cubicBezTo>
                <a:lnTo>
                  <a:pt x="8811" y="1977"/>
                </a:lnTo>
                <a:lnTo>
                  <a:pt x="8787" y="1953"/>
                </a:lnTo>
                <a:lnTo>
                  <a:pt x="8787" y="1726"/>
                </a:lnTo>
                <a:cubicBezTo>
                  <a:pt x="9001" y="1560"/>
                  <a:pt x="9144" y="1322"/>
                  <a:pt x="9144" y="1036"/>
                </a:cubicBezTo>
                <a:lnTo>
                  <a:pt x="9144" y="679"/>
                </a:lnTo>
                <a:cubicBezTo>
                  <a:pt x="9144" y="310"/>
                  <a:pt x="8834" y="0"/>
                  <a:pt x="8465" y="0"/>
                </a:cubicBezTo>
                <a:lnTo>
                  <a:pt x="8108" y="0"/>
                </a:lnTo>
                <a:cubicBezTo>
                  <a:pt x="7739" y="0"/>
                  <a:pt x="7418" y="310"/>
                  <a:pt x="7418" y="679"/>
                </a:cubicBezTo>
                <a:lnTo>
                  <a:pt x="7418" y="1036"/>
                </a:lnTo>
                <a:cubicBezTo>
                  <a:pt x="7418" y="1322"/>
                  <a:pt x="7560" y="1572"/>
                  <a:pt x="7775" y="1726"/>
                </a:cubicBezTo>
                <a:lnTo>
                  <a:pt x="7775" y="1977"/>
                </a:lnTo>
                <a:cubicBezTo>
                  <a:pt x="7775" y="1977"/>
                  <a:pt x="7775" y="1988"/>
                  <a:pt x="7763" y="1988"/>
                </a:cubicBezTo>
                <a:lnTo>
                  <a:pt x="7346" y="2203"/>
                </a:lnTo>
                <a:cubicBezTo>
                  <a:pt x="7168" y="2286"/>
                  <a:pt x="7060" y="2465"/>
                  <a:pt x="7060" y="2655"/>
                </a:cubicBezTo>
                <a:lnTo>
                  <a:pt x="7060" y="2989"/>
                </a:lnTo>
                <a:lnTo>
                  <a:pt x="6679" y="2989"/>
                </a:lnTo>
                <a:lnTo>
                  <a:pt x="6679" y="2655"/>
                </a:lnTo>
                <a:cubicBezTo>
                  <a:pt x="6679" y="2465"/>
                  <a:pt x="6572" y="2286"/>
                  <a:pt x="6394" y="2203"/>
                </a:cubicBezTo>
                <a:lnTo>
                  <a:pt x="5977" y="1988"/>
                </a:lnTo>
                <a:lnTo>
                  <a:pt x="5965" y="1977"/>
                </a:lnTo>
                <a:lnTo>
                  <a:pt x="5965" y="1726"/>
                </a:lnTo>
                <a:cubicBezTo>
                  <a:pt x="6167" y="1560"/>
                  <a:pt x="6322" y="1322"/>
                  <a:pt x="6322" y="1036"/>
                </a:cubicBezTo>
                <a:lnTo>
                  <a:pt x="6322" y="679"/>
                </a:lnTo>
                <a:cubicBezTo>
                  <a:pt x="6322" y="310"/>
                  <a:pt x="6013" y="0"/>
                  <a:pt x="5632" y="0"/>
                </a:cubicBezTo>
                <a:lnTo>
                  <a:pt x="5274" y="0"/>
                </a:lnTo>
                <a:cubicBezTo>
                  <a:pt x="4905" y="0"/>
                  <a:pt x="4596" y="310"/>
                  <a:pt x="4596" y="679"/>
                </a:cubicBezTo>
                <a:lnTo>
                  <a:pt x="4596" y="1036"/>
                </a:lnTo>
                <a:cubicBezTo>
                  <a:pt x="4596" y="1322"/>
                  <a:pt x="4727" y="1572"/>
                  <a:pt x="4953" y="1726"/>
                </a:cubicBezTo>
                <a:lnTo>
                  <a:pt x="4953" y="1977"/>
                </a:lnTo>
                <a:cubicBezTo>
                  <a:pt x="4953" y="1977"/>
                  <a:pt x="4953" y="1988"/>
                  <a:pt x="4941" y="1988"/>
                </a:cubicBezTo>
                <a:lnTo>
                  <a:pt x="4524" y="2203"/>
                </a:lnTo>
                <a:cubicBezTo>
                  <a:pt x="4346" y="2286"/>
                  <a:pt x="4239" y="2465"/>
                  <a:pt x="4239" y="2655"/>
                </a:cubicBezTo>
                <a:lnTo>
                  <a:pt x="4239" y="2989"/>
                </a:lnTo>
                <a:lnTo>
                  <a:pt x="3846" y="2989"/>
                </a:lnTo>
                <a:lnTo>
                  <a:pt x="3846" y="2655"/>
                </a:lnTo>
                <a:cubicBezTo>
                  <a:pt x="3846" y="2465"/>
                  <a:pt x="3750" y="2286"/>
                  <a:pt x="3572" y="2203"/>
                </a:cubicBezTo>
                <a:lnTo>
                  <a:pt x="3155" y="1988"/>
                </a:lnTo>
                <a:lnTo>
                  <a:pt x="3131" y="1977"/>
                </a:lnTo>
                <a:lnTo>
                  <a:pt x="3131" y="1726"/>
                </a:lnTo>
                <a:cubicBezTo>
                  <a:pt x="3346" y="1560"/>
                  <a:pt x="3489" y="1322"/>
                  <a:pt x="3489" y="1036"/>
                </a:cubicBezTo>
                <a:lnTo>
                  <a:pt x="3489" y="679"/>
                </a:lnTo>
                <a:cubicBezTo>
                  <a:pt x="3489" y="310"/>
                  <a:pt x="3179" y="0"/>
                  <a:pt x="2810" y="0"/>
                </a:cubicBezTo>
                <a:close/>
              </a:path>
            </a:pathLst>
          </a:custGeom>
          <a:solidFill>
            <a:schemeClr val="tx2"/>
          </a:solidFill>
          <a:ln w="31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60" name="Google Shape;10869;p78">
            <a:extLst>
              <a:ext uri="{FF2B5EF4-FFF2-40B4-BE49-F238E27FC236}">
                <a16:creationId xmlns:a16="http://schemas.microsoft.com/office/drawing/2014/main" id="{E643CE19-4782-85D5-5C5A-5BA8FA846F0C}"/>
              </a:ext>
            </a:extLst>
          </p:cNvPr>
          <p:cNvGrpSpPr/>
          <p:nvPr/>
        </p:nvGrpSpPr>
        <p:grpSpPr>
          <a:xfrm>
            <a:off x="6315453" y="1360846"/>
            <a:ext cx="342192" cy="327140"/>
            <a:chOff x="7441465" y="2302860"/>
            <a:chExt cx="342192" cy="327140"/>
          </a:xfrm>
          <a:solidFill>
            <a:schemeClr val="tx2"/>
          </a:solidFill>
        </p:grpSpPr>
        <p:sp>
          <p:nvSpPr>
            <p:cNvPr id="61" name="Google Shape;10870;p78">
              <a:extLst>
                <a:ext uri="{FF2B5EF4-FFF2-40B4-BE49-F238E27FC236}">
                  <a16:creationId xmlns:a16="http://schemas.microsoft.com/office/drawing/2014/main" id="{B546518D-F10B-12B6-A85D-2E376C0EF518}"/>
                </a:ext>
              </a:extLst>
            </p:cNvPr>
            <p:cNvSpPr/>
            <p:nvPr/>
          </p:nvSpPr>
          <p:spPr>
            <a:xfrm>
              <a:off x="7441465" y="2337727"/>
              <a:ext cx="299862" cy="292273"/>
            </a:xfrm>
            <a:custGeom>
              <a:avLst/>
              <a:gdLst/>
              <a:ahLst/>
              <a:cxnLst/>
              <a:rect l="l" t="t" r="r" b="b"/>
              <a:pathLst>
                <a:path w="9443" h="9204" extrusionOk="0">
                  <a:moveTo>
                    <a:pt x="8169" y="0"/>
                  </a:moveTo>
                  <a:cubicBezTo>
                    <a:pt x="7835" y="0"/>
                    <a:pt x="7514" y="131"/>
                    <a:pt x="7276" y="370"/>
                  </a:cubicBezTo>
                  <a:lnTo>
                    <a:pt x="6406" y="1251"/>
                  </a:lnTo>
                  <a:cubicBezTo>
                    <a:pt x="6347" y="1310"/>
                    <a:pt x="6347" y="1417"/>
                    <a:pt x="6406" y="1489"/>
                  </a:cubicBezTo>
                  <a:cubicBezTo>
                    <a:pt x="6436" y="1518"/>
                    <a:pt x="6475" y="1533"/>
                    <a:pt x="6517" y="1533"/>
                  </a:cubicBezTo>
                  <a:cubicBezTo>
                    <a:pt x="6558" y="1533"/>
                    <a:pt x="6603" y="1518"/>
                    <a:pt x="6645" y="1489"/>
                  </a:cubicBezTo>
                  <a:lnTo>
                    <a:pt x="7514" y="608"/>
                  </a:lnTo>
                  <a:cubicBezTo>
                    <a:pt x="7692" y="429"/>
                    <a:pt x="7930" y="346"/>
                    <a:pt x="8169" y="346"/>
                  </a:cubicBezTo>
                  <a:cubicBezTo>
                    <a:pt x="8430" y="346"/>
                    <a:pt x="8645" y="453"/>
                    <a:pt x="8823" y="608"/>
                  </a:cubicBezTo>
                  <a:cubicBezTo>
                    <a:pt x="9014" y="786"/>
                    <a:pt x="9097" y="1024"/>
                    <a:pt x="9097" y="1263"/>
                  </a:cubicBezTo>
                  <a:cubicBezTo>
                    <a:pt x="9097" y="1501"/>
                    <a:pt x="8990" y="1739"/>
                    <a:pt x="8823" y="1917"/>
                  </a:cubicBezTo>
                  <a:lnTo>
                    <a:pt x="7621" y="3132"/>
                  </a:lnTo>
                  <a:cubicBezTo>
                    <a:pt x="7502" y="2834"/>
                    <a:pt x="7323" y="2560"/>
                    <a:pt x="7109" y="2334"/>
                  </a:cubicBezTo>
                  <a:cubicBezTo>
                    <a:pt x="6639" y="1870"/>
                    <a:pt x="6022" y="1638"/>
                    <a:pt x="5408" y="1638"/>
                  </a:cubicBezTo>
                  <a:cubicBezTo>
                    <a:pt x="4793" y="1638"/>
                    <a:pt x="4180" y="1870"/>
                    <a:pt x="3716" y="2334"/>
                  </a:cubicBezTo>
                  <a:lnTo>
                    <a:pt x="941" y="5108"/>
                  </a:lnTo>
                  <a:cubicBezTo>
                    <a:pt x="1" y="6049"/>
                    <a:pt x="1" y="7561"/>
                    <a:pt x="941" y="8502"/>
                  </a:cubicBezTo>
                  <a:cubicBezTo>
                    <a:pt x="1406" y="8966"/>
                    <a:pt x="2025" y="9204"/>
                    <a:pt x="2644" y="9204"/>
                  </a:cubicBezTo>
                  <a:cubicBezTo>
                    <a:pt x="3251" y="9204"/>
                    <a:pt x="3870" y="8966"/>
                    <a:pt x="4335" y="8502"/>
                  </a:cubicBezTo>
                  <a:lnTo>
                    <a:pt x="5811" y="7025"/>
                  </a:lnTo>
                  <a:cubicBezTo>
                    <a:pt x="5871" y="6966"/>
                    <a:pt x="5871" y="6858"/>
                    <a:pt x="5811" y="6787"/>
                  </a:cubicBezTo>
                  <a:cubicBezTo>
                    <a:pt x="5783" y="6778"/>
                    <a:pt x="5750" y="6772"/>
                    <a:pt x="5716" y="6772"/>
                  </a:cubicBezTo>
                  <a:cubicBezTo>
                    <a:pt x="5662" y="6772"/>
                    <a:pt x="5605" y="6786"/>
                    <a:pt x="5561" y="6823"/>
                  </a:cubicBezTo>
                  <a:lnTo>
                    <a:pt x="4085" y="8299"/>
                  </a:lnTo>
                  <a:cubicBezTo>
                    <a:pt x="3692" y="8680"/>
                    <a:pt x="3180" y="8906"/>
                    <a:pt x="2620" y="8906"/>
                  </a:cubicBezTo>
                  <a:cubicBezTo>
                    <a:pt x="2073" y="8906"/>
                    <a:pt x="1549" y="8692"/>
                    <a:pt x="1168" y="8299"/>
                  </a:cubicBezTo>
                  <a:cubicBezTo>
                    <a:pt x="358" y="7489"/>
                    <a:pt x="358" y="6180"/>
                    <a:pt x="1168" y="5358"/>
                  </a:cubicBezTo>
                  <a:lnTo>
                    <a:pt x="3930" y="2596"/>
                  </a:lnTo>
                  <a:cubicBezTo>
                    <a:pt x="4323" y="2203"/>
                    <a:pt x="4847" y="1977"/>
                    <a:pt x="5394" y="1977"/>
                  </a:cubicBezTo>
                  <a:cubicBezTo>
                    <a:pt x="5942" y="1977"/>
                    <a:pt x="6466" y="2191"/>
                    <a:pt x="6847" y="2596"/>
                  </a:cubicBezTo>
                  <a:cubicBezTo>
                    <a:pt x="7073" y="2822"/>
                    <a:pt x="7252" y="3096"/>
                    <a:pt x="7359" y="3394"/>
                  </a:cubicBezTo>
                  <a:lnTo>
                    <a:pt x="6049" y="4703"/>
                  </a:lnTo>
                  <a:cubicBezTo>
                    <a:pt x="5871" y="4882"/>
                    <a:pt x="5633" y="4977"/>
                    <a:pt x="5394" y="4977"/>
                  </a:cubicBezTo>
                  <a:cubicBezTo>
                    <a:pt x="5156" y="4977"/>
                    <a:pt x="4918" y="4870"/>
                    <a:pt x="4740" y="4703"/>
                  </a:cubicBezTo>
                  <a:cubicBezTo>
                    <a:pt x="4644" y="4620"/>
                    <a:pt x="4573" y="4513"/>
                    <a:pt x="4525" y="4394"/>
                  </a:cubicBezTo>
                  <a:cubicBezTo>
                    <a:pt x="4507" y="4321"/>
                    <a:pt x="4440" y="4290"/>
                    <a:pt x="4378" y="4290"/>
                  </a:cubicBezTo>
                  <a:cubicBezTo>
                    <a:pt x="4359" y="4290"/>
                    <a:pt x="4340" y="4293"/>
                    <a:pt x="4323" y="4299"/>
                  </a:cubicBezTo>
                  <a:cubicBezTo>
                    <a:pt x="4239" y="4334"/>
                    <a:pt x="4204" y="4441"/>
                    <a:pt x="4228" y="4513"/>
                  </a:cubicBezTo>
                  <a:cubicBezTo>
                    <a:pt x="4287" y="4680"/>
                    <a:pt x="4394" y="4811"/>
                    <a:pt x="4513" y="4930"/>
                  </a:cubicBezTo>
                  <a:cubicBezTo>
                    <a:pt x="4751" y="5168"/>
                    <a:pt x="5061" y="5299"/>
                    <a:pt x="5406" y="5299"/>
                  </a:cubicBezTo>
                  <a:cubicBezTo>
                    <a:pt x="5752" y="5299"/>
                    <a:pt x="6061" y="5168"/>
                    <a:pt x="6299" y="4930"/>
                  </a:cubicBezTo>
                  <a:lnTo>
                    <a:pt x="9062" y="2155"/>
                  </a:lnTo>
                  <a:cubicBezTo>
                    <a:pt x="9300" y="1917"/>
                    <a:pt x="9443" y="1608"/>
                    <a:pt x="9443" y="1263"/>
                  </a:cubicBezTo>
                  <a:cubicBezTo>
                    <a:pt x="9443" y="929"/>
                    <a:pt x="9300" y="608"/>
                    <a:pt x="9062" y="370"/>
                  </a:cubicBezTo>
                  <a:cubicBezTo>
                    <a:pt x="8823" y="131"/>
                    <a:pt x="8514" y="0"/>
                    <a:pt x="8169" y="0"/>
                  </a:cubicBezTo>
                  <a:close/>
                </a:path>
              </a:pathLst>
            </a:custGeom>
            <a:grpFill/>
            <a:ln w="31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871;p78">
              <a:extLst>
                <a:ext uri="{FF2B5EF4-FFF2-40B4-BE49-F238E27FC236}">
                  <a16:creationId xmlns:a16="http://schemas.microsoft.com/office/drawing/2014/main" id="{747C7830-6A12-96BE-621B-3607298A8D46}"/>
                </a:ext>
              </a:extLst>
            </p:cNvPr>
            <p:cNvSpPr/>
            <p:nvPr/>
          </p:nvSpPr>
          <p:spPr>
            <a:xfrm>
              <a:off x="7484588" y="2302860"/>
              <a:ext cx="299069" cy="293130"/>
            </a:xfrm>
            <a:custGeom>
              <a:avLst/>
              <a:gdLst/>
              <a:ahLst/>
              <a:cxnLst/>
              <a:rect l="l" t="t" r="r" b="b"/>
              <a:pathLst>
                <a:path w="9418" h="9231" extrusionOk="0">
                  <a:moveTo>
                    <a:pt x="6805" y="0"/>
                  </a:moveTo>
                  <a:cubicBezTo>
                    <a:pt x="6191" y="0"/>
                    <a:pt x="5578" y="235"/>
                    <a:pt x="5108" y="706"/>
                  </a:cubicBezTo>
                  <a:lnTo>
                    <a:pt x="3632" y="2170"/>
                  </a:lnTo>
                  <a:cubicBezTo>
                    <a:pt x="3572" y="2230"/>
                    <a:pt x="3572" y="2337"/>
                    <a:pt x="3632" y="2408"/>
                  </a:cubicBezTo>
                  <a:cubicBezTo>
                    <a:pt x="3661" y="2438"/>
                    <a:pt x="3703" y="2453"/>
                    <a:pt x="3746" y="2453"/>
                  </a:cubicBezTo>
                  <a:cubicBezTo>
                    <a:pt x="3789" y="2453"/>
                    <a:pt x="3834" y="2438"/>
                    <a:pt x="3870" y="2408"/>
                  </a:cubicBezTo>
                  <a:lnTo>
                    <a:pt x="5346" y="944"/>
                  </a:lnTo>
                  <a:cubicBezTo>
                    <a:pt x="5745" y="539"/>
                    <a:pt x="6272" y="336"/>
                    <a:pt x="6802" y="336"/>
                  </a:cubicBezTo>
                  <a:cubicBezTo>
                    <a:pt x="7331" y="336"/>
                    <a:pt x="7864" y="539"/>
                    <a:pt x="8275" y="944"/>
                  </a:cubicBezTo>
                  <a:cubicBezTo>
                    <a:pt x="9085" y="1741"/>
                    <a:pt x="9085" y="3051"/>
                    <a:pt x="8275" y="3873"/>
                  </a:cubicBezTo>
                  <a:lnTo>
                    <a:pt x="5513" y="6635"/>
                  </a:lnTo>
                  <a:cubicBezTo>
                    <a:pt x="5120" y="7028"/>
                    <a:pt x="4596" y="7254"/>
                    <a:pt x="4048" y="7254"/>
                  </a:cubicBezTo>
                  <a:cubicBezTo>
                    <a:pt x="3501" y="7254"/>
                    <a:pt x="2977" y="7040"/>
                    <a:pt x="2596" y="6635"/>
                  </a:cubicBezTo>
                  <a:cubicBezTo>
                    <a:pt x="2370" y="6421"/>
                    <a:pt x="2191" y="6135"/>
                    <a:pt x="2084" y="5837"/>
                  </a:cubicBezTo>
                  <a:lnTo>
                    <a:pt x="3393" y="4527"/>
                  </a:lnTo>
                  <a:cubicBezTo>
                    <a:pt x="3572" y="4349"/>
                    <a:pt x="3810" y="4254"/>
                    <a:pt x="4048" y="4254"/>
                  </a:cubicBezTo>
                  <a:cubicBezTo>
                    <a:pt x="4286" y="4254"/>
                    <a:pt x="4525" y="4361"/>
                    <a:pt x="4703" y="4527"/>
                  </a:cubicBezTo>
                  <a:cubicBezTo>
                    <a:pt x="4798" y="4611"/>
                    <a:pt x="4870" y="4718"/>
                    <a:pt x="4917" y="4837"/>
                  </a:cubicBezTo>
                  <a:cubicBezTo>
                    <a:pt x="4936" y="4910"/>
                    <a:pt x="5002" y="4941"/>
                    <a:pt x="5065" y="4941"/>
                  </a:cubicBezTo>
                  <a:cubicBezTo>
                    <a:pt x="5084" y="4941"/>
                    <a:pt x="5103" y="4938"/>
                    <a:pt x="5120" y="4932"/>
                  </a:cubicBezTo>
                  <a:cubicBezTo>
                    <a:pt x="5215" y="4897"/>
                    <a:pt x="5239" y="4789"/>
                    <a:pt x="5215" y="4718"/>
                  </a:cubicBezTo>
                  <a:cubicBezTo>
                    <a:pt x="5156" y="4551"/>
                    <a:pt x="5048" y="4420"/>
                    <a:pt x="4929" y="4301"/>
                  </a:cubicBezTo>
                  <a:cubicBezTo>
                    <a:pt x="4691" y="4063"/>
                    <a:pt x="4382" y="3932"/>
                    <a:pt x="4036" y="3932"/>
                  </a:cubicBezTo>
                  <a:cubicBezTo>
                    <a:pt x="3691" y="3932"/>
                    <a:pt x="3382" y="4063"/>
                    <a:pt x="3143" y="4301"/>
                  </a:cubicBezTo>
                  <a:lnTo>
                    <a:pt x="1786" y="5659"/>
                  </a:lnTo>
                  <a:cubicBezTo>
                    <a:pt x="1762" y="5670"/>
                    <a:pt x="1738" y="5682"/>
                    <a:pt x="1727" y="5718"/>
                  </a:cubicBezTo>
                  <a:lnTo>
                    <a:pt x="369" y="7075"/>
                  </a:lnTo>
                  <a:cubicBezTo>
                    <a:pt x="131" y="7314"/>
                    <a:pt x="0" y="7623"/>
                    <a:pt x="0" y="7968"/>
                  </a:cubicBezTo>
                  <a:cubicBezTo>
                    <a:pt x="0" y="8302"/>
                    <a:pt x="131" y="8623"/>
                    <a:pt x="369" y="8861"/>
                  </a:cubicBezTo>
                  <a:cubicBezTo>
                    <a:pt x="607" y="9099"/>
                    <a:pt x="929" y="9230"/>
                    <a:pt x="1262" y="9230"/>
                  </a:cubicBezTo>
                  <a:cubicBezTo>
                    <a:pt x="1608" y="9230"/>
                    <a:pt x="1917" y="9099"/>
                    <a:pt x="2155" y="8861"/>
                  </a:cubicBezTo>
                  <a:lnTo>
                    <a:pt x="3036" y="7980"/>
                  </a:lnTo>
                  <a:cubicBezTo>
                    <a:pt x="3096" y="7921"/>
                    <a:pt x="3096" y="7814"/>
                    <a:pt x="3036" y="7742"/>
                  </a:cubicBezTo>
                  <a:cubicBezTo>
                    <a:pt x="3006" y="7712"/>
                    <a:pt x="2965" y="7697"/>
                    <a:pt x="2922" y="7697"/>
                  </a:cubicBezTo>
                  <a:cubicBezTo>
                    <a:pt x="2879" y="7697"/>
                    <a:pt x="2834" y="7712"/>
                    <a:pt x="2798" y="7742"/>
                  </a:cubicBezTo>
                  <a:lnTo>
                    <a:pt x="1917" y="8623"/>
                  </a:lnTo>
                  <a:cubicBezTo>
                    <a:pt x="1738" y="8802"/>
                    <a:pt x="1500" y="8885"/>
                    <a:pt x="1262" y="8885"/>
                  </a:cubicBezTo>
                  <a:cubicBezTo>
                    <a:pt x="1012" y="8885"/>
                    <a:pt x="786" y="8778"/>
                    <a:pt x="607" y="8623"/>
                  </a:cubicBezTo>
                  <a:cubicBezTo>
                    <a:pt x="429" y="8445"/>
                    <a:pt x="345" y="8206"/>
                    <a:pt x="345" y="7968"/>
                  </a:cubicBezTo>
                  <a:cubicBezTo>
                    <a:pt x="345" y="7706"/>
                    <a:pt x="453" y="7492"/>
                    <a:pt x="607" y="7314"/>
                  </a:cubicBezTo>
                  <a:lnTo>
                    <a:pt x="1822" y="6099"/>
                  </a:lnTo>
                  <a:cubicBezTo>
                    <a:pt x="1941" y="6397"/>
                    <a:pt x="2119" y="6671"/>
                    <a:pt x="2334" y="6897"/>
                  </a:cubicBezTo>
                  <a:cubicBezTo>
                    <a:pt x="2786" y="7337"/>
                    <a:pt x="3393" y="7587"/>
                    <a:pt x="4036" y="7587"/>
                  </a:cubicBezTo>
                  <a:cubicBezTo>
                    <a:pt x="4679" y="7587"/>
                    <a:pt x="5287" y="7337"/>
                    <a:pt x="5727" y="6897"/>
                  </a:cubicBezTo>
                  <a:lnTo>
                    <a:pt x="8501" y="4123"/>
                  </a:lnTo>
                  <a:cubicBezTo>
                    <a:pt x="9418" y="3158"/>
                    <a:pt x="9418" y="1634"/>
                    <a:pt x="8501" y="706"/>
                  </a:cubicBezTo>
                  <a:cubicBezTo>
                    <a:pt x="8031" y="235"/>
                    <a:pt x="7418" y="0"/>
                    <a:pt x="6805" y="0"/>
                  </a:cubicBezTo>
                  <a:close/>
                </a:path>
              </a:pathLst>
            </a:custGeom>
            <a:grpFill/>
            <a:ln w="31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10238;p76">
            <a:extLst>
              <a:ext uri="{FF2B5EF4-FFF2-40B4-BE49-F238E27FC236}">
                <a16:creationId xmlns:a16="http://schemas.microsoft.com/office/drawing/2014/main" id="{7D46425A-878D-453A-47A3-5F1697DE3944}"/>
              </a:ext>
            </a:extLst>
          </p:cNvPr>
          <p:cNvGrpSpPr/>
          <p:nvPr/>
        </p:nvGrpSpPr>
        <p:grpSpPr>
          <a:xfrm>
            <a:off x="6280747" y="3012593"/>
            <a:ext cx="454725" cy="450861"/>
            <a:chOff x="3348603" y="1236445"/>
            <a:chExt cx="749256" cy="695894"/>
          </a:xfrm>
          <a:noFill/>
        </p:grpSpPr>
        <p:grpSp>
          <p:nvGrpSpPr>
            <p:cNvPr id="1838" name="Google Shape;10239;p76">
              <a:extLst>
                <a:ext uri="{FF2B5EF4-FFF2-40B4-BE49-F238E27FC236}">
                  <a16:creationId xmlns:a16="http://schemas.microsoft.com/office/drawing/2014/main" id="{EC4F4C89-F59D-C9BC-A856-FAEEC944A280}"/>
                </a:ext>
              </a:extLst>
            </p:cNvPr>
            <p:cNvGrpSpPr/>
            <p:nvPr/>
          </p:nvGrpSpPr>
          <p:grpSpPr>
            <a:xfrm>
              <a:off x="3583779" y="1236445"/>
              <a:ext cx="293795" cy="285811"/>
              <a:chOff x="3750225" y="1774000"/>
              <a:chExt cx="149575" cy="145525"/>
            </a:xfrm>
            <a:grpFill/>
          </p:grpSpPr>
          <p:sp>
            <p:nvSpPr>
              <p:cNvPr id="1848" name="Google Shape;10240;p76">
                <a:extLst>
                  <a:ext uri="{FF2B5EF4-FFF2-40B4-BE49-F238E27FC236}">
                    <a16:creationId xmlns:a16="http://schemas.microsoft.com/office/drawing/2014/main" id="{E8D9CCCE-8D79-FF4B-CC1D-C0C010F87810}"/>
                  </a:ext>
                </a:extLst>
              </p:cNvPr>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0241;p76">
                <a:extLst>
                  <a:ext uri="{FF2B5EF4-FFF2-40B4-BE49-F238E27FC236}">
                    <a16:creationId xmlns:a16="http://schemas.microsoft.com/office/drawing/2014/main" id="{E3FD6740-D25B-1368-7230-D576D17F63F0}"/>
                  </a:ext>
                </a:extLst>
              </p:cNvPr>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9" name="Google Shape;10242;p76">
              <a:extLst>
                <a:ext uri="{FF2B5EF4-FFF2-40B4-BE49-F238E27FC236}">
                  <a16:creationId xmlns:a16="http://schemas.microsoft.com/office/drawing/2014/main" id="{D5C78BAC-1624-6977-C3C1-1E4B2B28CEA4}"/>
                </a:ext>
              </a:extLst>
            </p:cNvPr>
            <p:cNvGrpSpPr/>
            <p:nvPr/>
          </p:nvGrpSpPr>
          <p:grpSpPr>
            <a:xfrm>
              <a:off x="3775534" y="1462599"/>
              <a:ext cx="322325" cy="285958"/>
              <a:chOff x="3847850" y="1889150"/>
              <a:chExt cx="164100" cy="145600"/>
            </a:xfrm>
            <a:grpFill/>
          </p:grpSpPr>
          <p:sp>
            <p:nvSpPr>
              <p:cNvPr id="1846" name="Google Shape;10243;p76">
                <a:extLst>
                  <a:ext uri="{FF2B5EF4-FFF2-40B4-BE49-F238E27FC236}">
                    <a16:creationId xmlns:a16="http://schemas.microsoft.com/office/drawing/2014/main" id="{B653D67E-CAFF-7356-9D20-FA1647308D1C}"/>
                  </a:ext>
                </a:extLst>
              </p:cNvPr>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0244;p76">
                <a:extLst>
                  <a:ext uri="{FF2B5EF4-FFF2-40B4-BE49-F238E27FC236}">
                    <a16:creationId xmlns:a16="http://schemas.microsoft.com/office/drawing/2014/main" id="{4CFC4850-0E98-B4BD-1AAB-1382BC8D44BC}"/>
                  </a:ext>
                </a:extLst>
              </p:cNvPr>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0" name="Google Shape;10245;p76">
              <a:extLst>
                <a:ext uri="{FF2B5EF4-FFF2-40B4-BE49-F238E27FC236}">
                  <a16:creationId xmlns:a16="http://schemas.microsoft.com/office/drawing/2014/main" id="{505A6145-C65B-8A21-CC4A-A7B127FC2079}"/>
                </a:ext>
              </a:extLst>
            </p:cNvPr>
            <p:cNvGrpSpPr/>
            <p:nvPr/>
          </p:nvGrpSpPr>
          <p:grpSpPr>
            <a:xfrm>
              <a:off x="3545329" y="1646528"/>
              <a:ext cx="293746" cy="285811"/>
              <a:chOff x="3730650" y="1982800"/>
              <a:chExt cx="149550" cy="145525"/>
            </a:xfrm>
            <a:grpFill/>
          </p:grpSpPr>
          <p:sp>
            <p:nvSpPr>
              <p:cNvPr id="1844" name="Google Shape;10246;p76">
                <a:extLst>
                  <a:ext uri="{FF2B5EF4-FFF2-40B4-BE49-F238E27FC236}">
                    <a16:creationId xmlns:a16="http://schemas.microsoft.com/office/drawing/2014/main" id="{FED131F3-353D-607D-8778-B3C767481E3C}"/>
                  </a:ext>
                </a:extLst>
              </p:cNvPr>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0247;p76">
                <a:extLst>
                  <a:ext uri="{FF2B5EF4-FFF2-40B4-BE49-F238E27FC236}">
                    <a16:creationId xmlns:a16="http://schemas.microsoft.com/office/drawing/2014/main" id="{77C95FEF-AE2B-39B0-2BFD-4B1F0775F7A5}"/>
                  </a:ext>
                </a:extLst>
              </p:cNvPr>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41" name="Google Shape;10248;p76">
              <a:extLst>
                <a:ext uri="{FF2B5EF4-FFF2-40B4-BE49-F238E27FC236}">
                  <a16:creationId xmlns:a16="http://schemas.microsoft.com/office/drawing/2014/main" id="{EFACE78A-F284-F5DE-9C28-8A020C2E4008}"/>
                </a:ext>
              </a:extLst>
            </p:cNvPr>
            <p:cNvGrpSpPr/>
            <p:nvPr/>
          </p:nvGrpSpPr>
          <p:grpSpPr>
            <a:xfrm>
              <a:off x="3348603" y="1415046"/>
              <a:ext cx="294384" cy="284387"/>
              <a:chOff x="3630494" y="1864938"/>
              <a:chExt cx="149875" cy="144800"/>
            </a:xfrm>
            <a:grpFill/>
          </p:grpSpPr>
          <p:sp>
            <p:nvSpPr>
              <p:cNvPr id="1842" name="Google Shape;10249;p76">
                <a:extLst>
                  <a:ext uri="{FF2B5EF4-FFF2-40B4-BE49-F238E27FC236}">
                    <a16:creationId xmlns:a16="http://schemas.microsoft.com/office/drawing/2014/main" id="{4A54F672-7611-43B7-C810-AB5E9F729387}"/>
                  </a:ext>
                </a:extLst>
              </p:cNvPr>
              <p:cNvSpPr/>
              <p:nvPr/>
            </p:nvSpPr>
            <p:spPr>
              <a:xfrm>
                <a:off x="3630494" y="1864938"/>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0250;p76">
                <a:extLst>
                  <a:ext uri="{FF2B5EF4-FFF2-40B4-BE49-F238E27FC236}">
                    <a16:creationId xmlns:a16="http://schemas.microsoft.com/office/drawing/2014/main" id="{26CA231A-4F58-02AB-A878-8637B3E5267D}"/>
                  </a:ext>
                </a:extLst>
              </p:cNvPr>
              <p:cNvSpPr/>
              <p:nvPr/>
            </p:nvSpPr>
            <p:spPr>
              <a:xfrm>
                <a:off x="3654119" y="1906594"/>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grpFill/>
              <a:ln w="1270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30" name="Google Shape;14614;p84">
            <a:extLst>
              <a:ext uri="{FF2B5EF4-FFF2-40B4-BE49-F238E27FC236}">
                <a16:creationId xmlns:a16="http://schemas.microsoft.com/office/drawing/2014/main" id="{EE3CE78D-E41F-E726-4DAD-3A6CED8C94E6}"/>
              </a:ext>
            </a:extLst>
          </p:cNvPr>
          <p:cNvGrpSpPr/>
          <p:nvPr/>
        </p:nvGrpSpPr>
        <p:grpSpPr>
          <a:xfrm>
            <a:off x="834504" y="3043751"/>
            <a:ext cx="337334" cy="353599"/>
            <a:chOff x="853568" y="1975538"/>
            <a:chExt cx="337334" cy="353599"/>
          </a:xfrm>
          <a:solidFill>
            <a:schemeClr val="tx2"/>
          </a:solidFill>
        </p:grpSpPr>
        <p:sp>
          <p:nvSpPr>
            <p:cNvPr id="1731" name="Google Shape;14615;p84">
              <a:extLst>
                <a:ext uri="{FF2B5EF4-FFF2-40B4-BE49-F238E27FC236}">
                  <a16:creationId xmlns:a16="http://schemas.microsoft.com/office/drawing/2014/main" id="{AC9B5B44-E5A0-F2ED-8384-6B1EC00028C2}"/>
                </a:ext>
              </a:extLst>
            </p:cNvPr>
            <p:cNvSpPr/>
            <p:nvPr/>
          </p:nvSpPr>
          <p:spPr>
            <a:xfrm>
              <a:off x="853568" y="1975538"/>
              <a:ext cx="337334" cy="353599"/>
            </a:xfrm>
            <a:custGeom>
              <a:avLst/>
              <a:gdLst/>
              <a:ahLst/>
              <a:cxnLst/>
              <a:rect l="l" t="t" r="r" b="b"/>
              <a:pathLst>
                <a:path w="10598" h="11109" extrusionOk="0">
                  <a:moveTo>
                    <a:pt x="8180" y="322"/>
                  </a:moveTo>
                  <a:lnTo>
                    <a:pt x="5823" y="3596"/>
                  </a:lnTo>
                  <a:lnTo>
                    <a:pt x="5501" y="3132"/>
                  </a:lnTo>
                  <a:lnTo>
                    <a:pt x="7502" y="322"/>
                  </a:lnTo>
                  <a:close/>
                  <a:moveTo>
                    <a:pt x="9252" y="322"/>
                  </a:moveTo>
                  <a:lnTo>
                    <a:pt x="6371" y="4346"/>
                  </a:lnTo>
                  <a:lnTo>
                    <a:pt x="6049" y="3882"/>
                  </a:lnTo>
                  <a:lnTo>
                    <a:pt x="8597" y="322"/>
                  </a:lnTo>
                  <a:close/>
                  <a:moveTo>
                    <a:pt x="2072" y="322"/>
                  </a:moveTo>
                  <a:lnTo>
                    <a:pt x="4966" y="4358"/>
                  </a:lnTo>
                  <a:cubicBezTo>
                    <a:pt x="4906" y="4382"/>
                    <a:pt x="4859" y="4430"/>
                    <a:pt x="4811" y="4477"/>
                  </a:cubicBezTo>
                  <a:cubicBezTo>
                    <a:pt x="4750" y="4538"/>
                    <a:pt x="4652" y="4579"/>
                    <a:pt x="4557" y="4579"/>
                  </a:cubicBezTo>
                  <a:cubicBezTo>
                    <a:pt x="4521" y="4579"/>
                    <a:pt x="4486" y="4574"/>
                    <a:pt x="4454" y="4561"/>
                  </a:cubicBezTo>
                  <a:lnTo>
                    <a:pt x="1418" y="322"/>
                  </a:lnTo>
                  <a:close/>
                  <a:moveTo>
                    <a:pt x="3084" y="322"/>
                  </a:moveTo>
                  <a:lnTo>
                    <a:pt x="6121" y="4584"/>
                  </a:lnTo>
                  <a:cubicBezTo>
                    <a:pt x="6100" y="4589"/>
                    <a:pt x="6079" y="4591"/>
                    <a:pt x="6057" y="4591"/>
                  </a:cubicBezTo>
                  <a:cubicBezTo>
                    <a:pt x="5957" y="4591"/>
                    <a:pt x="5854" y="4546"/>
                    <a:pt x="5775" y="4477"/>
                  </a:cubicBezTo>
                  <a:cubicBezTo>
                    <a:pt x="5644" y="4346"/>
                    <a:pt x="5466" y="4287"/>
                    <a:pt x="5287" y="4287"/>
                  </a:cubicBezTo>
                  <a:lnTo>
                    <a:pt x="2453" y="334"/>
                  </a:lnTo>
                  <a:lnTo>
                    <a:pt x="3084" y="334"/>
                  </a:lnTo>
                  <a:lnTo>
                    <a:pt x="3084" y="322"/>
                  </a:lnTo>
                  <a:close/>
                  <a:moveTo>
                    <a:pt x="1013" y="322"/>
                  </a:moveTo>
                  <a:lnTo>
                    <a:pt x="4025" y="4537"/>
                  </a:lnTo>
                  <a:cubicBezTo>
                    <a:pt x="3858" y="4584"/>
                    <a:pt x="3716" y="4668"/>
                    <a:pt x="3608" y="4823"/>
                  </a:cubicBezTo>
                  <a:lnTo>
                    <a:pt x="394" y="322"/>
                  </a:lnTo>
                  <a:close/>
                  <a:moveTo>
                    <a:pt x="10216" y="322"/>
                  </a:moveTo>
                  <a:lnTo>
                    <a:pt x="7002" y="4823"/>
                  </a:lnTo>
                  <a:cubicBezTo>
                    <a:pt x="6906" y="4680"/>
                    <a:pt x="6775" y="4596"/>
                    <a:pt x="6633" y="4549"/>
                  </a:cubicBezTo>
                  <a:lnTo>
                    <a:pt x="9645" y="322"/>
                  </a:lnTo>
                  <a:close/>
                  <a:moveTo>
                    <a:pt x="5268" y="4599"/>
                  </a:moveTo>
                  <a:cubicBezTo>
                    <a:pt x="5362" y="4599"/>
                    <a:pt x="5454" y="4638"/>
                    <a:pt x="5525" y="4715"/>
                  </a:cubicBezTo>
                  <a:cubicBezTo>
                    <a:pt x="5652" y="4842"/>
                    <a:pt x="5822" y="4911"/>
                    <a:pt x="5994" y="4911"/>
                  </a:cubicBezTo>
                  <a:cubicBezTo>
                    <a:pt x="6081" y="4911"/>
                    <a:pt x="6168" y="4894"/>
                    <a:pt x="6252" y="4858"/>
                  </a:cubicBezTo>
                  <a:cubicBezTo>
                    <a:pt x="6295" y="4843"/>
                    <a:pt x="6338" y="4836"/>
                    <a:pt x="6380" y="4836"/>
                  </a:cubicBezTo>
                  <a:cubicBezTo>
                    <a:pt x="6534" y="4836"/>
                    <a:pt x="6672" y="4932"/>
                    <a:pt x="6728" y="5073"/>
                  </a:cubicBezTo>
                  <a:cubicBezTo>
                    <a:pt x="6728" y="5084"/>
                    <a:pt x="6752" y="5096"/>
                    <a:pt x="6752" y="5120"/>
                  </a:cubicBezTo>
                  <a:cubicBezTo>
                    <a:pt x="6823" y="5311"/>
                    <a:pt x="6954" y="5382"/>
                    <a:pt x="6954" y="5382"/>
                  </a:cubicBezTo>
                  <a:cubicBezTo>
                    <a:pt x="7109" y="5454"/>
                    <a:pt x="7240" y="5513"/>
                    <a:pt x="7371" y="5513"/>
                  </a:cubicBezTo>
                  <a:cubicBezTo>
                    <a:pt x="7561" y="5537"/>
                    <a:pt x="7728" y="5692"/>
                    <a:pt x="7716" y="5906"/>
                  </a:cubicBezTo>
                  <a:cubicBezTo>
                    <a:pt x="7704" y="6168"/>
                    <a:pt x="7847" y="6430"/>
                    <a:pt x="8085" y="6561"/>
                  </a:cubicBezTo>
                  <a:cubicBezTo>
                    <a:pt x="8264" y="6644"/>
                    <a:pt x="8335" y="6870"/>
                    <a:pt x="8252" y="7049"/>
                  </a:cubicBezTo>
                  <a:cubicBezTo>
                    <a:pt x="8133" y="7287"/>
                    <a:pt x="8157" y="7585"/>
                    <a:pt x="8323" y="7799"/>
                  </a:cubicBezTo>
                  <a:cubicBezTo>
                    <a:pt x="8442" y="7954"/>
                    <a:pt x="8430" y="8180"/>
                    <a:pt x="8264" y="8311"/>
                  </a:cubicBezTo>
                  <a:cubicBezTo>
                    <a:pt x="8061" y="8490"/>
                    <a:pt x="7966" y="8763"/>
                    <a:pt x="8026" y="9025"/>
                  </a:cubicBezTo>
                  <a:cubicBezTo>
                    <a:pt x="8073" y="9228"/>
                    <a:pt x="7966" y="9430"/>
                    <a:pt x="7776" y="9478"/>
                  </a:cubicBezTo>
                  <a:cubicBezTo>
                    <a:pt x="7502" y="9549"/>
                    <a:pt x="7311" y="9775"/>
                    <a:pt x="7264" y="10026"/>
                  </a:cubicBezTo>
                  <a:cubicBezTo>
                    <a:pt x="7242" y="10196"/>
                    <a:pt x="7087" y="10329"/>
                    <a:pt x="6909" y="10329"/>
                  </a:cubicBezTo>
                  <a:cubicBezTo>
                    <a:pt x="6889" y="10329"/>
                    <a:pt x="6868" y="10327"/>
                    <a:pt x="6847" y="10323"/>
                  </a:cubicBezTo>
                  <a:cubicBezTo>
                    <a:pt x="6809" y="10316"/>
                    <a:pt x="6770" y="10313"/>
                    <a:pt x="6732" y="10313"/>
                  </a:cubicBezTo>
                  <a:cubicBezTo>
                    <a:pt x="6508" y="10313"/>
                    <a:pt x="6290" y="10429"/>
                    <a:pt x="6168" y="10633"/>
                  </a:cubicBezTo>
                  <a:cubicBezTo>
                    <a:pt x="6100" y="10740"/>
                    <a:pt x="5977" y="10802"/>
                    <a:pt x="5854" y="10802"/>
                  </a:cubicBezTo>
                  <a:cubicBezTo>
                    <a:pt x="5785" y="10802"/>
                    <a:pt x="5716" y="10783"/>
                    <a:pt x="5656" y="10740"/>
                  </a:cubicBezTo>
                  <a:cubicBezTo>
                    <a:pt x="5537" y="10668"/>
                    <a:pt x="5418" y="10633"/>
                    <a:pt x="5287" y="10633"/>
                  </a:cubicBezTo>
                  <a:cubicBezTo>
                    <a:pt x="5156" y="10633"/>
                    <a:pt x="5025" y="10668"/>
                    <a:pt x="4918" y="10740"/>
                  </a:cubicBezTo>
                  <a:cubicBezTo>
                    <a:pt x="4858" y="10779"/>
                    <a:pt x="4788" y="10797"/>
                    <a:pt x="4719" y="10797"/>
                  </a:cubicBezTo>
                  <a:cubicBezTo>
                    <a:pt x="4596" y="10797"/>
                    <a:pt x="4475" y="10739"/>
                    <a:pt x="4406" y="10633"/>
                  </a:cubicBezTo>
                  <a:cubicBezTo>
                    <a:pt x="4275" y="10437"/>
                    <a:pt x="4035" y="10320"/>
                    <a:pt x="3794" y="10320"/>
                  </a:cubicBezTo>
                  <a:cubicBezTo>
                    <a:pt x="3772" y="10320"/>
                    <a:pt x="3750" y="10321"/>
                    <a:pt x="3727" y="10323"/>
                  </a:cubicBezTo>
                  <a:cubicBezTo>
                    <a:pt x="3708" y="10327"/>
                    <a:pt x="3688" y="10329"/>
                    <a:pt x="3668" y="10329"/>
                  </a:cubicBezTo>
                  <a:cubicBezTo>
                    <a:pt x="3497" y="10329"/>
                    <a:pt x="3332" y="10196"/>
                    <a:pt x="3311" y="10026"/>
                  </a:cubicBezTo>
                  <a:cubicBezTo>
                    <a:pt x="3263" y="9764"/>
                    <a:pt x="3073" y="9537"/>
                    <a:pt x="2799" y="9478"/>
                  </a:cubicBezTo>
                  <a:cubicBezTo>
                    <a:pt x="2608" y="9418"/>
                    <a:pt x="2489" y="9228"/>
                    <a:pt x="2549" y="9025"/>
                  </a:cubicBezTo>
                  <a:cubicBezTo>
                    <a:pt x="2620" y="8763"/>
                    <a:pt x="2537" y="8490"/>
                    <a:pt x="2311" y="8311"/>
                  </a:cubicBezTo>
                  <a:cubicBezTo>
                    <a:pt x="2168" y="8180"/>
                    <a:pt x="2132" y="7954"/>
                    <a:pt x="2251" y="7799"/>
                  </a:cubicBezTo>
                  <a:cubicBezTo>
                    <a:pt x="2418" y="7585"/>
                    <a:pt x="2442" y="7287"/>
                    <a:pt x="2322" y="7049"/>
                  </a:cubicBezTo>
                  <a:cubicBezTo>
                    <a:pt x="2239" y="6870"/>
                    <a:pt x="2311" y="6644"/>
                    <a:pt x="2489" y="6561"/>
                  </a:cubicBezTo>
                  <a:cubicBezTo>
                    <a:pt x="2727" y="6442"/>
                    <a:pt x="2882" y="6192"/>
                    <a:pt x="2858" y="5906"/>
                  </a:cubicBezTo>
                  <a:cubicBezTo>
                    <a:pt x="2846" y="5715"/>
                    <a:pt x="3013" y="5537"/>
                    <a:pt x="3204" y="5513"/>
                  </a:cubicBezTo>
                  <a:cubicBezTo>
                    <a:pt x="3418" y="5501"/>
                    <a:pt x="3608" y="5394"/>
                    <a:pt x="3727" y="5215"/>
                  </a:cubicBezTo>
                  <a:lnTo>
                    <a:pt x="3727" y="5204"/>
                  </a:lnTo>
                  <a:cubicBezTo>
                    <a:pt x="3751" y="5156"/>
                    <a:pt x="3787" y="5120"/>
                    <a:pt x="3799" y="5073"/>
                  </a:cubicBezTo>
                  <a:cubicBezTo>
                    <a:pt x="3854" y="4925"/>
                    <a:pt x="3995" y="4835"/>
                    <a:pt x="4145" y="4835"/>
                  </a:cubicBezTo>
                  <a:cubicBezTo>
                    <a:pt x="4188" y="4835"/>
                    <a:pt x="4232" y="4842"/>
                    <a:pt x="4275" y="4858"/>
                  </a:cubicBezTo>
                  <a:cubicBezTo>
                    <a:pt x="4355" y="4889"/>
                    <a:pt x="4438" y="4903"/>
                    <a:pt x="4521" y="4903"/>
                  </a:cubicBezTo>
                  <a:cubicBezTo>
                    <a:pt x="4698" y="4903"/>
                    <a:pt x="4872" y="4837"/>
                    <a:pt x="5001" y="4715"/>
                  </a:cubicBezTo>
                  <a:cubicBezTo>
                    <a:pt x="5079" y="4638"/>
                    <a:pt x="5174" y="4599"/>
                    <a:pt x="5268" y="4599"/>
                  </a:cubicBezTo>
                  <a:close/>
                  <a:moveTo>
                    <a:pt x="298" y="0"/>
                  </a:moveTo>
                  <a:cubicBezTo>
                    <a:pt x="203" y="0"/>
                    <a:pt x="108" y="60"/>
                    <a:pt x="48" y="143"/>
                  </a:cubicBezTo>
                  <a:cubicBezTo>
                    <a:pt x="1" y="239"/>
                    <a:pt x="1" y="358"/>
                    <a:pt x="60" y="429"/>
                  </a:cubicBezTo>
                  <a:lnTo>
                    <a:pt x="3418" y="5096"/>
                  </a:lnTo>
                  <a:cubicBezTo>
                    <a:pt x="3358" y="5144"/>
                    <a:pt x="3275" y="5168"/>
                    <a:pt x="3204" y="5168"/>
                  </a:cubicBezTo>
                  <a:cubicBezTo>
                    <a:pt x="2834" y="5192"/>
                    <a:pt x="2537" y="5513"/>
                    <a:pt x="2549" y="5906"/>
                  </a:cubicBezTo>
                  <a:cubicBezTo>
                    <a:pt x="2549" y="6049"/>
                    <a:pt x="2477" y="6180"/>
                    <a:pt x="2358" y="6239"/>
                  </a:cubicBezTo>
                  <a:cubicBezTo>
                    <a:pt x="2013" y="6418"/>
                    <a:pt x="1882" y="6835"/>
                    <a:pt x="2061" y="7168"/>
                  </a:cubicBezTo>
                  <a:cubicBezTo>
                    <a:pt x="2120" y="7299"/>
                    <a:pt x="2108" y="7454"/>
                    <a:pt x="2013" y="7573"/>
                  </a:cubicBezTo>
                  <a:cubicBezTo>
                    <a:pt x="1775" y="7871"/>
                    <a:pt x="1822" y="8299"/>
                    <a:pt x="2120" y="8537"/>
                  </a:cubicBezTo>
                  <a:cubicBezTo>
                    <a:pt x="2215" y="8621"/>
                    <a:pt x="2275" y="8775"/>
                    <a:pt x="2239" y="8906"/>
                  </a:cubicBezTo>
                  <a:cubicBezTo>
                    <a:pt x="2132" y="9275"/>
                    <a:pt x="2358" y="9656"/>
                    <a:pt x="2727" y="9752"/>
                  </a:cubicBezTo>
                  <a:cubicBezTo>
                    <a:pt x="2858" y="9799"/>
                    <a:pt x="2965" y="9906"/>
                    <a:pt x="3001" y="10049"/>
                  </a:cubicBezTo>
                  <a:cubicBezTo>
                    <a:pt x="3056" y="10399"/>
                    <a:pt x="3361" y="10639"/>
                    <a:pt x="3697" y="10639"/>
                  </a:cubicBezTo>
                  <a:cubicBezTo>
                    <a:pt x="3727" y="10639"/>
                    <a:pt x="3757" y="10637"/>
                    <a:pt x="3787" y="10633"/>
                  </a:cubicBezTo>
                  <a:cubicBezTo>
                    <a:pt x="3799" y="10632"/>
                    <a:pt x="3811" y="10631"/>
                    <a:pt x="3823" y="10631"/>
                  </a:cubicBezTo>
                  <a:cubicBezTo>
                    <a:pt x="3953" y="10631"/>
                    <a:pt x="4079" y="10690"/>
                    <a:pt x="4144" y="10799"/>
                  </a:cubicBezTo>
                  <a:cubicBezTo>
                    <a:pt x="4274" y="10998"/>
                    <a:pt x="4502" y="11109"/>
                    <a:pt x="4731" y="11109"/>
                  </a:cubicBezTo>
                  <a:cubicBezTo>
                    <a:pt x="4858" y="11109"/>
                    <a:pt x="4986" y="11074"/>
                    <a:pt x="5097" y="11002"/>
                  </a:cubicBezTo>
                  <a:cubicBezTo>
                    <a:pt x="5156" y="10966"/>
                    <a:pt x="5228" y="10948"/>
                    <a:pt x="5299" y="10948"/>
                  </a:cubicBezTo>
                  <a:cubicBezTo>
                    <a:pt x="5370" y="10948"/>
                    <a:pt x="5442" y="10966"/>
                    <a:pt x="5501" y="11002"/>
                  </a:cubicBezTo>
                  <a:cubicBezTo>
                    <a:pt x="5621" y="11085"/>
                    <a:pt x="5740" y="11109"/>
                    <a:pt x="5871" y="11109"/>
                  </a:cubicBezTo>
                  <a:cubicBezTo>
                    <a:pt x="6097" y="11109"/>
                    <a:pt x="6311" y="11002"/>
                    <a:pt x="6454" y="10799"/>
                  </a:cubicBezTo>
                  <a:cubicBezTo>
                    <a:pt x="6519" y="10690"/>
                    <a:pt x="6645" y="10631"/>
                    <a:pt x="6775" y="10631"/>
                  </a:cubicBezTo>
                  <a:cubicBezTo>
                    <a:pt x="6787" y="10631"/>
                    <a:pt x="6799" y="10632"/>
                    <a:pt x="6811" y="10633"/>
                  </a:cubicBezTo>
                  <a:cubicBezTo>
                    <a:pt x="6848" y="10639"/>
                    <a:pt x="6884" y="10641"/>
                    <a:pt x="6920" y="10641"/>
                  </a:cubicBezTo>
                  <a:cubicBezTo>
                    <a:pt x="7248" y="10641"/>
                    <a:pt x="7543" y="10403"/>
                    <a:pt x="7597" y="10049"/>
                  </a:cubicBezTo>
                  <a:cubicBezTo>
                    <a:pt x="7621" y="9906"/>
                    <a:pt x="7728" y="9799"/>
                    <a:pt x="7859" y="9752"/>
                  </a:cubicBezTo>
                  <a:cubicBezTo>
                    <a:pt x="8240" y="9656"/>
                    <a:pt x="8442" y="9275"/>
                    <a:pt x="8359" y="8906"/>
                  </a:cubicBezTo>
                  <a:cubicBezTo>
                    <a:pt x="8323" y="8775"/>
                    <a:pt x="8371" y="8621"/>
                    <a:pt x="8478" y="8537"/>
                  </a:cubicBezTo>
                  <a:cubicBezTo>
                    <a:pt x="8776" y="8299"/>
                    <a:pt x="8811" y="7871"/>
                    <a:pt x="8573" y="7573"/>
                  </a:cubicBezTo>
                  <a:cubicBezTo>
                    <a:pt x="8490" y="7454"/>
                    <a:pt x="8478" y="7299"/>
                    <a:pt x="8538" y="7168"/>
                  </a:cubicBezTo>
                  <a:cubicBezTo>
                    <a:pt x="8692" y="6823"/>
                    <a:pt x="8561" y="6406"/>
                    <a:pt x="8240" y="6239"/>
                  </a:cubicBezTo>
                  <a:cubicBezTo>
                    <a:pt x="8097" y="6180"/>
                    <a:pt x="8026" y="6037"/>
                    <a:pt x="8037" y="5906"/>
                  </a:cubicBezTo>
                  <a:cubicBezTo>
                    <a:pt x="8061" y="5525"/>
                    <a:pt x="7776" y="5204"/>
                    <a:pt x="7383" y="5168"/>
                  </a:cubicBezTo>
                  <a:cubicBezTo>
                    <a:pt x="7311" y="5168"/>
                    <a:pt x="7240" y="5144"/>
                    <a:pt x="7180" y="5096"/>
                  </a:cubicBezTo>
                  <a:lnTo>
                    <a:pt x="10526" y="429"/>
                  </a:lnTo>
                  <a:cubicBezTo>
                    <a:pt x="10585" y="358"/>
                    <a:pt x="10597" y="251"/>
                    <a:pt x="10538" y="143"/>
                  </a:cubicBezTo>
                  <a:cubicBezTo>
                    <a:pt x="10490" y="60"/>
                    <a:pt x="10395" y="0"/>
                    <a:pt x="10288" y="0"/>
                  </a:cubicBezTo>
                  <a:lnTo>
                    <a:pt x="7478" y="0"/>
                  </a:lnTo>
                  <a:cubicBezTo>
                    <a:pt x="7383" y="0"/>
                    <a:pt x="7299" y="36"/>
                    <a:pt x="7252" y="120"/>
                  </a:cubicBezTo>
                  <a:lnTo>
                    <a:pt x="5287" y="2858"/>
                  </a:lnTo>
                  <a:lnTo>
                    <a:pt x="3335" y="120"/>
                  </a:lnTo>
                  <a:cubicBezTo>
                    <a:pt x="3299" y="36"/>
                    <a:pt x="3204" y="0"/>
                    <a:pt x="3120" y="0"/>
                  </a:cubicBezTo>
                  <a:close/>
                </a:path>
              </a:pathLst>
            </a:custGeom>
            <a:grpFill/>
            <a:ln w="31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4616;p84">
              <a:extLst>
                <a:ext uri="{FF2B5EF4-FFF2-40B4-BE49-F238E27FC236}">
                  <a16:creationId xmlns:a16="http://schemas.microsoft.com/office/drawing/2014/main" id="{5C09DDBD-C454-9C0C-55E2-868EAA360986}"/>
                </a:ext>
              </a:extLst>
            </p:cNvPr>
            <p:cNvSpPr/>
            <p:nvPr/>
          </p:nvSpPr>
          <p:spPr>
            <a:xfrm>
              <a:off x="938458" y="2136979"/>
              <a:ext cx="166789" cy="76742"/>
            </a:xfrm>
            <a:custGeom>
              <a:avLst/>
              <a:gdLst/>
              <a:ahLst/>
              <a:cxnLst/>
              <a:rect l="l" t="t" r="r" b="b"/>
              <a:pathLst>
                <a:path w="5240" h="2411" extrusionOk="0">
                  <a:moveTo>
                    <a:pt x="2620" y="1"/>
                  </a:moveTo>
                  <a:cubicBezTo>
                    <a:pt x="2001" y="1"/>
                    <a:pt x="1370" y="227"/>
                    <a:pt x="894" y="643"/>
                  </a:cubicBezTo>
                  <a:cubicBezTo>
                    <a:pt x="417" y="1036"/>
                    <a:pt x="108" y="1608"/>
                    <a:pt x="13" y="2227"/>
                  </a:cubicBezTo>
                  <a:cubicBezTo>
                    <a:pt x="1" y="2322"/>
                    <a:pt x="60" y="2406"/>
                    <a:pt x="156" y="2406"/>
                  </a:cubicBezTo>
                  <a:lnTo>
                    <a:pt x="179" y="2406"/>
                  </a:lnTo>
                  <a:cubicBezTo>
                    <a:pt x="251" y="2406"/>
                    <a:pt x="334" y="2346"/>
                    <a:pt x="346" y="2275"/>
                  </a:cubicBezTo>
                  <a:cubicBezTo>
                    <a:pt x="429" y="1739"/>
                    <a:pt x="703" y="1251"/>
                    <a:pt x="1120" y="894"/>
                  </a:cubicBezTo>
                  <a:cubicBezTo>
                    <a:pt x="1537" y="536"/>
                    <a:pt x="2072" y="322"/>
                    <a:pt x="2620" y="322"/>
                  </a:cubicBezTo>
                  <a:cubicBezTo>
                    <a:pt x="3168" y="322"/>
                    <a:pt x="3704" y="524"/>
                    <a:pt x="4120" y="894"/>
                  </a:cubicBezTo>
                  <a:cubicBezTo>
                    <a:pt x="4537" y="1251"/>
                    <a:pt x="4811" y="1739"/>
                    <a:pt x="4894" y="2275"/>
                  </a:cubicBezTo>
                  <a:cubicBezTo>
                    <a:pt x="4904" y="2356"/>
                    <a:pt x="4975" y="2411"/>
                    <a:pt x="5040" y="2411"/>
                  </a:cubicBezTo>
                  <a:cubicBezTo>
                    <a:pt x="5051" y="2411"/>
                    <a:pt x="5062" y="2409"/>
                    <a:pt x="5073" y="2406"/>
                  </a:cubicBezTo>
                  <a:cubicBezTo>
                    <a:pt x="5180" y="2394"/>
                    <a:pt x="5240" y="2322"/>
                    <a:pt x="5228" y="2227"/>
                  </a:cubicBezTo>
                  <a:cubicBezTo>
                    <a:pt x="5132" y="1620"/>
                    <a:pt x="4823" y="1060"/>
                    <a:pt x="4347" y="643"/>
                  </a:cubicBezTo>
                  <a:cubicBezTo>
                    <a:pt x="3870" y="227"/>
                    <a:pt x="3263" y="1"/>
                    <a:pt x="2620" y="1"/>
                  </a:cubicBezTo>
                  <a:close/>
                </a:path>
              </a:pathLst>
            </a:custGeom>
            <a:grpFill/>
            <a:ln w="31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4617;p84">
              <a:extLst>
                <a:ext uri="{FF2B5EF4-FFF2-40B4-BE49-F238E27FC236}">
                  <a16:creationId xmlns:a16="http://schemas.microsoft.com/office/drawing/2014/main" id="{295020BD-CFB9-B9C5-1278-C108B3DB9119}"/>
                </a:ext>
              </a:extLst>
            </p:cNvPr>
            <p:cNvSpPr/>
            <p:nvPr/>
          </p:nvSpPr>
          <p:spPr>
            <a:xfrm>
              <a:off x="938840" y="2227377"/>
              <a:ext cx="166407" cy="76774"/>
            </a:xfrm>
            <a:custGeom>
              <a:avLst/>
              <a:gdLst/>
              <a:ahLst/>
              <a:cxnLst/>
              <a:rect l="l" t="t" r="r" b="b"/>
              <a:pathLst>
                <a:path w="5228" h="2412" extrusionOk="0">
                  <a:moveTo>
                    <a:pt x="193" y="1"/>
                  </a:moveTo>
                  <a:cubicBezTo>
                    <a:pt x="181" y="1"/>
                    <a:pt x="168" y="3"/>
                    <a:pt x="155" y="6"/>
                  </a:cubicBezTo>
                  <a:cubicBezTo>
                    <a:pt x="60" y="18"/>
                    <a:pt x="1" y="101"/>
                    <a:pt x="24" y="197"/>
                  </a:cubicBezTo>
                  <a:cubicBezTo>
                    <a:pt x="108" y="804"/>
                    <a:pt x="417" y="1375"/>
                    <a:pt x="894" y="1768"/>
                  </a:cubicBezTo>
                  <a:cubicBezTo>
                    <a:pt x="1370" y="2185"/>
                    <a:pt x="1989" y="2411"/>
                    <a:pt x="2608" y="2411"/>
                  </a:cubicBezTo>
                  <a:cubicBezTo>
                    <a:pt x="3239" y="2411"/>
                    <a:pt x="3858" y="2185"/>
                    <a:pt x="4335" y="1768"/>
                  </a:cubicBezTo>
                  <a:cubicBezTo>
                    <a:pt x="4811" y="1375"/>
                    <a:pt x="5120" y="804"/>
                    <a:pt x="5216" y="185"/>
                  </a:cubicBezTo>
                  <a:cubicBezTo>
                    <a:pt x="5228" y="101"/>
                    <a:pt x="5168" y="18"/>
                    <a:pt x="5085" y="6"/>
                  </a:cubicBezTo>
                  <a:cubicBezTo>
                    <a:pt x="5070" y="3"/>
                    <a:pt x="5056" y="1"/>
                    <a:pt x="5043" y="1"/>
                  </a:cubicBezTo>
                  <a:cubicBezTo>
                    <a:pt x="4966" y="1"/>
                    <a:pt x="4906" y="56"/>
                    <a:pt x="4906" y="137"/>
                  </a:cubicBezTo>
                  <a:cubicBezTo>
                    <a:pt x="4811" y="673"/>
                    <a:pt x="4549" y="1161"/>
                    <a:pt x="4132" y="1518"/>
                  </a:cubicBezTo>
                  <a:cubicBezTo>
                    <a:pt x="3715" y="1875"/>
                    <a:pt x="3180" y="2090"/>
                    <a:pt x="2620" y="2090"/>
                  </a:cubicBezTo>
                  <a:cubicBezTo>
                    <a:pt x="2072" y="2090"/>
                    <a:pt x="1537" y="1887"/>
                    <a:pt x="1120" y="1518"/>
                  </a:cubicBezTo>
                  <a:cubicBezTo>
                    <a:pt x="703" y="1161"/>
                    <a:pt x="441" y="673"/>
                    <a:pt x="346" y="137"/>
                  </a:cubicBezTo>
                  <a:cubicBezTo>
                    <a:pt x="336" y="56"/>
                    <a:pt x="265" y="1"/>
                    <a:pt x="193" y="1"/>
                  </a:cubicBezTo>
                  <a:close/>
                </a:path>
              </a:pathLst>
            </a:custGeom>
            <a:grpFill/>
            <a:ln w="31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4618;p84">
              <a:extLst>
                <a:ext uri="{FF2B5EF4-FFF2-40B4-BE49-F238E27FC236}">
                  <a16:creationId xmlns:a16="http://schemas.microsoft.com/office/drawing/2014/main" id="{451F4D35-66A6-96F6-1A9D-30EEA92F33A6}"/>
                </a:ext>
              </a:extLst>
            </p:cNvPr>
            <p:cNvSpPr/>
            <p:nvPr/>
          </p:nvSpPr>
          <p:spPr>
            <a:xfrm>
              <a:off x="1007052" y="2185106"/>
              <a:ext cx="19003" cy="70153"/>
            </a:xfrm>
            <a:custGeom>
              <a:avLst/>
              <a:gdLst/>
              <a:ahLst/>
              <a:cxnLst/>
              <a:rect l="l" t="t" r="r" b="b"/>
              <a:pathLst>
                <a:path w="597" h="2204" extrusionOk="0">
                  <a:moveTo>
                    <a:pt x="453" y="1"/>
                  </a:moveTo>
                  <a:cubicBezTo>
                    <a:pt x="418" y="1"/>
                    <a:pt x="394" y="24"/>
                    <a:pt x="382" y="36"/>
                  </a:cubicBezTo>
                  <a:lnTo>
                    <a:pt x="60" y="334"/>
                  </a:lnTo>
                  <a:cubicBezTo>
                    <a:pt x="25" y="358"/>
                    <a:pt x="1" y="405"/>
                    <a:pt x="1" y="453"/>
                  </a:cubicBezTo>
                  <a:cubicBezTo>
                    <a:pt x="1" y="513"/>
                    <a:pt x="48" y="584"/>
                    <a:pt x="108" y="584"/>
                  </a:cubicBezTo>
                  <a:cubicBezTo>
                    <a:pt x="120" y="584"/>
                    <a:pt x="156" y="572"/>
                    <a:pt x="167" y="560"/>
                  </a:cubicBezTo>
                  <a:lnTo>
                    <a:pt x="275" y="417"/>
                  </a:lnTo>
                  <a:lnTo>
                    <a:pt x="275" y="2108"/>
                  </a:lnTo>
                  <a:cubicBezTo>
                    <a:pt x="275" y="2179"/>
                    <a:pt x="346" y="2203"/>
                    <a:pt x="441" y="2203"/>
                  </a:cubicBezTo>
                  <a:cubicBezTo>
                    <a:pt x="513" y="2203"/>
                    <a:pt x="596" y="2179"/>
                    <a:pt x="596" y="2108"/>
                  </a:cubicBezTo>
                  <a:lnTo>
                    <a:pt x="596" y="96"/>
                  </a:lnTo>
                  <a:cubicBezTo>
                    <a:pt x="584" y="48"/>
                    <a:pt x="513" y="1"/>
                    <a:pt x="453" y="1"/>
                  </a:cubicBezTo>
                  <a:close/>
                </a:path>
              </a:pathLst>
            </a:custGeom>
            <a:grpFill/>
            <a:ln w="31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Graphic 6" descr="Route (Two Pins With A Path) with solid fill">
            <a:extLst>
              <a:ext uri="{FF2B5EF4-FFF2-40B4-BE49-F238E27FC236}">
                <a16:creationId xmlns:a16="http://schemas.microsoft.com/office/drawing/2014/main" id="{5E112BF9-E296-0E9D-E2EA-652346501E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96612" y="1310410"/>
            <a:ext cx="507307" cy="5073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9">
          <a:extLst>
            <a:ext uri="{FF2B5EF4-FFF2-40B4-BE49-F238E27FC236}">
              <a16:creationId xmlns:a16="http://schemas.microsoft.com/office/drawing/2014/main" id="{71731393-9FE3-BE31-9E3B-0BE951264430}"/>
            </a:ext>
          </a:extLst>
        </p:cNvPr>
        <p:cNvGrpSpPr/>
        <p:nvPr/>
      </p:nvGrpSpPr>
      <p:grpSpPr>
        <a:xfrm>
          <a:off x="0" y="0"/>
          <a:ext cx="0" cy="0"/>
          <a:chOff x="0" y="0"/>
          <a:chExt cx="0" cy="0"/>
        </a:xfrm>
      </p:grpSpPr>
      <p:sp>
        <p:nvSpPr>
          <p:cNvPr id="2080" name="Google Shape;2080;p52">
            <a:extLst>
              <a:ext uri="{FF2B5EF4-FFF2-40B4-BE49-F238E27FC236}">
                <a16:creationId xmlns:a16="http://schemas.microsoft.com/office/drawing/2014/main" id="{194509DB-C934-73FA-320C-88E9C1827BF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Graphs Types</a:t>
            </a:r>
            <a:endParaRPr dirty="0"/>
          </a:p>
        </p:txBody>
      </p:sp>
      <p:sp>
        <p:nvSpPr>
          <p:cNvPr id="2091" name="Google Shape;2091;p52">
            <a:extLst>
              <a:ext uri="{FF2B5EF4-FFF2-40B4-BE49-F238E27FC236}">
                <a16:creationId xmlns:a16="http://schemas.microsoft.com/office/drawing/2014/main" id="{BB0C9AE7-9EB1-B6F5-0D93-32527AD268F9}"/>
              </a:ext>
            </a:extLst>
          </p:cNvPr>
          <p:cNvSpPr txBox="1"/>
          <p:nvPr/>
        </p:nvSpPr>
        <p:spPr>
          <a:xfrm>
            <a:off x="1994180" y="4370918"/>
            <a:ext cx="1276800" cy="429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000" b="1" dirty="0">
                <a:solidFill>
                  <a:schemeClr val="tx2">
                    <a:lumMod val="75000"/>
                  </a:schemeClr>
                </a:solidFill>
                <a:latin typeface="IBM Plex Mono"/>
                <a:ea typeface="IBM Plex Mono"/>
                <a:cs typeface="IBM Plex Mono"/>
                <a:sym typeface="IBM Plex Mono"/>
              </a:rPr>
              <a:t>Cyclic  </a:t>
            </a:r>
          </a:p>
        </p:txBody>
      </p:sp>
      <p:grpSp>
        <p:nvGrpSpPr>
          <p:cNvPr id="30" name="Group 29">
            <a:extLst>
              <a:ext uri="{FF2B5EF4-FFF2-40B4-BE49-F238E27FC236}">
                <a16:creationId xmlns:a16="http://schemas.microsoft.com/office/drawing/2014/main" id="{715D37C3-86B9-2F16-855C-6EAB9A9377DC}"/>
              </a:ext>
            </a:extLst>
          </p:cNvPr>
          <p:cNvGrpSpPr/>
          <p:nvPr/>
        </p:nvGrpSpPr>
        <p:grpSpPr>
          <a:xfrm>
            <a:off x="-79092" y="1502114"/>
            <a:ext cx="9302184" cy="2868804"/>
            <a:chOff x="588880" y="1537217"/>
            <a:chExt cx="6062321" cy="2868804"/>
          </a:xfrm>
        </p:grpSpPr>
        <p:sp>
          <p:nvSpPr>
            <p:cNvPr id="2081" name="Google Shape;2081;p52">
              <a:extLst>
                <a:ext uri="{FF2B5EF4-FFF2-40B4-BE49-F238E27FC236}">
                  <a16:creationId xmlns:a16="http://schemas.microsoft.com/office/drawing/2014/main" id="{986CB65B-CE1E-D028-92BB-83B20B74EF0D}"/>
                </a:ext>
              </a:extLst>
            </p:cNvPr>
            <p:cNvSpPr txBox="1"/>
            <p:nvPr/>
          </p:nvSpPr>
          <p:spPr>
            <a:xfrm>
              <a:off x="1424788" y="1537217"/>
              <a:ext cx="1276800" cy="429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Graphs</a:t>
              </a:r>
            </a:p>
          </p:txBody>
        </p:sp>
        <p:sp>
          <p:nvSpPr>
            <p:cNvPr id="2082" name="Google Shape;2082;p52">
              <a:extLst>
                <a:ext uri="{FF2B5EF4-FFF2-40B4-BE49-F238E27FC236}">
                  <a16:creationId xmlns:a16="http://schemas.microsoft.com/office/drawing/2014/main" id="{17124D28-46BD-FB57-3A17-3A29559E33F3}"/>
                </a:ext>
              </a:extLst>
            </p:cNvPr>
            <p:cNvSpPr txBox="1"/>
            <p:nvPr/>
          </p:nvSpPr>
          <p:spPr>
            <a:xfrm rot="10800000" flipV="1">
              <a:off x="588880" y="2949269"/>
              <a:ext cx="1276800" cy="429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tx1">
                      <a:lumMod val="75000"/>
                      <a:lumOff val="25000"/>
                    </a:schemeClr>
                  </a:solidFill>
                  <a:latin typeface="IBM Plex Mono"/>
                  <a:ea typeface="IBM Plex Mono"/>
                  <a:cs typeface="IBM Plex Mono"/>
                  <a:sym typeface="IBM Plex Mono"/>
                </a:rPr>
                <a:t>Undirected Graph</a:t>
              </a:r>
              <a:endParaRPr sz="2000" b="1" dirty="0">
                <a:solidFill>
                  <a:schemeClr val="tx1">
                    <a:lumMod val="75000"/>
                    <a:lumOff val="25000"/>
                  </a:schemeClr>
                </a:solidFill>
                <a:latin typeface="IBM Plex Mono"/>
                <a:ea typeface="IBM Plex Mono"/>
                <a:cs typeface="IBM Plex Mono"/>
                <a:sym typeface="IBM Plex Mono"/>
              </a:endParaRPr>
            </a:p>
          </p:txBody>
        </p:sp>
        <p:sp>
          <p:nvSpPr>
            <p:cNvPr id="2087" name="Google Shape;2087;p52">
              <a:extLst>
                <a:ext uri="{FF2B5EF4-FFF2-40B4-BE49-F238E27FC236}">
                  <a16:creationId xmlns:a16="http://schemas.microsoft.com/office/drawing/2014/main" id="{A3AECE2D-C99A-CFE0-6D6D-F205BC3887E1}"/>
                </a:ext>
              </a:extLst>
            </p:cNvPr>
            <p:cNvSpPr txBox="1"/>
            <p:nvPr/>
          </p:nvSpPr>
          <p:spPr>
            <a:xfrm>
              <a:off x="2291696" y="2959641"/>
              <a:ext cx="1276800" cy="429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tx1">
                      <a:lumMod val="75000"/>
                      <a:lumOff val="25000"/>
                    </a:schemeClr>
                  </a:solidFill>
                  <a:latin typeface="IBM Plex Mono"/>
                  <a:ea typeface="IBM Plex Mono"/>
                  <a:cs typeface="IBM Plex Mono"/>
                  <a:sym typeface="IBM Plex Mono"/>
                </a:rPr>
                <a:t>Directed Graph</a:t>
              </a:r>
              <a:endParaRPr sz="2000" b="1" dirty="0">
                <a:solidFill>
                  <a:schemeClr val="tx1">
                    <a:lumMod val="75000"/>
                    <a:lumOff val="25000"/>
                  </a:schemeClr>
                </a:solidFill>
                <a:latin typeface="IBM Plex Mono"/>
                <a:ea typeface="IBM Plex Mono"/>
                <a:cs typeface="IBM Plex Mono"/>
                <a:sym typeface="IBM Plex Mono"/>
              </a:endParaRPr>
            </a:p>
          </p:txBody>
        </p:sp>
        <p:cxnSp>
          <p:nvCxnSpPr>
            <p:cNvPr id="2092" name="Google Shape;2092;p52">
              <a:extLst>
                <a:ext uri="{FF2B5EF4-FFF2-40B4-BE49-F238E27FC236}">
                  <a16:creationId xmlns:a16="http://schemas.microsoft.com/office/drawing/2014/main" id="{CAA8D652-4190-C123-3958-5B919074AA36}"/>
                </a:ext>
              </a:extLst>
            </p:cNvPr>
            <p:cNvCxnSpPr>
              <a:cxnSpLocks/>
            </p:cNvCxnSpPr>
            <p:nvPr/>
          </p:nvCxnSpPr>
          <p:spPr>
            <a:xfrm rot="5400000" flipV="1">
              <a:off x="2096593" y="2000575"/>
              <a:ext cx="788328" cy="855138"/>
            </a:xfrm>
            <a:prstGeom prst="bentConnector3">
              <a:avLst>
                <a:gd name="adj1" fmla="val 50000"/>
              </a:avLst>
            </a:prstGeom>
            <a:noFill/>
            <a:ln w="9525" cap="flat" cmpd="sng">
              <a:solidFill>
                <a:schemeClr val="accent6">
                  <a:lumMod val="50000"/>
                </a:schemeClr>
              </a:solidFill>
              <a:prstDash val="solid"/>
              <a:round/>
              <a:headEnd type="none" w="med" len="med"/>
              <a:tailEnd type="none" w="med" len="med"/>
            </a:ln>
          </p:spPr>
        </p:cxnSp>
        <p:cxnSp>
          <p:nvCxnSpPr>
            <p:cNvPr id="2093" name="Google Shape;2093;p52">
              <a:extLst>
                <a:ext uri="{FF2B5EF4-FFF2-40B4-BE49-F238E27FC236}">
                  <a16:creationId xmlns:a16="http://schemas.microsoft.com/office/drawing/2014/main" id="{FB9E2BA3-DD4F-6944-68E1-0240077D8802}"/>
                </a:ext>
              </a:extLst>
            </p:cNvPr>
            <p:cNvCxnSpPr>
              <a:cxnSpLocks/>
            </p:cNvCxnSpPr>
            <p:nvPr/>
          </p:nvCxnSpPr>
          <p:spPr>
            <a:xfrm rot="5400000">
              <a:off x="1223380" y="1982501"/>
              <a:ext cx="788328" cy="891287"/>
            </a:xfrm>
            <a:prstGeom prst="bentConnector3">
              <a:avLst>
                <a:gd name="adj1" fmla="val 50000"/>
              </a:avLst>
            </a:prstGeom>
            <a:noFill/>
            <a:ln w="9525" cap="flat" cmpd="sng">
              <a:solidFill>
                <a:schemeClr val="accent6">
                  <a:lumMod val="50000"/>
                </a:schemeClr>
              </a:solidFill>
              <a:prstDash val="solid"/>
              <a:round/>
              <a:headEnd type="none" w="med" len="med"/>
              <a:tailEnd type="none" w="med" len="med"/>
            </a:ln>
          </p:spPr>
        </p:cxnSp>
        <p:cxnSp>
          <p:nvCxnSpPr>
            <p:cNvPr id="2096" name="Google Shape;2096;p52">
              <a:extLst>
                <a:ext uri="{FF2B5EF4-FFF2-40B4-BE49-F238E27FC236}">
                  <a16:creationId xmlns:a16="http://schemas.microsoft.com/office/drawing/2014/main" id="{234B1E6A-535E-0EFA-A4AC-E4865985673A}"/>
                </a:ext>
              </a:extLst>
            </p:cNvPr>
            <p:cNvCxnSpPr>
              <a:cxnSpLocks/>
            </p:cNvCxnSpPr>
            <p:nvPr/>
          </p:nvCxnSpPr>
          <p:spPr>
            <a:xfrm rot="16200000" flipV="1">
              <a:off x="2825876" y="3768179"/>
              <a:ext cx="724656" cy="551027"/>
            </a:xfrm>
            <a:prstGeom prst="bentConnector3">
              <a:avLst>
                <a:gd name="adj1" fmla="val 49999"/>
              </a:avLst>
            </a:prstGeom>
            <a:noFill/>
            <a:ln w="9525" cap="flat" cmpd="sng">
              <a:solidFill>
                <a:schemeClr val="lt2"/>
              </a:solidFill>
              <a:prstDash val="solid"/>
              <a:round/>
              <a:headEnd type="none" w="med" len="med"/>
              <a:tailEnd type="none" w="med" len="med"/>
            </a:ln>
          </p:spPr>
        </p:cxnSp>
        <p:cxnSp>
          <p:nvCxnSpPr>
            <p:cNvPr id="2097" name="Google Shape;2097;p52">
              <a:extLst>
                <a:ext uri="{FF2B5EF4-FFF2-40B4-BE49-F238E27FC236}">
                  <a16:creationId xmlns:a16="http://schemas.microsoft.com/office/drawing/2014/main" id="{9030F3B8-CFE9-49B9-2712-4D1A586D3E8D}"/>
                </a:ext>
              </a:extLst>
            </p:cNvPr>
            <p:cNvCxnSpPr>
              <a:cxnSpLocks/>
            </p:cNvCxnSpPr>
            <p:nvPr/>
          </p:nvCxnSpPr>
          <p:spPr>
            <a:xfrm rot="5400000">
              <a:off x="2284354" y="3765385"/>
              <a:ext cx="700112" cy="556616"/>
            </a:xfrm>
            <a:prstGeom prst="bentConnector3">
              <a:avLst>
                <a:gd name="adj1" fmla="val 50000"/>
              </a:avLst>
            </a:prstGeom>
            <a:noFill/>
            <a:ln w="9525" cap="flat" cmpd="sng">
              <a:solidFill>
                <a:schemeClr val="lt2"/>
              </a:solidFill>
              <a:prstDash val="solid"/>
              <a:round/>
              <a:headEnd type="none" w="med" len="med"/>
              <a:tailEnd type="none" w="med" len="med"/>
            </a:ln>
          </p:spPr>
        </p:cxnSp>
        <p:sp>
          <p:nvSpPr>
            <p:cNvPr id="33" name="Google Shape;2081;p52">
              <a:extLst>
                <a:ext uri="{FF2B5EF4-FFF2-40B4-BE49-F238E27FC236}">
                  <a16:creationId xmlns:a16="http://schemas.microsoft.com/office/drawing/2014/main" id="{C7AA9098-B97A-4212-6EB1-D6910D72489E}"/>
                </a:ext>
              </a:extLst>
            </p:cNvPr>
            <p:cNvSpPr txBox="1"/>
            <p:nvPr/>
          </p:nvSpPr>
          <p:spPr>
            <a:xfrm>
              <a:off x="4519264" y="1537217"/>
              <a:ext cx="1276800" cy="429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2000" b="1" dirty="0">
                  <a:solidFill>
                    <a:schemeClr val="tx1"/>
                  </a:solidFill>
                  <a:latin typeface="IBM Plex Mono"/>
                  <a:ea typeface="IBM Plex Mono"/>
                  <a:cs typeface="IBM Plex Mono"/>
                  <a:sym typeface="IBM Plex Mono"/>
                </a:rPr>
                <a:t>Graphs</a:t>
              </a:r>
            </a:p>
          </p:txBody>
        </p:sp>
        <p:sp>
          <p:nvSpPr>
            <p:cNvPr id="34" name="Google Shape;2082;p52">
              <a:extLst>
                <a:ext uri="{FF2B5EF4-FFF2-40B4-BE49-F238E27FC236}">
                  <a16:creationId xmlns:a16="http://schemas.microsoft.com/office/drawing/2014/main" id="{94266BF9-CDF5-A52D-D2C3-9237FFE1C9A6}"/>
                </a:ext>
              </a:extLst>
            </p:cNvPr>
            <p:cNvSpPr txBox="1"/>
            <p:nvPr/>
          </p:nvSpPr>
          <p:spPr>
            <a:xfrm rot="10800000" flipV="1">
              <a:off x="3644046" y="2960503"/>
              <a:ext cx="1276800" cy="429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accent2">
                      <a:lumMod val="75000"/>
                    </a:schemeClr>
                  </a:solidFill>
                  <a:latin typeface="IBM Plex Mono"/>
                  <a:ea typeface="IBM Plex Mono"/>
                  <a:cs typeface="IBM Plex Mono"/>
                  <a:sym typeface="IBM Plex Mono"/>
                </a:rPr>
                <a:t>Unweighted Graph</a:t>
              </a:r>
              <a:endParaRPr sz="2000" b="1" dirty="0">
                <a:solidFill>
                  <a:schemeClr val="accent2">
                    <a:lumMod val="75000"/>
                  </a:schemeClr>
                </a:solidFill>
                <a:latin typeface="IBM Plex Mono"/>
                <a:ea typeface="IBM Plex Mono"/>
                <a:cs typeface="IBM Plex Mono"/>
                <a:sym typeface="IBM Plex Mono"/>
              </a:endParaRPr>
            </a:p>
          </p:txBody>
        </p:sp>
        <p:sp>
          <p:nvSpPr>
            <p:cNvPr id="35" name="Google Shape;2087;p52">
              <a:extLst>
                <a:ext uri="{FF2B5EF4-FFF2-40B4-BE49-F238E27FC236}">
                  <a16:creationId xmlns:a16="http://schemas.microsoft.com/office/drawing/2014/main" id="{2315D65C-3CF0-5E42-5179-1C080EB582D7}"/>
                </a:ext>
              </a:extLst>
            </p:cNvPr>
            <p:cNvSpPr txBox="1"/>
            <p:nvPr/>
          </p:nvSpPr>
          <p:spPr>
            <a:xfrm>
              <a:off x="5374401" y="2959999"/>
              <a:ext cx="1276800" cy="429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2000" b="1" dirty="0">
                  <a:solidFill>
                    <a:schemeClr val="accent2">
                      <a:lumMod val="75000"/>
                    </a:schemeClr>
                  </a:solidFill>
                  <a:latin typeface="IBM Plex Mono"/>
                  <a:ea typeface="IBM Plex Mono"/>
                  <a:cs typeface="IBM Plex Mono"/>
                  <a:sym typeface="IBM Plex Mono"/>
                </a:rPr>
                <a:t>Weighted Graph</a:t>
              </a:r>
            </a:p>
          </p:txBody>
        </p:sp>
        <p:cxnSp>
          <p:nvCxnSpPr>
            <p:cNvPr id="36" name="Google Shape;2092;p52">
              <a:extLst>
                <a:ext uri="{FF2B5EF4-FFF2-40B4-BE49-F238E27FC236}">
                  <a16:creationId xmlns:a16="http://schemas.microsoft.com/office/drawing/2014/main" id="{2EE56FF0-7C69-9270-1E42-C819CD1154A9}"/>
                </a:ext>
              </a:extLst>
            </p:cNvPr>
            <p:cNvCxnSpPr>
              <a:cxnSpLocks/>
            </p:cNvCxnSpPr>
            <p:nvPr/>
          </p:nvCxnSpPr>
          <p:spPr>
            <a:xfrm rot="5400000" flipV="1">
              <a:off x="5191068" y="1975467"/>
              <a:ext cx="788328" cy="855138"/>
            </a:xfrm>
            <a:prstGeom prst="bentConnector3">
              <a:avLst>
                <a:gd name="adj1" fmla="val 50000"/>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7" name="Google Shape;2093;p52">
              <a:extLst>
                <a:ext uri="{FF2B5EF4-FFF2-40B4-BE49-F238E27FC236}">
                  <a16:creationId xmlns:a16="http://schemas.microsoft.com/office/drawing/2014/main" id="{2DBC5CB0-5B1A-BAA7-4F4F-277123E14137}"/>
                </a:ext>
              </a:extLst>
            </p:cNvPr>
            <p:cNvCxnSpPr>
              <a:cxnSpLocks/>
            </p:cNvCxnSpPr>
            <p:nvPr/>
          </p:nvCxnSpPr>
          <p:spPr>
            <a:xfrm rot="5400000">
              <a:off x="4317855" y="1957393"/>
              <a:ext cx="788328" cy="891287"/>
            </a:xfrm>
            <a:prstGeom prst="bentConnector3">
              <a:avLst>
                <a:gd name="adj1" fmla="val 50000"/>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32" name="Google Shape;2091;p52">
            <a:extLst>
              <a:ext uri="{FF2B5EF4-FFF2-40B4-BE49-F238E27FC236}">
                <a16:creationId xmlns:a16="http://schemas.microsoft.com/office/drawing/2014/main" id="{9CCD4BF7-0266-E385-44F7-95629ACDC07A}"/>
              </a:ext>
            </a:extLst>
          </p:cNvPr>
          <p:cNvSpPr txBox="1"/>
          <p:nvPr/>
        </p:nvSpPr>
        <p:spPr>
          <a:xfrm>
            <a:off x="3693734" y="4370918"/>
            <a:ext cx="1276800" cy="429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dirty="0">
                <a:solidFill>
                  <a:schemeClr val="tx2">
                    <a:lumMod val="75000"/>
                  </a:schemeClr>
                </a:solidFill>
                <a:latin typeface="IBM Plex Mono"/>
                <a:ea typeface="IBM Plex Mono"/>
                <a:cs typeface="IBM Plex Mono"/>
                <a:sym typeface="IBM Plex Mono"/>
              </a:rPr>
              <a:t>Acyclic</a:t>
            </a:r>
            <a:endParaRPr sz="2000" b="1" dirty="0">
              <a:solidFill>
                <a:schemeClr val="tx2">
                  <a:lumMod val="75000"/>
                </a:schemeClr>
              </a:solidFill>
              <a:latin typeface="IBM Plex Mono"/>
              <a:ea typeface="IBM Plex Mono"/>
              <a:cs typeface="IBM Plex Mono"/>
              <a:sym typeface="IBM Plex Mono"/>
            </a:endParaRPr>
          </a:p>
        </p:txBody>
      </p:sp>
    </p:spTree>
    <p:extLst>
      <p:ext uri="{BB962C8B-B14F-4D97-AF65-F5344CB8AC3E}">
        <p14:creationId xmlns:p14="http://schemas.microsoft.com/office/powerpoint/2010/main" val="3630351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72839FE3-D3FD-8697-DC26-88842C279F75}"/>
            </a:ext>
          </a:extLst>
        </p:cNvPr>
        <p:cNvGrpSpPr/>
        <p:nvPr/>
      </p:nvGrpSpPr>
      <p:grpSpPr>
        <a:xfrm>
          <a:off x="0" y="0"/>
          <a:ext cx="0" cy="0"/>
          <a:chOff x="0" y="0"/>
          <a:chExt cx="0" cy="0"/>
        </a:xfrm>
      </p:grpSpPr>
      <p:grpSp>
        <p:nvGrpSpPr>
          <p:cNvPr id="1484" name="Google Shape;1484;p38">
            <a:extLst>
              <a:ext uri="{FF2B5EF4-FFF2-40B4-BE49-F238E27FC236}">
                <a16:creationId xmlns:a16="http://schemas.microsoft.com/office/drawing/2014/main" id="{17189EF5-9239-7E2E-8798-3508A0DB9EDD}"/>
              </a:ext>
            </a:extLst>
          </p:cNvPr>
          <p:cNvGrpSpPr/>
          <p:nvPr/>
        </p:nvGrpSpPr>
        <p:grpSpPr>
          <a:xfrm>
            <a:off x="6487513" y="-1301175"/>
            <a:ext cx="4268216" cy="6666030"/>
            <a:chOff x="6128138" y="-1301175"/>
            <a:chExt cx="4268216" cy="6666030"/>
          </a:xfrm>
        </p:grpSpPr>
        <p:sp>
          <p:nvSpPr>
            <p:cNvPr id="1485" name="Google Shape;1485;p38">
              <a:extLst>
                <a:ext uri="{FF2B5EF4-FFF2-40B4-BE49-F238E27FC236}">
                  <a16:creationId xmlns:a16="http://schemas.microsoft.com/office/drawing/2014/main" id="{86E295FD-F9C4-2172-194C-2E613E308003}"/>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a:extLst>
                <a:ext uri="{FF2B5EF4-FFF2-40B4-BE49-F238E27FC236}">
                  <a16:creationId xmlns:a16="http://schemas.microsoft.com/office/drawing/2014/main" id="{0AF22294-A680-872E-951B-7F4E40B5EB5E}"/>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a:extLst>
                <a:ext uri="{FF2B5EF4-FFF2-40B4-BE49-F238E27FC236}">
                  <a16:creationId xmlns:a16="http://schemas.microsoft.com/office/drawing/2014/main" id="{4F329478-1071-EAE2-F950-121E96C94FEF}"/>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a:extLst>
                <a:ext uri="{FF2B5EF4-FFF2-40B4-BE49-F238E27FC236}">
                  <a16:creationId xmlns:a16="http://schemas.microsoft.com/office/drawing/2014/main" id="{2849906D-CFC0-B971-8834-87612215D3CB}"/>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a:extLst>
                <a:ext uri="{FF2B5EF4-FFF2-40B4-BE49-F238E27FC236}">
                  <a16:creationId xmlns:a16="http://schemas.microsoft.com/office/drawing/2014/main" id="{1CED8C8B-3691-71A0-71B6-1B959113E6FE}"/>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a:extLst>
                <a:ext uri="{FF2B5EF4-FFF2-40B4-BE49-F238E27FC236}">
                  <a16:creationId xmlns:a16="http://schemas.microsoft.com/office/drawing/2014/main" id="{E5CDB554-8AF7-50F9-9BCD-E1CE167870AD}"/>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a:extLst>
                <a:ext uri="{FF2B5EF4-FFF2-40B4-BE49-F238E27FC236}">
                  <a16:creationId xmlns:a16="http://schemas.microsoft.com/office/drawing/2014/main" id="{B3860819-C778-2F58-CE59-CD299D711F5A}"/>
                </a:ext>
              </a:extLst>
            </p:cNvPr>
            <p:cNvGrpSpPr/>
            <p:nvPr/>
          </p:nvGrpSpPr>
          <p:grpSpPr>
            <a:xfrm rot="5400000">
              <a:off x="7873341" y="4254316"/>
              <a:ext cx="708100" cy="708500"/>
              <a:chOff x="3678700" y="407275"/>
              <a:chExt cx="708100" cy="708500"/>
            </a:xfrm>
          </p:grpSpPr>
          <p:sp>
            <p:nvSpPr>
              <p:cNvPr id="1492" name="Google Shape;1492;p38">
                <a:extLst>
                  <a:ext uri="{FF2B5EF4-FFF2-40B4-BE49-F238E27FC236}">
                    <a16:creationId xmlns:a16="http://schemas.microsoft.com/office/drawing/2014/main" id="{D73DC04C-4799-3C61-09D6-D984F67BA70A}"/>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a:extLst>
                  <a:ext uri="{FF2B5EF4-FFF2-40B4-BE49-F238E27FC236}">
                    <a16:creationId xmlns:a16="http://schemas.microsoft.com/office/drawing/2014/main" id="{B18FB0A7-0F3F-BA3A-4A06-FAEAF59B0F5F}"/>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a:extLst>
                  <a:ext uri="{FF2B5EF4-FFF2-40B4-BE49-F238E27FC236}">
                    <a16:creationId xmlns:a16="http://schemas.microsoft.com/office/drawing/2014/main" id="{C7ECB970-95CA-F653-E934-5D794BCFEE43}"/>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2C5B5AEB-AEFC-0DD2-5C78-4497D6DBFAFE}"/>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7D0C9C3C-B538-EFDB-4C4C-B2CC465D3604}"/>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A06FD2B0-CA8A-25EF-353F-D96C50F63B78}"/>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223026C8-F928-7F98-31D6-DC0D385F0393}"/>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a:extLst>
                <a:ext uri="{FF2B5EF4-FFF2-40B4-BE49-F238E27FC236}">
                  <a16:creationId xmlns:a16="http://schemas.microsoft.com/office/drawing/2014/main" id="{9D4EC41B-117E-D298-5ECE-00B4007DF300}"/>
                </a:ext>
              </a:extLst>
            </p:cNvPr>
            <p:cNvGrpSpPr/>
            <p:nvPr/>
          </p:nvGrpSpPr>
          <p:grpSpPr>
            <a:xfrm rot="5400000">
              <a:off x="8639847" y="3354200"/>
              <a:ext cx="457787" cy="458045"/>
              <a:chOff x="3678700" y="407275"/>
              <a:chExt cx="708100" cy="708500"/>
            </a:xfrm>
          </p:grpSpPr>
          <p:sp>
            <p:nvSpPr>
              <p:cNvPr id="1500" name="Google Shape;1500;p38">
                <a:extLst>
                  <a:ext uri="{FF2B5EF4-FFF2-40B4-BE49-F238E27FC236}">
                    <a16:creationId xmlns:a16="http://schemas.microsoft.com/office/drawing/2014/main" id="{733F3DB2-0CCF-88D6-8E73-C4B8FDBBD959}"/>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a:extLst>
                  <a:ext uri="{FF2B5EF4-FFF2-40B4-BE49-F238E27FC236}">
                    <a16:creationId xmlns:a16="http://schemas.microsoft.com/office/drawing/2014/main" id="{8B551EBF-C8FF-F3F7-2C26-9056EE8B2BAD}"/>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233FD00E-0B10-9EC3-218E-B7DBADAFB0C4}"/>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390485C1-AD80-02F1-7BEF-1B89E040A4A8}"/>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6BB05DCA-71B6-825D-F76A-1BC5D99CBE11}"/>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C0B80808-EC4A-7738-076B-48B245D87233}"/>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C879EDE2-5CEF-B7B7-04E4-A45806F0DE11}"/>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a:extLst>
                <a:ext uri="{FF2B5EF4-FFF2-40B4-BE49-F238E27FC236}">
                  <a16:creationId xmlns:a16="http://schemas.microsoft.com/office/drawing/2014/main" id="{E7113187-9DA9-7D5D-6DE7-D1881EEC9859}"/>
                </a:ext>
              </a:extLst>
            </p:cNvPr>
            <p:cNvGrpSpPr/>
            <p:nvPr/>
          </p:nvGrpSpPr>
          <p:grpSpPr>
            <a:xfrm>
              <a:off x="7787267" y="539497"/>
              <a:ext cx="208184" cy="208184"/>
              <a:chOff x="8356813" y="1074288"/>
              <a:chExt cx="351900" cy="351900"/>
            </a:xfrm>
          </p:grpSpPr>
          <p:sp>
            <p:nvSpPr>
              <p:cNvPr id="1508" name="Google Shape;1508;p38">
                <a:extLst>
                  <a:ext uri="{FF2B5EF4-FFF2-40B4-BE49-F238E27FC236}">
                    <a16:creationId xmlns:a16="http://schemas.microsoft.com/office/drawing/2014/main" id="{409CAABE-6428-8F2B-21E7-16C27FA98BB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a:extLst>
                  <a:ext uri="{FF2B5EF4-FFF2-40B4-BE49-F238E27FC236}">
                    <a16:creationId xmlns:a16="http://schemas.microsoft.com/office/drawing/2014/main" id="{83024BD5-86A5-7A32-FBC6-212F0021E321}"/>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a:extLst>
                <a:ext uri="{FF2B5EF4-FFF2-40B4-BE49-F238E27FC236}">
                  <a16:creationId xmlns:a16="http://schemas.microsoft.com/office/drawing/2014/main" id="{7DBF2A8E-5576-73C7-7F4E-9D6E38D560B9}"/>
                </a:ext>
              </a:extLst>
            </p:cNvPr>
            <p:cNvGrpSpPr/>
            <p:nvPr/>
          </p:nvGrpSpPr>
          <p:grpSpPr>
            <a:xfrm>
              <a:off x="7194842" y="2467660"/>
              <a:ext cx="208184" cy="208184"/>
              <a:chOff x="8356813" y="1074288"/>
              <a:chExt cx="351900" cy="351900"/>
            </a:xfrm>
          </p:grpSpPr>
          <p:sp>
            <p:nvSpPr>
              <p:cNvPr id="1511" name="Google Shape;1511;p38">
                <a:extLst>
                  <a:ext uri="{FF2B5EF4-FFF2-40B4-BE49-F238E27FC236}">
                    <a16:creationId xmlns:a16="http://schemas.microsoft.com/office/drawing/2014/main" id="{5C741C3C-6129-F960-6003-A146D79ED991}"/>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12E6989C-ADA0-C207-7930-C545F99FE36C}"/>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a:extLst>
                <a:ext uri="{FF2B5EF4-FFF2-40B4-BE49-F238E27FC236}">
                  <a16:creationId xmlns:a16="http://schemas.microsoft.com/office/drawing/2014/main" id="{C594A91A-7114-F5AF-394B-7369B63A14ED}"/>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a:extLst>
              <a:ext uri="{FF2B5EF4-FFF2-40B4-BE49-F238E27FC236}">
                <a16:creationId xmlns:a16="http://schemas.microsoft.com/office/drawing/2014/main" id="{64642C15-D7BA-3B53-3758-6BE9230DCA5B}"/>
              </a:ext>
            </a:extLst>
          </p:cNvPr>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1515" name="Google Shape;1515;p38">
            <a:extLst>
              <a:ext uri="{FF2B5EF4-FFF2-40B4-BE49-F238E27FC236}">
                <a16:creationId xmlns:a16="http://schemas.microsoft.com/office/drawing/2014/main" id="{0AE05BF4-970A-C03C-1AFF-EAFCF13A4500}"/>
              </a:ext>
            </a:extLst>
          </p:cNvPr>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a:extLst>
              <a:ext uri="{FF2B5EF4-FFF2-40B4-BE49-F238E27FC236}">
                <a16:creationId xmlns:a16="http://schemas.microsoft.com/office/drawing/2014/main" id="{5859AF8D-BB1B-87E5-4623-247C9A2413B2}"/>
              </a:ext>
            </a:extLst>
          </p:cNvPr>
          <p:cNvSpPr txBox="1">
            <a:spLocks noGrp="1"/>
          </p:cNvSpPr>
          <p:nvPr>
            <p:ph type="title"/>
          </p:nvPr>
        </p:nvSpPr>
        <p:spPr>
          <a:xfrm>
            <a:off x="719999" y="2079325"/>
            <a:ext cx="5767513"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Graph Representation</a:t>
            </a:r>
          </a:p>
        </p:txBody>
      </p:sp>
      <p:grpSp>
        <p:nvGrpSpPr>
          <p:cNvPr id="1523" name="Google Shape;1523;p38">
            <a:extLst>
              <a:ext uri="{FF2B5EF4-FFF2-40B4-BE49-F238E27FC236}">
                <a16:creationId xmlns:a16="http://schemas.microsoft.com/office/drawing/2014/main" id="{6F733C21-FE19-42F6-7CBE-7EFCC02F6313}"/>
              </a:ext>
            </a:extLst>
          </p:cNvPr>
          <p:cNvGrpSpPr/>
          <p:nvPr/>
        </p:nvGrpSpPr>
        <p:grpSpPr>
          <a:xfrm>
            <a:off x="796100" y="3019701"/>
            <a:ext cx="5767513" cy="220574"/>
            <a:chOff x="796100" y="3019701"/>
            <a:chExt cx="4558967" cy="134100"/>
          </a:xfrm>
        </p:grpSpPr>
        <p:sp>
          <p:nvSpPr>
            <p:cNvPr id="1524" name="Google Shape;1524;p38">
              <a:extLst>
                <a:ext uri="{FF2B5EF4-FFF2-40B4-BE49-F238E27FC236}">
                  <a16:creationId xmlns:a16="http://schemas.microsoft.com/office/drawing/2014/main" id="{B47BE786-B303-1107-80A1-05DF3F191B61}"/>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E939FCEC-4062-8AFC-3F7E-A70DA6CD873D}"/>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8C60985A-E2A0-B781-9D17-4CB899E1323A}"/>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99135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E39F872D-408F-08C3-916F-DC3CC0A3DF95}"/>
            </a:ext>
          </a:extLst>
        </p:cNvPr>
        <p:cNvGrpSpPr/>
        <p:nvPr/>
      </p:nvGrpSpPr>
      <p:grpSpPr>
        <a:xfrm>
          <a:off x="0" y="0"/>
          <a:ext cx="0" cy="0"/>
          <a:chOff x="0" y="0"/>
          <a:chExt cx="0" cy="0"/>
        </a:xfrm>
      </p:grpSpPr>
      <p:sp>
        <p:nvSpPr>
          <p:cNvPr id="1635" name="Google Shape;1635;p41">
            <a:extLst>
              <a:ext uri="{FF2B5EF4-FFF2-40B4-BE49-F238E27FC236}">
                <a16:creationId xmlns:a16="http://schemas.microsoft.com/office/drawing/2014/main" id="{5E1A3226-0D50-92F1-20C5-1545CE584AD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Graph Representation Techniques</a:t>
            </a:r>
          </a:p>
        </p:txBody>
      </p:sp>
      <p:sp>
        <p:nvSpPr>
          <p:cNvPr id="1636" name="Google Shape;1636;p41">
            <a:extLst>
              <a:ext uri="{FF2B5EF4-FFF2-40B4-BE49-F238E27FC236}">
                <a16:creationId xmlns:a16="http://schemas.microsoft.com/office/drawing/2014/main" id="{0258D21B-929E-3368-00AF-63E4B1C6D09A}"/>
              </a:ext>
            </a:extLst>
          </p:cNvPr>
          <p:cNvSpPr txBox="1">
            <a:spLocks noGrp="1"/>
          </p:cNvSpPr>
          <p:nvPr>
            <p:ph type="subTitle" idx="1"/>
          </p:nvPr>
        </p:nvSpPr>
        <p:spPr>
          <a:xfrm>
            <a:off x="4999902" y="2372500"/>
            <a:ext cx="2528657" cy="132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 adjacency matrix uses a </a:t>
            </a:r>
            <a:r>
              <a:rPr lang="en-US" b="1" dirty="0"/>
              <a:t>2D array </a:t>
            </a:r>
            <a:r>
              <a:rPr lang="en-US" dirty="0"/>
              <a:t>to represent a graph, with rows and columns corresponding to nodes.</a:t>
            </a:r>
          </a:p>
        </p:txBody>
      </p:sp>
      <p:sp>
        <p:nvSpPr>
          <p:cNvPr id="1637" name="Google Shape;1637;p41">
            <a:extLst>
              <a:ext uri="{FF2B5EF4-FFF2-40B4-BE49-F238E27FC236}">
                <a16:creationId xmlns:a16="http://schemas.microsoft.com/office/drawing/2014/main" id="{B5761984-7209-3305-A1DF-94D4154311A2}"/>
              </a:ext>
            </a:extLst>
          </p:cNvPr>
          <p:cNvSpPr txBox="1">
            <a:spLocks noGrp="1"/>
          </p:cNvSpPr>
          <p:nvPr>
            <p:ph type="subTitle" idx="2"/>
          </p:nvPr>
        </p:nvSpPr>
        <p:spPr>
          <a:xfrm>
            <a:off x="883343" y="2404440"/>
            <a:ext cx="2910440" cy="132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 adjacency list represents a graph as a </a:t>
            </a:r>
            <a:r>
              <a:rPr lang="en-US" b="1" dirty="0"/>
              <a:t>collection of lists</a:t>
            </a:r>
            <a:r>
              <a:rPr lang="en-US" dirty="0"/>
              <a:t>. </a:t>
            </a:r>
          </a:p>
          <a:p>
            <a:pPr marL="0" lvl="0" indent="0" algn="l" rtl="0">
              <a:spcBef>
                <a:spcPts val="0"/>
              </a:spcBef>
              <a:spcAft>
                <a:spcPts val="0"/>
              </a:spcAft>
              <a:buNone/>
            </a:pPr>
            <a:r>
              <a:rPr lang="en-US" dirty="0"/>
              <a:t>Each list corresponds to a node and contains the nodes it is connected to. </a:t>
            </a:r>
          </a:p>
        </p:txBody>
      </p:sp>
      <p:sp>
        <p:nvSpPr>
          <p:cNvPr id="1638" name="Google Shape;1638;p41">
            <a:extLst>
              <a:ext uri="{FF2B5EF4-FFF2-40B4-BE49-F238E27FC236}">
                <a16:creationId xmlns:a16="http://schemas.microsoft.com/office/drawing/2014/main" id="{A3D536F8-9E39-1BC1-025D-242CD77B9270}"/>
              </a:ext>
            </a:extLst>
          </p:cNvPr>
          <p:cNvSpPr txBox="1">
            <a:spLocks noGrp="1"/>
          </p:cNvSpPr>
          <p:nvPr>
            <p:ph type="subTitle" idx="3"/>
          </p:nvPr>
        </p:nvSpPr>
        <p:spPr>
          <a:xfrm>
            <a:off x="4999908" y="2048488"/>
            <a:ext cx="4144092"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Adjacency Matrix</a:t>
            </a:r>
          </a:p>
        </p:txBody>
      </p:sp>
      <p:sp>
        <p:nvSpPr>
          <p:cNvPr id="1639" name="Google Shape;1639;p41">
            <a:extLst>
              <a:ext uri="{FF2B5EF4-FFF2-40B4-BE49-F238E27FC236}">
                <a16:creationId xmlns:a16="http://schemas.microsoft.com/office/drawing/2014/main" id="{3B84ACD1-6A8E-FDE3-2322-CDA029C52EDB}"/>
              </a:ext>
            </a:extLst>
          </p:cNvPr>
          <p:cNvSpPr txBox="1">
            <a:spLocks noGrp="1"/>
          </p:cNvSpPr>
          <p:nvPr>
            <p:ph type="subTitle" idx="4"/>
          </p:nvPr>
        </p:nvSpPr>
        <p:spPr>
          <a:xfrm>
            <a:off x="883343" y="2122901"/>
            <a:ext cx="2340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Adjacency List</a:t>
            </a:r>
          </a:p>
        </p:txBody>
      </p:sp>
      <p:grpSp>
        <p:nvGrpSpPr>
          <p:cNvPr id="2" name="Google Shape;2512;p65">
            <a:extLst>
              <a:ext uri="{FF2B5EF4-FFF2-40B4-BE49-F238E27FC236}">
                <a16:creationId xmlns:a16="http://schemas.microsoft.com/office/drawing/2014/main" id="{73035C64-8AFF-5522-B0EC-5489D5775D73}"/>
              </a:ext>
            </a:extLst>
          </p:cNvPr>
          <p:cNvGrpSpPr/>
          <p:nvPr/>
        </p:nvGrpSpPr>
        <p:grpSpPr>
          <a:xfrm>
            <a:off x="5081067" y="1551904"/>
            <a:ext cx="432288" cy="341145"/>
            <a:chOff x="5554075" y="3770358"/>
            <a:chExt cx="476669" cy="395898"/>
          </a:xfrm>
        </p:grpSpPr>
        <p:sp>
          <p:nvSpPr>
            <p:cNvPr id="3" name="Google Shape;2513;p65">
              <a:extLst>
                <a:ext uri="{FF2B5EF4-FFF2-40B4-BE49-F238E27FC236}">
                  <a16:creationId xmlns:a16="http://schemas.microsoft.com/office/drawing/2014/main" id="{B9FD2495-5801-6393-0CD4-9B1F7421C502}"/>
                </a:ext>
              </a:extLst>
            </p:cNvPr>
            <p:cNvSpPr/>
            <p:nvPr/>
          </p:nvSpPr>
          <p:spPr>
            <a:xfrm>
              <a:off x="5554075" y="3770358"/>
              <a:ext cx="476669" cy="395898"/>
            </a:xfrm>
            <a:custGeom>
              <a:avLst/>
              <a:gdLst/>
              <a:ahLst/>
              <a:cxnLst/>
              <a:rect l="l" t="t" r="r" b="b"/>
              <a:pathLst>
                <a:path w="12582" h="10450" extrusionOk="0">
                  <a:moveTo>
                    <a:pt x="11938" y="360"/>
                  </a:moveTo>
                  <a:cubicBezTo>
                    <a:pt x="12096" y="360"/>
                    <a:pt x="12224" y="488"/>
                    <a:pt x="12224" y="647"/>
                  </a:cubicBezTo>
                  <a:lnTo>
                    <a:pt x="12224" y="7111"/>
                  </a:lnTo>
                  <a:lnTo>
                    <a:pt x="11764" y="7111"/>
                  </a:lnTo>
                  <a:lnTo>
                    <a:pt x="11764" y="1043"/>
                  </a:lnTo>
                  <a:cubicBezTo>
                    <a:pt x="11764" y="938"/>
                    <a:pt x="11679" y="851"/>
                    <a:pt x="11572" y="851"/>
                  </a:cubicBezTo>
                  <a:lnTo>
                    <a:pt x="9914" y="851"/>
                  </a:lnTo>
                  <a:cubicBezTo>
                    <a:pt x="9890" y="851"/>
                    <a:pt x="9867" y="860"/>
                    <a:pt x="9851" y="879"/>
                  </a:cubicBezTo>
                  <a:cubicBezTo>
                    <a:pt x="9711" y="1032"/>
                    <a:pt x="9817" y="1211"/>
                    <a:pt x="9966" y="1211"/>
                  </a:cubicBezTo>
                  <a:lnTo>
                    <a:pt x="11307" y="1211"/>
                  </a:lnTo>
                  <a:cubicBezTo>
                    <a:pt x="11342" y="1211"/>
                    <a:pt x="11371" y="1240"/>
                    <a:pt x="11371" y="1275"/>
                  </a:cubicBezTo>
                  <a:lnTo>
                    <a:pt x="11371" y="7109"/>
                  </a:lnTo>
                  <a:lnTo>
                    <a:pt x="1181" y="7109"/>
                  </a:lnTo>
                  <a:lnTo>
                    <a:pt x="1181" y="1280"/>
                  </a:lnTo>
                  <a:cubicBezTo>
                    <a:pt x="1181" y="1280"/>
                    <a:pt x="1228" y="1216"/>
                    <a:pt x="1264" y="1212"/>
                  </a:cubicBezTo>
                  <a:lnTo>
                    <a:pt x="9053" y="1212"/>
                  </a:lnTo>
                  <a:cubicBezTo>
                    <a:pt x="9056" y="1212"/>
                    <a:pt x="9058" y="1212"/>
                    <a:pt x="9061" y="1212"/>
                  </a:cubicBezTo>
                  <a:cubicBezTo>
                    <a:pt x="9160" y="1212"/>
                    <a:pt x="9238" y="1131"/>
                    <a:pt x="9238" y="1033"/>
                  </a:cubicBezTo>
                  <a:cubicBezTo>
                    <a:pt x="9238" y="932"/>
                    <a:pt x="9159" y="852"/>
                    <a:pt x="9059" y="852"/>
                  </a:cubicBezTo>
                  <a:cubicBezTo>
                    <a:pt x="9057" y="852"/>
                    <a:pt x="9055" y="852"/>
                    <a:pt x="9053" y="852"/>
                  </a:cubicBezTo>
                  <a:lnTo>
                    <a:pt x="1264" y="852"/>
                  </a:lnTo>
                  <a:cubicBezTo>
                    <a:pt x="1263" y="852"/>
                    <a:pt x="1262" y="852"/>
                    <a:pt x="1261" y="852"/>
                  </a:cubicBezTo>
                  <a:cubicBezTo>
                    <a:pt x="1024" y="852"/>
                    <a:pt x="820" y="1281"/>
                    <a:pt x="820" y="1281"/>
                  </a:cubicBezTo>
                  <a:lnTo>
                    <a:pt x="820" y="7110"/>
                  </a:lnTo>
                  <a:lnTo>
                    <a:pt x="361" y="7110"/>
                  </a:lnTo>
                  <a:lnTo>
                    <a:pt x="361" y="647"/>
                  </a:lnTo>
                  <a:cubicBezTo>
                    <a:pt x="361" y="488"/>
                    <a:pt x="490" y="360"/>
                    <a:pt x="648" y="360"/>
                  </a:cubicBezTo>
                  <a:close/>
                  <a:moveTo>
                    <a:pt x="12220" y="7470"/>
                  </a:moveTo>
                  <a:lnTo>
                    <a:pt x="12220" y="8036"/>
                  </a:lnTo>
                  <a:cubicBezTo>
                    <a:pt x="12221" y="8195"/>
                    <a:pt x="12094" y="8323"/>
                    <a:pt x="11935" y="8323"/>
                  </a:cubicBezTo>
                  <a:lnTo>
                    <a:pt x="646" y="8323"/>
                  </a:lnTo>
                  <a:cubicBezTo>
                    <a:pt x="488" y="8323"/>
                    <a:pt x="359" y="8195"/>
                    <a:pt x="359" y="8036"/>
                  </a:cubicBezTo>
                  <a:lnTo>
                    <a:pt x="359" y="7470"/>
                  </a:lnTo>
                  <a:close/>
                  <a:moveTo>
                    <a:pt x="655" y="0"/>
                  </a:moveTo>
                  <a:cubicBezTo>
                    <a:pt x="294" y="0"/>
                    <a:pt x="1" y="294"/>
                    <a:pt x="1" y="655"/>
                  </a:cubicBezTo>
                  <a:lnTo>
                    <a:pt x="1" y="8028"/>
                  </a:lnTo>
                  <a:cubicBezTo>
                    <a:pt x="1" y="8390"/>
                    <a:pt x="294" y="8683"/>
                    <a:pt x="655" y="8683"/>
                  </a:cubicBezTo>
                  <a:lnTo>
                    <a:pt x="5172" y="8683"/>
                  </a:lnTo>
                  <a:cubicBezTo>
                    <a:pt x="5160" y="8752"/>
                    <a:pt x="5144" y="8836"/>
                    <a:pt x="5125" y="8928"/>
                  </a:cubicBezTo>
                  <a:cubicBezTo>
                    <a:pt x="5104" y="9028"/>
                    <a:pt x="5167" y="9124"/>
                    <a:pt x="5267" y="9145"/>
                  </a:cubicBezTo>
                  <a:cubicBezTo>
                    <a:pt x="5280" y="9148"/>
                    <a:pt x="5292" y="9149"/>
                    <a:pt x="5305" y="9149"/>
                  </a:cubicBezTo>
                  <a:cubicBezTo>
                    <a:pt x="5390" y="9149"/>
                    <a:pt x="5467" y="9089"/>
                    <a:pt x="5485" y="9002"/>
                  </a:cubicBezTo>
                  <a:cubicBezTo>
                    <a:pt x="5511" y="8876"/>
                    <a:pt x="5531" y="8766"/>
                    <a:pt x="5545" y="8683"/>
                  </a:cubicBezTo>
                  <a:lnTo>
                    <a:pt x="7019" y="8683"/>
                  </a:lnTo>
                  <a:cubicBezTo>
                    <a:pt x="7067" y="8973"/>
                    <a:pt x="7189" y="9601"/>
                    <a:pt x="7400" y="10092"/>
                  </a:cubicBezTo>
                  <a:lnTo>
                    <a:pt x="5171" y="10092"/>
                  </a:lnTo>
                  <a:cubicBezTo>
                    <a:pt x="5201" y="10023"/>
                    <a:pt x="5230" y="9947"/>
                    <a:pt x="5260" y="9868"/>
                  </a:cubicBezTo>
                  <a:cubicBezTo>
                    <a:pt x="5293" y="9773"/>
                    <a:pt x="5244" y="9672"/>
                    <a:pt x="5147" y="9637"/>
                  </a:cubicBezTo>
                  <a:cubicBezTo>
                    <a:pt x="5126" y="9630"/>
                    <a:pt x="5106" y="9627"/>
                    <a:pt x="5086" y="9627"/>
                  </a:cubicBezTo>
                  <a:cubicBezTo>
                    <a:pt x="5010" y="9627"/>
                    <a:pt x="4938" y="9673"/>
                    <a:pt x="4911" y="9747"/>
                  </a:cubicBezTo>
                  <a:cubicBezTo>
                    <a:pt x="4864" y="9879"/>
                    <a:pt x="4813" y="9994"/>
                    <a:pt x="4762" y="10091"/>
                  </a:cubicBezTo>
                  <a:lnTo>
                    <a:pt x="3743" y="10091"/>
                  </a:lnTo>
                  <a:cubicBezTo>
                    <a:pt x="3648" y="10091"/>
                    <a:pt x="3563" y="10160"/>
                    <a:pt x="3553" y="10254"/>
                  </a:cubicBezTo>
                  <a:cubicBezTo>
                    <a:pt x="3544" y="10361"/>
                    <a:pt x="3630" y="10450"/>
                    <a:pt x="3737" y="10450"/>
                  </a:cubicBezTo>
                  <a:lnTo>
                    <a:pt x="8833" y="10450"/>
                  </a:lnTo>
                  <a:cubicBezTo>
                    <a:pt x="8930" y="10450"/>
                    <a:pt x="9014" y="10381"/>
                    <a:pt x="9024" y="10286"/>
                  </a:cubicBezTo>
                  <a:cubicBezTo>
                    <a:pt x="9032" y="10180"/>
                    <a:pt x="8947" y="10091"/>
                    <a:pt x="8841" y="10091"/>
                  </a:cubicBezTo>
                  <a:lnTo>
                    <a:pt x="7816" y="10091"/>
                  </a:lnTo>
                  <a:cubicBezTo>
                    <a:pt x="7596" y="9667"/>
                    <a:pt x="7460" y="9014"/>
                    <a:pt x="7402" y="8682"/>
                  </a:cubicBezTo>
                  <a:lnTo>
                    <a:pt x="11926" y="8682"/>
                  </a:lnTo>
                  <a:cubicBezTo>
                    <a:pt x="12287" y="8682"/>
                    <a:pt x="12581" y="8389"/>
                    <a:pt x="12581" y="8027"/>
                  </a:cubicBezTo>
                  <a:lnTo>
                    <a:pt x="12581" y="654"/>
                  </a:lnTo>
                  <a:cubicBezTo>
                    <a:pt x="12582" y="294"/>
                    <a:pt x="12288" y="0"/>
                    <a:pt x="11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514;p65">
              <a:extLst>
                <a:ext uri="{FF2B5EF4-FFF2-40B4-BE49-F238E27FC236}">
                  <a16:creationId xmlns:a16="http://schemas.microsoft.com/office/drawing/2014/main" id="{D759E190-2C72-D971-0A80-DA99352C5F27}"/>
                </a:ext>
              </a:extLst>
            </p:cNvPr>
            <p:cNvSpPr/>
            <p:nvPr/>
          </p:nvSpPr>
          <p:spPr>
            <a:xfrm>
              <a:off x="5674359" y="3901932"/>
              <a:ext cx="22466" cy="53153"/>
            </a:xfrm>
            <a:custGeom>
              <a:avLst/>
              <a:gdLst/>
              <a:ahLst/>
              <a:cxnLst/>
              <a:rect l="l" t="t" r="r" b="b"/>
              <a:pathLst>
                <a:path w="593" h="1403" extrusionOk="0">
                  <a:moveTo>
                    <a:pt x="197" y="0"/>
                  </a:moveTo>
                  <a:cubicBezTo>
                    <a:pt x="102" y="0"/>
                    <a:pt x="17" y="70"/>
                    <a:pt x="10" y="164"/>
                  </a:cubicBezTo>
                  <a:cubicBezTo>
                    <a:pt x="0" y="272"/>
                    <a:pt x="84" y="361"/>
                    <a:pt x="189" y="361"/>
                  </a:cubicBezTo>
                  <a:lnTo>
                    <a:pt x="232" y="361"/>
                  </a:lnTo>
                  <a:lnTo>
                    <a:pt x="232" y="1213"/>
                  </a:lnTo>
                  <a:cubicBezTo>
                    <a:pt x="232" y="1309"/>
                    <a:pt x="301" y="1393"/>
                    <a:pt x="395" y="1402"/>
                  </a:cubicBezTo>
                  <a:cubicBezTo>
                    <a:pt x="400" y="1402"/>
                    <a:pt x="405" y="1402"/>
                    <a:pt x="410" y="1402"/>
                  </a:cubicBezTo>
                  <a:cubicBezTo>
                    <a:pt x="511" y="1402"/>
                    <a:pt x="592" y="1322"/>
                    <a:pt x="592" y="1222"/>
                  </a:cubicBezTo>
                  <a:lnTo>
                    <a:pt x="592" y="183"/>
                  </a:lnTo>
                  <a:cubicBezTo>
                    <a:pt x="592" y="82"/>
                    <a:pt x="510"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515;p65">
              <a:extLst>
                <a:ext uri="{FF2B5EF4-FFF2-40B4-BE49-F238E27FC236}">
                  <a16:creationId xmlns:a16="http://schemas.microsoft.com/office/drawing/2014/main" id="{9DB69441-3F41-0E1E-1A51-BA5A874FA652}"/>
                </a:ext>
              </a:extLst>
            </p:cNvPr>
            <p:cNvSpPr/>
            <p:nvPr/>
          </p:nvSpPr>
          <p:spPr>
            <a:xfrm>
              <a:off x="5725315" y="3971413"/>
              <a:ext cx="22428" cy="53153"/>
            </a:xfrm>
            <a:custGeom>
              <a:avLst/>
              <a:gdLst/>
              <a:ahLst/>
              <a:cxnLst/>
              <a:rect l="l" t="t" r="r" b="b"/>
              <a:pathLst>
                <a:path w="592" h="1403" extrusionOk="0">
                  <a:moveTo>
                    <a:pt x="197" y="0"/>
                  </a:moveTo>
                  <a:cubicBezTo>
                    <a:pt x="102" y="0"/>
                    <a:pt x="17" y="71"/>
                    <a:pt x="9" y="165"/>
                  </a:cubicBezTo>
                  <a:cubicBezTo>
                    <a:pt x="0" y="272"/>
                    <a:pt x="84" y="361"/>
                    <a:pt x="189" y="361"/>
                  </a:cubicBezTo>
                  <a:lnTo>
                    <a:pt x="231" y="361"/>
                  </a:lnTo>
                  <a:lnTo>
                    <a:pt x="231" y="1213"/>
                  </a:lnTo>
                  <a:cubicBezTo>
                    <a:pt x="231" y="1308"/>
                    <a:pt x="300" y="1393"/>
                    <a:pt x="394" y="1402"/>
                  </a:cubicBezTo>
                  <a:cubicBezTo>
                    <a:pt x="400" y="1402"/>
                    <a:pt x="405" y="1402"/>
                    <a:pt x="410" y="1402"/>
                  </a:cubicBezTo>
                  <a:cubicBezTo>
                    <a:pt x="510" y="1402"/>
                    <a:pt x="590" y="1322"/>
                    <a:pt x="590" y="1223"/>
                  </a:cubicBezTo>
                  <a:lnTo>
                    <a:pt x="590" y="180"/>
                  </a:lnTo>
                  <a:cubicBezTo>
                    <a:pt x="592" y="82"/>
                    <a:pt x="510" y="0"/>
                    <a:pt x="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516;p65">
              <a:extLst>
                <a:ext uri="{FF2B5EF4-FFF2-40B4-BE49-F238E27FC236}">
                  <a16:creationId xmlns:a16="http://schemas.microsoft.com/office/drawing/2014/main" id="{A327AF0D-B6E8-18DD-AED7-0094DB765BAB}"/>
                </a:ext>
              </a:extLst>
            </p:cNvPr>
            <p:cNvSpPr/>
            <p:nvPr/>
          </p:nvSpPr>
          <p:spPr>
            <a:xfrm>
              <a:off x="5809685" y="3971413"/>
              <a:ext cx="22466" cy="53153"/>
            </a:xfrm>
            <a:custGeom>
              <a:avLst/>
              <a:gdLst/>
              <a:ahLst/>
              <a:cxnLst/>
              <a:rect l="l" t="t" r="r" b="b"/>
              <a:pathLst>
                <a:path w="593" h="1403" extrusionOk="0">
                  <a:moveTo>
                    <a:pt x="199" y="0"/>
                  </a:moveTo>
                  <a:cubicBezTo>
                    <a:pt x="104" y="0"/>
                    <a:pt x="18" y="71"/>
                    <a:pt x="10" y="165"/>
                  </a:cubicBezTo>
                  <a:cubicBezTo>
                    <a:pt x="1" y="272"/>
                    <a:pt x="85" y="361"/>
                    <a:pt x="189" y="361"/>
                  </a:cubicBezTo>
                  <a:lnTo>
                    <a:pt x="231" y="361"/>
                  </a:lnTo>
                  <a:lnTo>
                    <a:pt x="231" y="1213"/>
                  </a:lnTo>
                  <a:cubicBezTo>
                    <a:pt x="231" y="1308"/>
                    <a:pt x="300" y="1393"/>
                    <a:pt x="395" y="1402"/>
                  </a:cubicBezTo>
                  <a:cubicBezTo>
                    <a:pt x="400" y="1402"/>
                    <a:pt x="406" y="1402"/>
                    <a:pt x="411" y="1402"/>
                  </a:cubicBezTo>
                  <a:cubicBezTo>
                    <a:pt x="512" y="1402"/>
                    <a:pt x="592" y="1322"/>
                    <a:pt x="592" y="1223"/>
                  </a:cubicBezTo>
                  <a:lnTo>
                    <a:pt x="592" y="180"/>
                  </a:lnTo>
                  <a:cubicBezTo>
                    <a:pt x="593" y="82"/>
                    <a:pt x="512" y="0"/>
                    <a:pt x="4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517;p65">
              <a:extLst>
                <a:ext uri="{FF2B5EF4-FFF2-40B4-BE49-F238E27FC236}">
                  <a16:creationId xmlns:a16="http://schemas.microsoft.com/office/drawing/2014/main" id="{FBDE9432-8679-2B0C-8CD8-9A0AA688611A}"/>
                </a:ext>
              </a:extLst>
            </p:cNvPr>
            <p:cNvSpPr/>
            <p:nvPr/>
          </p:nvSpPr>
          <p:spPr>
            <a:xfrm>
              <a:off x="5848176" y="3971413"/>
              <a:ext cx="22428" cy="53153"/>
            </a:xfrm>
            <a:custGeom>
              <a:avLst/>
              <a:gdLst/>
              <a:ahLst/>
              <a:cxnLst/>
              <a:rect l="l" t="t" r="r" b="b"/>
              <a:pathLst>
                <a:path w="592" h="1403" extrusionOk="0">
                  <a:moveTo>
                    <a:pt x="199" y="0"/>
                  </a:moveTo>
                  <a:cubicBezTo>
                    <a:pt x="103" y="0"/>
                    <a:pt x="18" y="71"/>
                    <a:pt x="10" y="165"/>
                  </a:cubicBezTo>
                  <a:cubicBezTo>
                    <a:pt x="1" y="272"/>
                    <a:pt x="85" y="361"/>
                    <a:pt x="189" y="361"/>
                  </a:cubicBezTo>
                  <a:lnTo>
                    <a:pt x="231" y="361"/>
                  </a:lnTo>
                  <a:lnTo>
                    <a:pt x="231" y="1213"/>
                  </a:lnTo>
                  <a:cubicBezTo>
                    <a:pt x="231" y="1308"/>
                    <a:pt x="300" y="1393"/>
                    <a:pt x="395" y="1402"/>
                  </a:cubicBezTo>
                  <a:cubicBezTo>
                    <a:pt x="400" y="1402"/>
                    <a:pt x="406" y="1402"/>
                    <a:pt x="411" y="1402"/>
                  </a:cubicBezTo>
                  <a:cubicBezTo>
                    <a:pt x="511" y="1402"/>
                    <a:pt x="592" y="1322"/>
                    <a:pt x="592" y="1223"/>
                  </a:cubicBezTo>
                  <a:lnTo>
                    <a:pt x="592" y="180"/>
                  </a:lnTo>
                  <a:cubicBezTo>
                    <a:pt x="592" y="82"/>
                    <a:pt x="512" y="0"/>
                    <a:pt x="4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18;p65">
              <a:extLst>
                <a:ext uri="{FF2B5EF4-FFF2-40B4-BE49-F238E27FC236}">
                  <a16:creationId xmlns:a16="http://schemas.microsoft.com/office/drawing/2014/main" id="{C070BA04-1DCF-86FC-B44D-D05D16A8643D}"/>
                </a:ext>
              </a:extLst>
            </p:cNvPr>
            <p:cNvSpPr/>
            <p:nvPr/>
          </p:nvSpPr>
          <p:spPr>
            <a:xfrm>
              <a:off x="5760055" y="3901932"/>
              <a:ext cx="22466" cy="53153"/>
            </a:xfrm>
            <a:custGeom>
              <a:avLst/>
              <a:gdLst/>
              <a:ahLst/>
              <a:cxnLst/>
              <a:rect l="l" t="t" r="r" b="b"/>
              <a:pathLst>
                <a:path w="593" h="1403" extrusionOk="0">
                  <a:moveTo>
                    <a:pt x="198" y="0"/>
                  </a:moveTo>
                  <a:cubicBezTo>
                    <a:pt x="102" y="0"/>
                    <a:pt x="17" y="70"/>
                    <a:pt x="9" y="164"/>
                  </a:cubicBezTo>
                  <a:cubicBezTo>
                    <a:pt x="1" y="272"/>
                    <a:pt x="84" y="361"/>
                    <a:pt x="189" y="361"/>
                  </a:cubicBezTo>
                  <a:lnTo>
                    <a:pt x="231" y="361"/>
                  </a:lnTo>
                  <a:lnTo>
                    <a:pt x="231" y="1222"/>
                  </a:lnTo>
                  <a:cubicBezTo>
                    <a:pt x="231" y="1321"/>
                    <a:pt x="312" y="1403"/>
                    <a:pt x="411" y="1403"/>
                  </a:cubicBezTo>
                  <a:cubicBezTo>
                    <a:pt x="511" y="1403"/>
                    <a:pt x="592" y="1321"/>
                    <a:pt x="592" y="1222"/>
                  </a:cubicBezTo>
                  <a:lnTo>
                    <a:pt x="592" y="183"/>
                  </a:lnTo>
                  <a:cubicBezTo>
                    <a:pt x="592" y="82"/>
                    <a:pt x="511"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519;p65">
              <a:extLst>
                <a:ext uri="{FF2B5EF4-FFF2-40B4-BE49-F238E27FC236}">
                  <a16:creationId xmlns:a16="http://schemas.microsoft.com/office/drawing/2014/main" id="{09E79EB6-38F0-ABA8-FD59-AF1DCF317971}"/>
                </a:ext>
              </a:extLst>
            </p:cNvPr>
            <p:cNvSpPr/>
            <p:nvPr/>
          </p:nvSpPr>
          <p:spPr>
            <a:xfrm>
              <a:off x="5628557" y="3900796"/>
              <a:ext cx="37317" cy="55880"/>
            </a:xfrm>
            <a:custGeom>
              <a:avLst/>
              <a:gdLst/>
              <a:ahLst/>
              <a:cxnLst/>
              <a:rect l="l" t="t" r="r" b="b"/>
              <a:pathLst>
                <a:path w="985" h="1475" extrusionOk="0">
                  <a:moveTo>
                    <a:pt x="493" y="345"/>
                  </a:moveTo>
                  <a:cubicBezTo>
                    <a:pt x="565" y="345"/>
                    <a:pt x="623" y="404"/>
                    <a:pt x="623" y="476"/>
                  </a:cubicBezTo>
                  <a:lnTo>
                    <a:pt x="623" y="998"/>
                  </a:lnTo>
                  <a:cubicBezTo>
                    <a:pt x="623" y="1070"/>
                    <a:pt x="564" y="1129"/>
                    <a:pt x="493" y="1129"/>
                  </a:cubicBezTo>
                  <a:cubicBezTo>
                    <a:pt x="473" y="1129"/>
                    <a:pt x="453" y="1125"/>
                    <a:pt x="433" y="1115"/>
                  </a:cubicBezTo>
                  <a:cubicBezTo>
                    <a:pt x="388" y="1097"/>
                    <a:pt x="361" y="1049"/>
                    <a:pt x="361" y="1000"/>
                  </a:cubicBezTo>
                  <a:lnTo>
                    <a:pt x="361" y="473"/>
                  </a:lnTo>
                  <a:cubicBezTo>
                    <a:pt x="361" y="424"/>
                    <a:pt x="388" y="377"/>
                    <a:pt x="433" y="358"/>
                  </a:cubicBezTo>
                  <a:cubicBezTo>
                    <a:pt x="454" y="349"/>
                    <a:pt x="474" y="345"/>
                    <a:pt x="493" y="345"/>
                  </a:cubicBezTo>
                  <a:close/>
                  <a:moveTo>
                    <a:pt x="492" y="0"/>
                  </a:moveTo>
                  <a:cubicBezTo>
                    <a:pt x="221" y="0"/>
                    <a:pt x="1" y="220"/>
                    <a:pt x="1" y="491"/>
                  </a:cubicBezTo>
                  <a:lnTo>
                    <a:pt x="1" y="969"/>
                  </a:lnTo>
                  <a:cubicBezTo>
                    <a:pt x="1" y="1222"/>
                    <a:pt x="185" y="1443"/>
                    <a:pt x="435" y="1472"/>
                  </a:cubicBezTo>
                  <a:cubicBezTo>
                    <a:pt x="455" y="1474"/>
                    <a:pt x="474" y="1475"/>
                    <a:pt x="492" y="1475"/>
                  </a:cubicBezTo>
                  <a:cubicBezTo>
                    <a:pt x="763" y="1475"/>
                    <a:pt x="984" y="1254"/>
                    <a:pt x="984" y="984"/>
                  </a:cubicBezTo>
                  <a:lnTo>
                    <a:pt x="984" y="491"/>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520;p65">
              <a:extLst>
                <a:ext uri="{FF2B5EF4-FFF2-40B4-BE49-F238E27FC236}">
                  <a16:creationId xmlns:a16="http://schemas.microsoft.com/office/drawing/2014/main" id="{4975909E-7635-18A8-BA9C-BB4C981147DC}"/>
                </a:ext>
              </a:extLst>
            </p:cNvPr>
            <p:cNvSpPr/>
            <p:nvPr/>
          </p:nvSpPr>
          <p:spPr>
            <a:xfrm>
              <a:off x="5628557" y="3970315"/>
              <a:ext cx="37317" cy="55880"/>
            </a:xfrm>
            <a:custGeom>
              <a:avLst/>
              <a:gdLst/>
              <a:ahLst/>
              <a:cxnLst/>
              <a:rect l="l" t="t" r="r" b="b"/>
              <a:pathLst>
                <a:path w="985" h="1475" extrusionOk="0">
                  <a:moveTo>
                    <a:pt x="493" y="344"/>
                  </a:moveTo>
                  <a:cubicBezTo>
                    <a:pt x="565" y="344"/>
                    <a:pt x="623" y="402"/>
                    <a:pt x="623" y="474"/>
                  </a:cubicBezTo>
                  <a:lnTo>
                    <a:pt x="623" y="997"/>
                  </a:lnTo>
                  <a:cubicBezTo>
                    <a:pt x="623" y="1070"/>
                    <a:pt x="564" y="1128"/>
                    <a:pt x="492" y="1128"/>
                  </a:cubicBezTo>
                  <a:cubicBezTo>
                    <a:pt x="473" y="1128"/>
                    <a:pt x="453" y="1124"/>
                    <a:pt x="433" y="1115"/>
                  </a:cubicBezTo>
                  <a:cubicBezTo>
                    <a:pt x="388" y="1096"/>
                    <a:pt x="361" y="1048"/>
                    <a:pt x="361" y="1000"/>
                  </a:cubicBezTo>
                  <a:lnTo>
                    <a:pt x="361" y="472"/>
                  </a:lnTo>
                  <a:cubicBezTo>
                    <a:pt x="361" y="424"/>
                    <a:pt x="388" y="377"/>
                    <a:pt x="433" y="357"/>
                  </a:cubicBezTo>
                  <a:cubicBezTo>
                    <a:pt x="453" y="348"/>
                    <a:pt x="473" y="344"/>
                    <a:pt x="493" y="344"/>
                  </a:cubicBezTo>
                  <a:close/>
                  <a:moveTo>
                    <a:pt x="492" y="0"/>
                  </a:moveTo>
                  <a:cubicBezTo>
                    <a:pt x="221" y="0"/>
                    <a:pt x="1" y="219"/>
                    <a:pt x="1" y="490"/>
                  </a:cubicBezTo>
                  <a:lnTo>
                    <a:pt x="1" y="969"/>
                  </a:lnTo>
                  <a:cubicBezTo>
                    <a:pt x="1" y="1221"/>
                    <a:pt x="185" y="1442"/>
                    <a:pt x="435" y="1472"/>
                  </a:cubicBezTo>
                  <a:cubicBezTo>
                    <a:pt x="454" y="1474"/>
                    <a:pt x="472" y="1475"/>
                    <a:pt x="491" y="1475"/>
                  </a:cubicBezTo>
                  <a:cubicBezTo>
                    <a:pt x="763" y="1475"/>
                    <a:pt x="984" y="1253"/>
                    <a:pt x="984" y="982"/>
                  </a:cubicBezTo>
                  <a:lnTo>
                    <a:pt x="984" y="490"/>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521;p65">
              <a:extLst>
                <a:ext uri="{FF2B5EF4-FFF2-40B4-BE49-F238E27FC236}">
                  <a16:creationId xmlns:a16="http://schemas.microsoft.com/office/drawing/2014/main" id="{6321DA45-BAEA-15D4-C7D1-903B8BB91626}"/>
                </a:ext>
              </a:extLst>
            </p:cNvPr>
            <p:cNvSpPr/>
            <p:nvPr/>
          </p:nvSpPr>
          <p:spPr>
            <a:xfrm>
              <a:off x="5678186" y="3970315"/>
              <a:ext cx="37279" cy="55880"/>
            </a:xfrm>
            <a:custGeom>
              <a:avLst/>
              <a:gdLst/>
              <a:ahLst/>
              <a:cxnLst/>
              <a:rect l="l" t="t" r="r" b="b"/>
              <a:pathLst>
                <a:path w="984" h="1475" extrusionOk="0">
                  <a:moveTo>
                    <a:pt x="493" y="344"/>
                  </a:moveTo>
                  <a:cubicBezTo>
                    <a:pt x="565" y="344"/>
                    <a:pt x="623" y="402"/>
                    <a:pt x="623" y="474"/>
                  </a:cubicBezTo>
                  <a:lnTo>
                    <a:pt x="623" y="997"/>
                  </a:lnTo>
                  <a:cubicBezTo>
                    <a:pt x="623" y="1070"/>
                    <a:pt x="564" y="1128"/>
                    <a:pt x="492" y="1128"/>
                  </a:cubicBezTo>
                  <a:cubicBezTo>
                    <a:pt x="473" y="1128"/>
                    <a:pt x="453" y="1124"/>
                    <a:pt x="434" y="1115"/>
                  </a:cubicBezTo>
                  <a:cubicBezTo>
                    <a:pt x="389" y="1096"/>
                    <a:pt x="361" y="1048"/>
                    <a:pt x="361" y="1000"/>
                  </a:cubicBezTo>
                  <a:lnTo>
                    <a:pt x="361" y="472"/>
                  </a:lnTo>
                  <a:cubicBezTo>
                    <a:pt x="361" y="424"/>
                    <a:pt x="389" y="377"/>
                    <a:pt x="434" y="357"/>
                  </a:cubicBezTo>
                  <a:cubicBezTo>
                    <a:pt x="454" y="348"/>
                    <a:pt x="474" y="344"/>
                    <a:pt x="493" y="344"/>
                  </a:cubicBezTo>
                  <a:close/>
                  <a:moveTo>
                    <a:pt x="492" y="0"/>
                  </a:moveTo>
                  <a:cubicBezTo>
                    <a:pt x="221" y="0"/>
                    <a:pt x="1" y="219"/>
                    <a:pt x="1" y="490"/>
                  </a:cubicBezTo>
                  <a:lnTo>
                    <a:pt x="1" y="969"/>
                  </a:lnTo>
                  <a:cubicBezTo>
                    <a:pt x="1" y="1221"/>
                    <a:pt x="186" y="1442"/>
                    <a:pt x="436" y="1472"/>
                  </a:cubicBezTo>
                  <a:cubicBezTo>
                    <a:pt x="454" y="1474"/>
                    <a:pt x="473" y="1475"/>
                    <a:pt x="491" y="1475"/>
                  </a:cubicBezTo>
                  <a:cubicBezTo>
                    <a:pt x="763" y="1475"/>
                    <a:pt x="983" y="1253"/>
                    <a:pt x="983" y="982"/>
                  </a:cubicBezTo>
                  <a:lnTo>
                    <a:pt x="983" y="490"/>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22;p65">
              <a:extLst>
                <a:ext uri="{FF2B5EF4-FFF2-40B4-BE49-F238E27FC236}">
                  <a16:creationId xmlns:a16="http://schemas.microsoft.com/office/drawing/2014/main" id="{1FAEC974-5F71-319C-955A-44CA3FAFD14B}"/>
                </a:ext>
              </a:extLst>
            </p:cNvPr>
            <p:cNvSpPr/>
            <p:nvPr/>
          </p:nvSpPr>
          <p:spPr>
            <a:xfrm>
              <a:off x="5761343" y="3970315"/>
              <a:ext cx="37279" cy="55880"/>
            </a:xfrm>
            <a:custGeom>
              <a:avLst/>
              <a:gdLst/>
              <a:ahLst/>
              <a:cxnLst/>
              <a:rect l="l" t="t" r="r" b="b"/>
              <a:pathLst>
                <a:path w="984" h="1475" extrusionOk="0">
                  <a:moveTo>
                    <a:pt x="493" y="344"/>
                  </a:moveTo>
                  <a:cubicBezTo>
                    <a:pt x="566" y="344"/>
                    <a:pt x="623" y="402"/>
                    <a:pt x="623" y="474"/>
                  </a:cubicBezTo>
                  <a:lnTo>
                    <a:pt x="623" y="997"/>
                  </a:lnTo>
                  <a:cubicBezTo>
                    <a:pt x="623" y="1070"/>
                    <a:pt x="564" y="1128"/>
                    <a:pt x="493" y="1128"/>
                  </a:cubicBezTo>
                  <a:cubicBezTo>
                    <a:pt x="474" y="1128"/>
                    <a:pt x="454" y="1124"/>
                    <a:pt x="434" y="1115"/>
                  </a:cubicBezTo>
                  <a:cubicBezTo>
                    <a:pt x="390" y="1096"/>
                    <a:pt x="362" y="1048"/>
                    <a:pt x="362" y="1000"/>
                  </a:cubicBezTo>
                  <a:lnTo>
                    <a:pt x="362" y="472"/>
                  </a:lnTo>
                  <a:cubicBezTo>
                    <a:pt x="362" y="424"/>
                    <a:pt x="390" y="377"/>
                    <a:pt x="434" y="357"/>
                  </a:cubicBezTo>
                  <a:cubicBezTo>
                    <a:pt x="454" y="348"/>
                    <a:pt x="474" y="344"/>
                    <a:pt x="493" y="344"/>
                  </a:cubicBezTo>
                  <a:close/>
                  <a:moveTo>
                    <a:pt x="491" y="0"/>
                  </a:moveTo>
                  <a:cubicBezTo>
                    <a:pt x="220" y="0"/>
                    <a:pt x="0" y="219"/>
                    <a:pt x="0" y="490"/>
                  </a:cubicBezTo>
                  <a:lnTo>
                    <a:pt x="0" y="969"/>
                  </a:lnTo>
                  <a:cubicBezTo>
                    <a:pt x="0" y="1221"/>
                    <a:pt x="186" y="1442"/>
                    <a:pt x="435" y="1472"/>
                  </a:cubicBezTo>
                  <a:cubicBezTo>
                    <a:pt x="453" y="1474"/>
                    <a:pt x="472" y="1475"/>
                    <a:pt x="490" y="1475"/>
                  </a:cubicBezTo>
                  <a:cubicBezTo>
                    <a:pt x="762" y="1475"/>
                    <a:pt x="983" y="1253"/>
                    <a:pt x="983" y="982"/>
                  </a:cubicBezTo>
                  <a:lnTo>
                    <a:pt x="983" y="490"/>
                  </a:lnTo>
                  <a:cubicBezTo>
                    <a:pt x="984" y="220"/>
                    <a:pt x="763" y="0"/>
                    <a:pt x="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523;p65">
              <a:extLst>
                <a:ext uri="{FF2B5EF4-FFF2-40B4-BE49-F238E27FC236}">
                  <a16:creationId xmlns:a16="http://schemas.microsoft.com/office/drawing/2014/main" id="{96BAEDB9-A223-8F07-20FA-C3F324B814E5}"/>
                </a:ext>
              </a:extLst>
            </p:cNvPr>
            <p:cNvSpPr/>
            <p:nvPr/>
          </p:nvSpPr>
          <p:spPr>
            <a:xfrm>
              <a:off x="5933834" y="3971413"/>
              <a:ext cx="22428" cy="53191"/>
            </a:xfrm>
            <a:custGeom>
              <a:avLst/>
              <a:gdLst/>
              <a:ahLst/>
              <a:cxnLst/>
              <a:rect l="l" t="t" r="r" b="b"/>
              <a:pathLst>
                <a:path w="592" h="1404" extrusionOk="0">
                  <a:moveTo>
                    <a:pt x="197" y="0"/>
                  </a:moveTo>
                  <a:cubicBezTo>
                    <a:pt x="102" y="0"/>
                    <a:pt x="17" y="71"/>
                    <a:pt x="8" y="165"/>
                  </a:cubicBezTo>
                  <a:cubicBezTo>
                    <a:pt x="0" y="272"/>
                    <a:pt x="84" y="362"/>
                    <a:pt x="190" y="362"/>
                  </a:cubicBezTo>
                  <a:lnTo>
                    <a:pt x="231" y="362"/>
                  </a:lnTo>
                  <a:lnTo>
                    <a:pt x="231" y="1214"/>
                  </a:lnTo>
                  <a:cubicBezTo>
                    <a:pt x="231" y="1310"/>
                    <a:pt x="301" y="1395"/>
                    <a:pt x="395" y="1403"/>
                  </a:cubicBezTo>
                  <a:cubicBezTo>
                    <a:pt x="400" y="1403"/>
                    <a:pt x="406" y="1403"/>
                    <a:pt x="411" y="1403"/>
                  </a:cubicBezTo>
                  <a:cubicBezTo>
                    <a:pt x="512" y="1403"/>
                    <a:pt x="592" y="1323"/>
                    <a:pt x="592" y="1224"/>
                  </a:cubicBezTo>
                  <a:lnTo>
                    <a:pt x="592" y="183"/>
                  </a:lnTo>
                  <a:cubicBezTo>
                    <a:pt x="592" y="82"/>
                    <a:pt x="510"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24;p65">
              <a:extLst>
                <a:ext uri="{FF2B5EF4-FFF2-40B4-BE49-F238E27FC236}">
                  <a16:creationId xmlns:a16="http://schemas.microsoft.com/office/drawing/2014/main" id="{447B452F-D296-6FE9-1B61-49DB4B30BFBC}"/>
                </a:ext>
              </a:extLst>
            </p:cNvPr>
            <p:cNvSpPr/>
            <p:nvPr/>
          </p:nvSpPr>
          <p:spPr>
            <a:xfrm>
              <a:off x="5887993" y="3970315"/>
              <a:ext cx="37241" cy="55880"/>
            </a:xfrm>
            <a:custGeom>
              <a:avLst/>
              <a:gdLst/>
              <a:ahLst/>
              <a:cxnLst/>
              <a:rect l="l" t="t" r="r" b="b"/>
              <a:pathLst>
                <a:path w="983" h="1475" extrusionOk="0">
                  <a:moveTo>
                    <a:pt x="491" y="344"/>
                  </a:moveTo>
                  <a:cubicBezTo>
                    <a:pt x="564" y="344"/>
                    <a:pt x="621" y="402"/>
                    <a:pt x="621" y="474"/>
                  </a:cubicBezTo>
                  <a:lnTo>
                    <a:pt x="621" y="997"/>
                  </a:lnTo>
                  <a:cubicBezTo>
                    <a:pt x="621" y="1070"/>
                    <a:pt x="562" y="1128"/>
                    <a:pt x="491" y="1128"/>
                  </a:cubicBezTo>
                  <a:cubicBezTo>
                    <a:pt x="472" y="1128"/>
                    <a:pt x="452" y="1124"/>
                    <a:pt x="432" y="1115"/>
                  </a:cubicBezTo>
                  <a:cubicBezTo>
                    <a:pt x="388" y="1096"/>
                    <a:pt x="360" y="1048"/>
                    <a:pt x="360" y="1000"/>
                  </a:cubicBezTo>
                  <a:lnTo>
                    <a:pt x="360" y="472"/>
                  </a:lnTo>
                  <a:cubicBezTo>
                    <a:pt x="360" y="424"/>
                    <a:pt x="388" y="377"/>
                    <a:pt x="432" y="357"/>
                  </a:cubicBezTo>
                  <a:cubicBezTo>
                    <a:pt x="452" y="348"/>
                    <a:pt x="472" y="344"/>
                    <a:pt x="491" y="344"/>
                  </a:cubicBezTo>
                  <a:close/>
                  <a:moveTo>
                    <a:pt x="490" y="0"/>
                  </a:moveTo>
                  <a:cubicBezTo>
                    <a:pt x="220" y="0"/>
                    <a:pt x="0" y="219"/>
                    <a:pt x="0" y="490"/>
                  </a:cubicBezTo>
                  <a:lnTo>
                    <a:pt x="0" y="969"/>
                  </a:lnTo>
                  <a:cubicBezTo>
                    <a:pt x="0" y="1221"/>
                    <a:pt x="185" y="1442"/>
                    <a:pt x="435" y="1472"/>
                  </a:cubicBezTo>
                  <a:cubicBezTo>
                    <a:pt x="454" y="1474"/>
                    <a:pt x="472" y="1475"/>
                    <a:pt x="490" y="1475"/>
                  </a:cubicBezTo>
                  <a:cubicBezTo>
                    <a:pt x="761" y="1475"/>
                    <a:pt x="982" y="1253"/>
                    <a:pt x="982" y="982"/>
                  </a:cubicBezTo>
                  <a:lnTo>
                    <a:pt x="982" y="490"/>
                  </a:lnTo>
                  <a:cubicBezTo>
                    <a:pt x="983" y="220"/>
                    <a:pt x="762" y="0"/>
                    <a:pt x="4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525;p65">
              <a:extLst>
                <a:ext uri="{FF2B5EF4-FFF2-40B4-BE49-F238E27FC236}">
                  <a16:creationId xmlns:a16="http://schemas.microsoft.com/office/drawing/2014/main" id="{81EF1613-05DC-3A57-9B64-1D993685E88B}"/>
                </a:ext>
              </a:extLst>
            </p:cNvPr>
            <p:cNvSpPr/>
            <p:nvPr/>
          </p:nvSpPr>
          <p:spPr>
            <a:xfrm>
              <a:off x="5725315" y="3831125"/>
              <a:ext cx="22428" cy="53153"/>
            </a:xfrm>
            <a:custGeom>
              <a:avLst/>
              <a:gdLst/>
              <a:ahLst/>
              <a:cxnLst/>
              <a:rect l="l" t="t" r="r" b="b"/>
              <a:pathLst>
                <a:path w="592" h="1403" extrusionOk="0">
                  <a:moveTo>
                    <a:pt x="197" y="1"/>
                  </a:moveTo>
                  <a:cubicBezTo>
                    <a:pt x="102" y="1"/>
                    <a:pt x="17" y="70"/>
                    <a:pt x="9" y="165"/>
                  </a:cubicBezTo>
                  <a:cubicBezTo>
                    <a:pt x="0" y="272"/>
                    <a:pt x="84" y="361"/>
                    <a:pt x="189" y="361"/>
                  </a:cubicBezTo>
                  <a:lnTo>
                    <a:pt x="231" y="361"/>
                  </a:lnTo>
                  <a:lnTo>
                    <a:pt x="231" y="1214"/>
                  </a:lnTo>
                  <a:cubicBezTo>
                    <a:pt x="231" y="1309"/>
                    <a:pt x="300" y="1394"/>
                    <a:pt x="394" y="1402"/>
                  </a:cubicBezTo>
                  <a:cubicBezTo>
                    <a:pt x="399" y="1403"/>
                    <a:pt x="405" y="1403"/>
                    <a:pt x="410" y="1403"/>
                  </a:cubicBezTo>
                  <a:cubicBezTo>
                    <a:pt x="510" y="1403"/>
                    <a:pt x="590" y="1322"/>
                    <a:pt x="590" y="1222"/>
                  </a:cubicBezTo>
                  <a:lnTo>
                    <a:pt x="590" y="180"/>
                  </a:lnTo>
                  <a:cubicBezTo>
                    <a:pt x="592" y="83"/>
                    <a:pt x="510" y="1"/>
                    <a:pt x="4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526;p65">
              <a:extLst>
                <a:ext uri="{FF2B5EF4-FFF2-40B4-BE49-F238E27FC236}">
                  <a16:creationId xmlns:a16="http://schemas.microsoft.com/office/drawing/2014/main" id="{8FC16AD4-AD89-0024-32BF-B7E7FBFE6A4B}"/>
                </a:ext>
              </a:extLst>
            </p:cNvPr>
            <p:cNvSpPr/>
            <p:nvPr/>
          </p:nvSpPr>
          <p:spPr>
            <a:xfrm>
              <a:off x="5809685" y="3831239"/>
              <a:ext cx="22428" cy="53115"/>
            </a:xfrm>
            <a:custGeom>
              <a:avLst/>
              <a:gdLst/>
              <a:ahLst/>
              <a:cxnLst/>
              <a:rect l="l" t="t" r="r" b="b"/>
              <a:pathLst>
                <a:path w="592" h="1402" extrusionOk="0">
                  <a:moveTo>
                    <a:pt x="198" y="0"/>
                  </a:moveTo>
                  <a:cubicBezTo>
                    <a:pt x="101" y="0"/>
                    <a:pt x="17" y="69"/>
                    <a:pt x="9" y="163"/>
                  </a:cubicBezTo>
                  <a:cubicBezTo>
                    <a:pt x="1" y="269"/>
                    <a:pt x="85" y="359"/>
                    <a:pt x="189" y="359"/>
                  </a:cubicBezTo>
                  <a:lnTo>
                    <a:pt x="231" y="359"/>
                  </a:lnTo>
                  <a:lnTo>
                    <a:pt x="231" y="1212"/>
                  </a:lnTo>
                  <a:cubicBezTo>
                    <a:pt x="231" y="1307"/>
                    <a:pt x="300" y="1393"/>
                    <a:pt x="395" y="1400"/>
                  </a:cubicBezTo>
                  <a:cubicBezTo>
                    <a:pt x="400" y="1401"/>
                    <a:pt x="406" y="1401"/>
                    <a:pt x="411" y="1401"/>
                  </a:cubicBezTo>
                  <a:cubicBezTo>
                    <a:pt x="512" y="1401"/>
                    <a:pt x="592" y="1321"/>
                    <a:pt x="592" y="1221"/>
                  </a:cubicBezTo>
                  <a:lnTo>
                    <a:pt x="592" y="181"/>
                  </a:lnTo>
                  <a:cubicBezTo>
                    <a:pt x="592" y="81"/>
                    <a:pt x="510" y="0"/>
                    <a:pt x="4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527;p65">
              <a:extLst>
                <a:ext uri="{FF2B5EF4-FFF2-40B4-BE49-F238E27FC236}">
                  <a16:creationId xmlns:a16="http://schemas.microsoft.com/office/drawing/2014/main" id="{09C0361D-AEDF-BA61-3588-50E3F50788C0}"/>
                </a:ext>
              </a:extLst>
            </p:cNvPr>
            <p:cNvSpPr/>
            <p:nvPr/>
          </p:nvSpPr>
          <p:spPr>
            <a:xfrm>
              <a:off x="5848176" y="3831239"/>
              <a:ext cx="22428" cy="53115"/>
            </a:xfrm>
            <a:custGeom>
              <a:avLst/>
              <a:gdLst/>
              <a:ahLst/>
              <a:cxnLst/>
              <a:rect l="l" t="t" r="r" b="b"/>
              <a:pathLst>
                <a:path w="592" h="1402" extrusionOk="0">
                  <a:moveTo>
                    <a:pt x="198" y="0"/>
                  </a:moveTo>
                  <a:cubicBezTo>
                    <a:pt x="101" y="0"/>
                    <a:pt x="17" y="69"/>
                    <a:pt x="9" y="163"/>
                  </a:cubicBezTo>
                  <a:cubicBezTo>
                    <a:pt x="1" y="269"/>
                    <a:pt x="85" y="359"/>
                    <a:pt x="189" y="359"/>
                  </a:cubicBezTo>
                  <a:lnTo>
                    <a:pt x="231" y="359"/>
                  </a:lnTo>
                  <a:lnTo>
                    <a:pt x="231" y="1212"/>
                  </a:lnTo>
                  <a:cubicBezTo>
                    <a:pt x="231" y="1307"/>
                    <a:pt x="300" y="1393"/>
                    <a:pt x="395" y="1400"/>
                  </a:cubicBezTo>
                  <a:cubicBezTo>
                    <a:pt x="400" y="1401"/>
                    <a:pt x="406" y="1401"/>
                    <a:pt x="411" y="1401"/>
                  </a:cubicBezTo>
                  <a:cubicBezTo>
                    <a:pt x="511" y="1401"/>
                    <a:pt x="592" y="1321"/>
                    <a:pt x="592" y="1221"/>
                  </a:cubicBezTo>
                  <a:lnTo>
                    <a:pt x="592" y="181"/>
                  </a:lnTo>
                  <a:cubicBezTo>
                    <a:pt x="592" y="81"/>
                    <a:pt x="510" y="0"/>
                    <a:pt x="4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528;p65">
              <a:extLst>
                <a:ext uri="{FF2B5EF4-FFF2-40B4-BE49-F238E27FC236}">
                  <a16:creationId xmlns:a16="http://schemas.microsoft.com/office/drawing/2014/main" id="{3B63F98D-CC2D-34A5-2027-D08B8834B201}"/>
                </a:ext>
              </a:extLst>
            </p:cNvPr>
            <p:cNvSpPr/>
            <p:nvPr/>
          </p:nvSpPr>
          <p:spPr>
            <a:xfrm>
              <a:off x="5628557" y="3829875"/>
              <a:ext cx="37317" cy="55880"/>
            </a:xfrm>
            <a:custGeom>
              <a:avLst/>
              <a:gdLst/>
              <a:ahLst/>
              <a:cxnLst/>
              <a:rect l="l" t="t" r="r" b="b"/>
              <a:pathLst>
                <a:path w="985" h="1475" extrusionOk="0">
                  <a:moveTo>
                    <a:pt x="492" y="346"/>
                  </a:moveTo>
                  <a:cubicBezTo>
                    <a:pt x="565" y="346"/>
                    <a:pt x="623" y="404"/>
                    <a:pt x="623" y="477"/>
                  </a:cubicBezTo>
                  <a:lnTo>
                    <a:pt x="623" y="998"/>
                  </a:lnTo>
                  <a:cubicBezTo>
                    <a:pt x="623" y="1070"/>
                    <a:pt x="564" y="1129"/>
                    <a:pt x="492" y="1129"/>
                  </a:cubicBezTo>
                  <a:cubicBezTo>
                    <a:pt x="473" y="1129"/>
                    <a:pt x="453" y="1125"/>
                    <a:pt x="433" y="1116"/>
                  </a:cubicBezTo>
                  <a:cubicBezTo>
                    <a:pt x="388" y="1096"/>
                    <a:pt x="361" y="1049"/>
                    <a:pt x="361" y="1001"/>
                  </a:cubicBezTo>
                  <a:lnTo>
                    <a:pt x="361" y="474"/>
                  </a:lnTo>
                  <a:cubicBezTo>
                    <a:pt x="361" y="426"/>
                    <a:pt x="388" y="379"/>
                    <a:pt x="433" y="359"/>
                  </a:cubicBezTo>
                  <a:cubicBezTo>
                    <a:pt x="453" y="350"/>
                    <a:pt x="473" y="346"/>
                    <a:pt x="492" y="346"/>
                  </a:cubicBezTo>
                  <a:close/>
                  <a:moveTo>
                    <a:pt x="492" y="0"/>
                  </a:moveTo>
                  <a:cubicBezTo>
                    <a:pt x="221" y="0"/>
                    <a:pt x="1" y="220"/>
                    <a:pt x="1" y="492"/>
                  </a:cubicBezTo>
                  <a:lnTo>
                    <a:pt x="1" y="969"/>
                  </a:lnTo>
                  <a:cubicBezTo>
                    <a:pt x="1" y="1222"/>
                    <a:pt x="185" y="1443"/>
                    <a:pt x="435" y="1472"/>
                  </a:cubicBezTo>
                  <a:cubicBezTo>
                    <a:pt x="454" y="1474"/>
                    <a:pt x="473" y="1475"/>
                    <a:pt x="491" y="1475"/>
                  </a:cubicBezTo>
                  <a:cubicBezTo>
                    <a:pt x="763" y="1475"/>
                    <a:pt x="984" y="1255"/>
                    <a:pt x="984" y="984"/>
                  </a:cubicBezTo>
                  <a:lnTo>
                    <a:pt x="984" y="492"/>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529;p65">
              <a:extLst>
                <a:ext uri="{FF2B5EF4-FFF2-40B4-BE49-F238E27FC236}">
                  <a16:creationId xmlns:a16="http://schemas.microsoft.com/office/drawing/2014/main" id="{6338B3E5-80A5-55B7-B6DF-9A6A02B4EF30}"/>
                </a:ext>
              </a:extLst>
            </p:cNvPr>
            <p:cNvSpPr/>
            <p:nvPr/>
          </p:nvSpPr>
          <p:spPr>
            <a:xfrm>
              <a:off x="5678148" y="3829837"/>
              <a:ext cx="37317" cy="55918"/>
            </a:xfrm>
            <a:custGeom>
              <a:avLst/>
              <a:gdLst/>
              <a:ahLst/>
              <a:cxnLst/>
              <a:rect l="l" t="t" r="r" b="b"/>
              <a:pathLst>
                <a:path w="985" h="1476" extrusionOk="0">
                  <a:moveTo>
                    <a:pt x="493" y="347"/>
                  </a:moveTo>
                  <a:cubicBezTo>
                    <a:pt x="512" y="347"/>
                    <a:pt x="532" y="351"/>
                    <a:pt x="552" y="360"/>
                  </a:cubicBezTo>
                  <a:cubicBezTo>
                    <a:pt x="597" y="380"/>
                    <a:pt x="624" y="427"/>
                    <a:pt x="624" y="475"/>
                  </a:cubicBezTo>
                  <a:lnTo>
                    <a:pt x="624" y="1002"/>
                  </a:lnTo>
                  <a:cubicBezTo>
                    <a:pt x="624" y="1050"/>
                    <a:pt x="597" y="1097"/>
                    <a:pt x="552" y="1117"/>
                  </a:cubicBezTo>
                  <a:cubicBezTo>
                    <a:pt x="532" y="1126"/>
                    <a:pt x="512" y="1130"/>
                    <a:pt x="493" y="1130"/>
                  </a:cubicBezTo>
                  <a:cubicBezTo>
                    <a:pt x="421" y="1130"/>
                    <a:pt x="362" y="1071"/>
                    <a:pt x="362" y="999"/>
                  </a:cubicBezTo>
                  <a:lnTo>
                    <a:pt x="362" y="478"/>
                  </a:lnTo>
                  <a:cubicBezTo>
                    <a:pt x="362" y="405"/>
                    <a:pt x="421" y="347"/>
                    <a:pt x="493" y="347"/>
                  </a:cubicBezTo>
                  <a:close/>
                  <a:moveTo>
                    <a:pt x="494" y="0"/>
                  </a:moveTo>
                  <a:cubicBezTo>
                    <a:pt x="223" y="0"/>
                    <a:pt x="1" y="221"/>
                    <a:pt x="1" y="493"/>
                  </a:cubicBezTo>
                  <a:lnTo>
                    <a:pt x="1" y="985"/>
                  </a:lnTo>
                  <a:cubicBezTo>
                    <a:pt x="1" y="1255"/>
                    <a:pt x="222" y="1475"/>
                    <a:pt x="493" y="1475"/>
                  </a:cubicBezTo>
                  <a:cubicBezTo>
                    <a:pt x="764" y="1475"/>
                    <a:pt x="984" y="1255"/>
                    <a:pt x="984" y="985"/>
                  </a:cubicBezTo>
                  <a:lnTo>
                    <a:pt x="984" y="506"/>
                  </a:lnTo>
                  <a:cubicBezTo>
                    <a:pt x="984" y="254"/>
                    <a:pt x="800" y="33"/>
                    <a:pt x="550" y="4"/>
                  </a:cubicBezTo>
                  <a:cubicBezTo>
                    <a:pt x="531" y="1"/>
                    <a:pt x="513" y="0"/>
                    <a:pt x="4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530;p65">
              <a:extLst>
                <a:ext uri="{FF2B5EF4-FFF2-40B4-BE49-F238E27FC236}">
                  <a16:creationId xmlns:a16="http://schemas.microsoft.com/office/drawing/2014/main" id="{7E91554D-5C67-BE56-A9E2-732D3AC66920}"/>
                </a:ext>
              </a:extLst>
            </p:cNvPr>
            <p:cNvSpPr/>
            <p:nvPr/>
          </p:nvSpPr>
          <p:spPr>
            <a:xfrm>
              <a:off x="5761343" y="3829875"/>
              <a:ext cx="37279" cy="55880"/>
            </a:xfrm>
            <a:custGeom>
              <a:avLst/>
              <a:gdLst/>
              <a:ahLst/>
              <a:cxnLst/>
              <a:rect l="l" t="t" r="r" b="b"/>
              <a:pathLst>
                <a:path w="984" h="1475" extrusionOk="0">
                  <a:moveTo>
                    <a:pt x="493" y="345"/>
                  </a:moveTo>
                  <a:cubicBezTo>
                    <a:pt x="566" y="345"/>
                    <a:pt x="623" y="403"/>
                    <a:pt x="623" y="476"/>
                  </a:cubicBezTo>
                  <a:lnTo>
                    <a:pt x="623" y="998"/>
                  </a:lnTo>
                  <a:cubicBezTo>
                    <a:pt x="623" y="1070"/>
                    <a:pt x="564" y="1129"/>
                    <a:pt x="493" y="1129"/>
                  </a:cubicBezTo>
                  <a:cubicBezTo>
                    <a:pt x="474" y="1129"/>
                    <a:pt x="454" y="1125"/>
                    <a:pt x="434" y="1116"/>
                  </a:cubicBezTo>
                  <a:cubicBezTo>
                    <a:pt x="390" y="1096"/>
                    <a:pt x="362" y="1049"/>
                    <a:pt x="362" y="1001"/>
                  </a:cubicBezTo>
                  <a:lnTo>
                    <a:pt x="362" y="473"/>
                  </a:lnTo>
                  <a:cubicBezTo>
                    <a:pt x="362" y="425"/>
                    <a:pt x="390" y="377"/>
                    <a:pt x="434" y="358"/>
                  </a:cubicBezTo>
                  <a:cubicBezTo>
                    <a:pt x="454" y="349"/>
                    <a:pt x="474" y="345"/>
                    <a:pt x="493" y="345"/>
                  </a:cubicBezTo>
                  <a:close/>
                  <a:moveTo>
                    <a:pt x="491" y="0"/>
                  </a:moveTo>
                  <a:cubicBezTo>
                    <a:pt x="220" y="0"/>
                    <a:pt x="0" y="220"/>
                    <a:pt x="0" y="492"/>
                  </a:cubicBezTo>
                  <a:lnTo>
                    <a:pt x="0" y="969"/>
                  </a:lnTo>
                  <a:cubicBezTo>
                    <a:pt x="0" y="1222"/>
                    <a:pt x="186" y="1443"/>
                    <a:pt x="435" y="1472"/>
                  </a:cubicBezTo>
                  <a:cubicBezTo>
                    <a:pt x="454" y="1474"/>
                    <a:pt x="472" y="1475"/>
                    <a:pt x="490" y="1475"/>
                  </a:cubicBezTo>
                  <a:cubicBezTo>
                    <a:pt x="762" y="1475"/>
                    <a:pt x="983" y="1255"/>
                    <a:pt x="983" y="984"/>
                  </a:cubicBezTo>
                  <a:lnTo>
                    <a:pt x="983" y="492"/>
                  </a:lnTo>
                  <a:cubicBezTo>
                    <a:pt x="984" y="220"/>
                    <a:pt x="763" y="0"/>
                    <a:pt x="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531;p65">
              <a:extLst>
                <a:ext uri="{FF2B5EF4-FFF2-40B4-BE49-F238E27FC236}">
                  <a16:creationId xmlns:a16="http://schemas.microsoft.com/office/drawing/2014/main" id="{27DA37A4-2348-DC9B-E8A3-51A093E0834D}"/>
                </a:ext>
              </a:extLst>
            </p:cNvPr>
            <p:cNvSpPr/>
            <p:nvPr/>
          </p:nvSpPr>
          <p:spPr>
            <a:xfrm>
              <a:off x="5933834" y="3831239"/>
              <a:ext cx="22428" cy="53115"/>
            </a:xfrm>
            <a:custGeom>
              <a:avLst/>
              <a:gdLst/>
              <a:ahLst/>
              <a:cxnLst/>
              <a:rect l="l" t="t" r="r" b="b"/>
              <a:pathLst>
                <a:path w="592" h="1402" extrusionOk="0">
                  <a:moveTo>
                    <a:pt x="197" y="0"/>
                  </a:moveTo>
                  <a:cubicBezTo>
                    <a:pt x="102" y="0"/>
                    <a:pt x="17" y="69"/>
                    <a:pt x="8" y="163"/>
                  </a:cubicBezTo>
                  <a:cubicBezTo>
                    <a:pt x="0" y="269"/>
                    <a:pt x="84" y="359"/>
                    <a:pt x="190" y="359"/>
                  </a:cubicBezTo>
                  <a:lnTo>
                    <a:pt x="231" y="359"/>
                  </a:lnTo>
                  <a:lnTo>
                    <a:pt x="231" y="1212"/>
                  </a:lnTo>
                  <a:cubicBezTo>
                    <a:pt x="231" y="1307"/>
                    <a:pt x="301" y="1393"/>
                    <a:pt x="395" y="1400"/>
                  </a:cubicBezTo>
                  <a:cubicBezTo>
                    <a:pt x="400" y="1401"/>
                    <a:pt x="406" y="1401"/>
                    <a:pt x="411" y="1401"/>
                  </a:cubicBezTo>
                  <a:cubicBezTo>
                    <a:pt x="512" y="1401"/>
                    <a:pt x="592" y="1321"/>
                    <a:pt x="592" y="1221"/>
                  </a:cubicBezTo>
                  <a:lnTo>
                    <a:pt x="592" y="181"/>
                  </a:lnTo>
                  <a:cubicBezTo>
                    <a:pt x="592" y="81"/>
                    <a:pt x="510"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532;p65">
              <a:extLst>
                <a:ext uri="{FF2B5EF4-FFF2-40B4-BE49-F238E27FC236}">
                  <a16:creationId xmlns:a16="http://schemas.microsoft.com/office/drawing/2014/main" id="{06F57F1F-8813-D35A-2A3A-CA83C1B23F53}"/>
                </a:ext>
              </a:extLst>
            </p:cNvPr>
            <p:cNvSpPr/>
            <p:nvPr/>
          </p:nvSpPr>
          <p:spPr>
            <a:xfrm>
              <a:off x="5887993" y="3829875"/>
              <a:ext cx="37241" cy="55880"/>
            </a:xfrm>
            <a:custGeom>
              <a:avLst/>
              <a:gdLst/>
              <a:ahLst/>
              <a:cxnLst/>
              <a:rect l="l" t="t" r="r" b="b"/>
              <a:pathLst>
                <a:path w="983" h="1475" extrusionOk="0">
                  <a:moveTo>
                    <a:pt x="491" y="346"/>
                  </a:moveTo>
                  <a:cubicBezTo>
                    <a:pt x="564" y="346"/>
                    <a:pt x="621" y="404"/>
                    <a:pt x="621" y="477"/>
                  </a:cubicBezTo>
                  <a:lnTo>
                    <a:pt x="621" y="998"/>
                  </a:lnTo>
                  <a:cubicBezTo>
                    <a:pt x="621" y="1070"/>
                    <a:pt x="562" y="1129"/>
                    <a:pt x="491" y="1129"/>
                  </a:cubicBezTo>
                  <a:cubicBezTo>
                    <a:pt x="472" y="1129"/>
                    <a:pt x="452" y="1125"/>
                    <a:pt x="432" y="1116"/>
                  </a:cubicBezTo>
                  <a:cubicBezTo>
                    <a:pt x="388" y="1096"/>
                    <a:pt x="360" y="1049"/>
                    <a:pt x="360" y="1001"/>
                  </a:cubicBezTo>
                  <a:lnTo>
                    <a:pt x="360" y="474"/>
                  </a:lnTo>
                  <a:cubicBezTo>
                    <a:pt x="360" y="426"/>
                    <a:pt x="388" y="379"/>
                    <a:pt x="432" y="359"/>
                  </a:cubicBezTo>
                  <a:cubicBezTo>
                    <a:pt x="452" y="350"/>
                    <a:pt x="472" y="346"/>
                    <a:pt x="491" y="346"/>
                  </a:cubicBezTo>
                  <a:close/>
                  <a:moveTo>
                    <a:pt x="490" y="0"/>
                  </a:moveTo>
                  <a:cubicBezTo>
                    <a:pt x="220" y="0"/>
                    <a:pt x="0" y="220"/>
                    <a:pt x="0" y="492"/>
                  </a:cubicBezTo>
                  <a:lnTo>
                    <a:pt x="0" y="969"/>
                  </a:lnTo>
                  <a:cubicBezTo>
                    <a:pt x="0" y="1222"/>
                    <a:pt x="185" y="1443"/>
                    <a:pt x="435" y="1472"/>
                  </a:cubicBezTo>
                  <a:cubicBezTo>
                    <a:pt x="454" y="1474"/>
                    <a:pt x="472" y="1475"/>
                    <a:pt x="490" y="1475"/>
                  </a:cubicBezTo>
                  <a:cubicBezTo>
                    <a:pt x="761" y="1475"/>
                    <a:pt x="982" y="1255"/>
                    <a:pt x="982" y="984"/>
                  </a:cubicBezTo>
                  <a:lnTo>
                    <a:pt x="982" y="492"/>
                  </a:lnTo>
                  <a:cubicBezTo>
                    <a:pt x="983" y="220"/>
                    <a:pt x="762" y="0"/>
                    <a:pt x="4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533;p65">
              <a:extLst>
                <a:ext uri="{FF2B5EF4-FFF2-40B4-BE49-F238E27FC236}">
                  <a16:creationId xmlns:a16="http://schemas.microsoft.com/office/drawing/2014/main" id="{BC497362-CABC-E129-2E3E-9B956BAA9555}"/>
                </a:ext>
              </a:extLst>
            </p:cNvPr>
            <p:cNvSpPr/>
            <p:nvPr/>
          </p:nvSpPr>
          <p:spPr>
            <a:xfrm>
              <a:off x="5710464" y="3900796"/>
              <a:ext cx="37279" cy="55880"/>
            </a:xfrm>
            <a:custGeom>
              <a:avLst/>
              <a:gdLst/>
              <a:ahLst/>
              <a:cxnLst/>
              <a:rect l="l" t="t" r="r" b="b"/>
              <a:pathLst>
                <a:path w="984" h="1475" extrusionOk="0">
                  <a:moveTo>
                    <a:pt x="492" y="345"/>
                  </a:moveTo>
                  <a:cubicBezTo>
                    <a:pt x="565" y="345"/>
                    <a:pt x="623" y="404"/>
                    <a:pt x="623" y="476"/>
                  </a:cubicBezTo>
                  <a:lnTo>
                    <a:pt x="623" y="998"/>
                  </a:lnTo>
                  <a:cubicBezTo>
                    <a:pt x="623" y="1070"/>
                    <a:pt x="563" y="1129"/>
                    <a:pt x="491" y="1129"/>
                  </a:cubicBezTo>
                  <a:cubicBezTo>
                    <a:pt x="472" y="1129"/>
                    <a:pt x="452" y="1125"/>
                    <a:pt x="432" y="1115"/>
                  </a:cubicBezTo>
                  <a:cubicBezTo>
                    <a:pt x="388" y="1097"/>
                    <a:pt x="361" y="1049"/>
                    <a:pt x="361" y="1000"/>
                  </a:cubicBezTo>
                  <a:lnTo>
                    <a:pt x="361" y="473"/>
                  </a:lnTo>
                  <a:cubicBezTo>
                    <a:pt x="361" y="424"/>
                    <a:pt x="388" y="377"/>
                    <a:pt x="432" y="358"/>
                  </a:cubicBezTo>
                  <a:cubicBezTo>
                    <a:pt x="453" y="349"/>
                    <a:pt x="473" y="345"/>
                    <a:pt x="492" y="345"/>
                  </a:cubicBezTo>
                  <a:close/>
                  <a:moveTo>
                    <a:pt x="492" y="0"/>
                  </a:moveTo>
                  <a:cubicBezTo>
                    <a:pt x="220" y="0"/>
                    <a:pt x="0" y="220"/>
                    <a:pt x="0" y="491"/>
                  </a:cubicBezTo>
                  <a:lnTo>
                    <a:pt x="0" y="969"/>
                  </a:lnTo>
                  <a:cubicBezTo>
                    <a:pt x="0" y="1222"/>
                    <a:pt x="185" y="1443"/>
                    <a:pt x="435" y="1472"/>
                  </a:cubicBezTo>
                  <a:cubicBezTo>
                    <a:pt x="454" y="1474"/>
                    <a:pt x="473" y="1475"/>
                    <a:pt x="492" y="1475"/>
                  </a:cubicBezTo>
                  <a:cubicBezTo>
                    <a:pt x="762" y="1475"/>
                    <a:pt x="984" y="1254"/>
                    <a:pt x="984" y="984"/>
                  </a:cubicBezTo>
                  <a:lnTo>
                    <a:pt x="984" y="491"/>
                  </a:lnTo>
                  <a:cubicBezTo>
                    <a:pt x="984" y="220"/>
                    <a:pt x="762"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534;p65">
              <a:extLst>
                <a:ext uri="{FF2B5EF4-FFF2-40B4-BE49-F238E27FC236}">
                  <a16:creationId xmlns:a16="http://schemas.microsoft.com/office/drawing/2014/main" id="{7F85759B-893E-4B32-E2E5-96B228BBE53B}"/>
                </a:ext>
              </a:extLst>
            </p:cNvPr>
            <p:cNvSpPr/>
            <p:nvPr/>
          </p:nvSpPr>
          <p:spPr>
            <a:xfrm>
              <a:off x="5899093" y="3901932"/>
              <a:ext cx="22466" cy="53153"/>
            </a:xfrm>
            <a:custGeom>
              <a:avLst/>
              <a:gdLst/>
              <a:ahLst/>
              <a:cxnLst/>
              <a:rect l="l" t="t" r="r" b="b"/>
              <a:pathLst>
                <a:path w="593" h="1403" extrusionOk="0">
                  <a:moveTo>
                    <a:pt x="197" y="0"/>
                  </a:moveTo>
                  <a:cubicBezTo>
                    <a:pt x="102" y="0"/>
                    <a:pt x="17" y="70"/>
                    <a:pt x="9" y="164"/>
                  </a:cubicBezTo>
                  <a:cubicBezTo>
                    <a:pt x="1" y="272"/>
                    <a:pt x="84" y="361"/>
                    <a:pt x="189" y="361"/>
                  </a:cubicBezTo>
                  <a:lnTo>
                    <a:pt x="231" y="361"/>
                  </a:lnTo>
                  <a:lnTo>
                    <a:pt x="231" y="1222"/>
                  </a:lnTo>
                  <a:cubicBezTo>
                    <a:pt x="231" y="1321"/>
                    <a:pt x="312" y="1403"/>
                    <a:pt x="411" y="1403"/>
                  </a:cubicBezTo>
                  <a:cubicBezTo>
                    <a:pt x="511" y="1403"/>
                    <a:pt x="592" y="1321"/>
                    <a:pt x="592" y="1222"/>
                  </a:cubicBezTo>
                  <a:lnTo>
                    <a:pt x="592" y="183"/>
                  </a:lnTo>
                  <a:cubicBezTo>
                    <a:pt x="592" y="82"/>
                    <a:pt x="511"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35;p65">
              <a:extLst>
                <a:ext uri="{FF2B5EF4-FFF2-40B4-BE49-F238E27FC236}">
                  <a16:creationId xmlns:a16="http://schemas.microsoft.com/office/drawing/2014/main" id="{ADEC90DC-C181-9664-B306-6A803D463B05}"/>
                </a:ext>
              </a:extLst>
            </p:cNvPr>
            <p:cNvSpPr/>
            <p:nvPr/>
          </p:nvSpPr>
          <p:spPr>
            <a:xfrm>
              <a:off x="5933834" y="3901932"/>
              <a:ext cx="22466" cy="53153"/>
            </a:xfrm>
            <a:custGeom>
              <a:avLst/>
              <a:gdLst/>
              <a:ahLst/>
              <a:cxnLst/>
              <a:rect l="l" t="t" r="r" b="b"/>
              <a:pathLst>
                <a:path w="593" h="1403" extrusionOk="0">
                  <a:moveTo>
                    <a:pt x="199" y="0"/>
                  </a:moveTo>
                  <a:cubicBezTo>
                    <a:pt x="103" y="0"/>
                    <a:pt x="18" y="70"/>
                    <a:pt x="10" y="164"/>
                  </a:cubicBezTo>
                  <a:cubicBezTo>
                    <a:pt x="0" y="272"/>
                    <a:pt x="84" y="361"/>
                    <a:pt x="190" y="361"/>
                  </a:cubicBezTo>
                  <a:lnTo>
                    <a:pt x="231" y="361"/>
                  </a:lnTo>
                  <a:lnTo>
                    <a:pt x="231" y="1213"/>
                  </a:lnTo>
                  <a:cubicBezTo>
                    <a:pt x="231" y="1309"/>
                    <a:pt x="301" y="1393"/>
                    <a:pt x="396" y="1402"/>
                  </a:cubicBezTo>
                  <a:cubicBezTo>
                    <a:pt x="401" y="1402"/>
                    <a:pt x="406" y="1402"/>
                    <a:pt x="411" y="1402"/>
                  </a:cubicBezTo>
                  <a:cubicBezTo>
                    <a:pt x="512" y="1402"/>
                    <a:pt x="593" y="1322"/>
                    <a:pt x="593" y="1222"/>
                  </a:cubicBezTo>
                  <a:lnTo>
                    <a:pt x="593" y="183"/>
                  </a:lnTo>
                  <a:cubicBezTo>
                    <a:pt x="593" y="82"/>
                    <a:pt x="511" y="0"/>
                    <a:pt x="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536;p65">
              <a:extLst>
                <a:ext uri="{FF2B5EF4-FFF2-40B4-BE49-F238E27FC236}">
                  <a16:creationId xmlns:a16="http://schemas.microsoft.com/office/drawing/2014/main" id="{94E56F35-D814-407F-6BD5-A9667EC9A5DC}"/>
                </a:ext>
              </a:extLst>
            </p:cNvPr>
            <p:cNvSpPr/>
            <p:nvPr/>
          </p:nvSpPr>
          <p:spPr>
            <a:xfrm>
              <a:off x="5799835" y="3900796"/>
              <a:ext cx="37279" cy="55880"/>
            </a:xfrm>
            <a:custGeom>
              <a:avLst/>
              <a:gdLst/>
              <a:ahLst/>
              <a:cxnLst/>
              <a:rect l="l" t="t" r="r" b="b"/>
              <a:pathLst>
                <a:path w="984" h="1475" extrusionOk="0">
                  <a:moveTo>
                    <a:pt x="492" y="345"/>
                  </a:moveTo>
                  <a:cubicBezTo>
                    <a:pt x="564" y="345"/>
                    <a:pt x="622" y="404"/>
                    <a:pt x="622" y="476"/>
                  </a:cubicBezTo>
                  <a:lnTo>
                    <a:pt x="622" y="998"/>
                  </a:lnTo>
                  <a:cubicBezTo>
                    <a:pt x="622" y="1070"/>
                    <a:pt x="564" y="1129"/>
                    <a:pt x="492" y="1129"/>
                  </a:cubicBezTo>
                  <a:cubicBezTo>
                    <a:pt x="473" y="1129"/>
                    <a:pt x="453" y="1125"/>
                    <a:pt x="433" y="1115"/>
                  </a:cubicBezTo>
                  <a:cubicBezTo>
                    <a:pt x="388" y="1097"/>
                    <a:pt x="360" y="1049"/>
                    <a:pt x="360" y="1000"/>
                  </a:cubicBezTo>
                  <a:lnTo>
                    <a:pt x="360" y="473"/>
                  </a:lnTo>
                  <a:cubicBezTo>
                    <a:pt x="360" y="424"/>
                    <a:pt x="388" y="377"/>
                    <a:pt x="433" y="358"/>
                  </a:cubicBezTo>
                  <a:cubicBezTo>
                    <a:pt x="453" y="349"/>
                    <a:pt x="473" y="345"/>
                    <a:pt x="492" y="345"/>
                  </a:cubicBezTo>
                  <a:close/>
                  <a:moveTo>
                    <a:pt x="491" y="0"/>
                  </a:moveTo>
                  <a:cubicBezTo>
                    <a:pt x="220" y="0"/>
                    <a:pt x="0" y="220"/>
                    <a:pt x="0" y="491"/>
                  </a:cubicBezTo>
                  <a:lnTo>
                    <a:pt x="0" y="969"/>
                  </a:lnTo>
                  <a:cubicBezTo>
                    <a:pt x="0" y="1222"/>
                    <a:pt x="185" y="1443"/>
                    <a:pt x="435" y="1472"/>
                  </a:cubicBezTo>
                  <a:cubicBezTo>
                    <a:pt x="454" y="1474"/>
                    <a:pt x="473" y="1475"/>
                    <a:pt x="492" y="1475"/>
                  </a:cubicBezTo>
                  <a:cubicBezTo>
                    <a:pt x="763" y="1475"/>
                    <a:pt x="983" y="1254"/>
                    <a:pt x="983" y="984"/>
                  </a:cubicBezTo>
                  <a:lnTo>
                    <a:pt x="983" y="491"/>
                  </a:lnTo>
                  <a:cubicBezTo>
                    <a:pt x="984" y="220"/>
                    <a:pt x="763" y="0"/>
                    <a:pt x="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537;p65">
              <a:extLst>
                <a:ext uri="{FF2B5EF4-FFF2-40B4-BE49-F238E27FC236}">
                  <a16:creationId xmlns:a16="http://schemas.microsoft.com/office/drawing/2014/main" id="{1DA4D246-2306-A33A-6F34-D0D8F58C8C04}"/>
                </a:ext>
              </a:extLst>
            </p:cNvPr>
            <p:cNvSpPr/>
            <p:nvPr/>
          </p:nvSpPr>
          <p:spPr>
            <a:xfrm>
              <a:off x="5849502" y="3899507"/>
              <a:ext cx="37241" cy="55918"/>
            </a:xfrm>
            <a:custGeom>
              <a:avLst/>
              <a:gdLst/>
              <a:ahLst/>
              <a:cxnLst/>
              <a:rect l="l" t="t" r="r" b="b"/>
              <a:pathLst>
                <a:path w="983" h="1476" extrusionOk="0">
                  <a:moveTo>
                    <a:pt x="491" y="346"/>
                  </a:moveTo>
                  <a:cubicBezTo>
                    <a:pt x="564" y="346"/>
                    <a:pt x="621" y="404"/>
                    <a:pt x="621" y="477"/>
                  </a:cubicBezTo>
                  <a:lnTo>
                    <a:pt x="621" y="998"/>
                  </a:lnTo>
                  <a:cubicBezTo>
                    <a:pt x="621" y="1071"/>
                    <a:pt x="562" y="1129"/>
                    <a:pt x="491" y="1129"/>
                  </a:cubicBezTo>
                  <a:cubicBezTo>
                    <a:pt x="472" y="1129"/>
                    <a:pt x="452" y="1125"/>
                    <a:pt x="432" y="1116"/>
                  </a:cubicBezTo>
                  <a:cubicBezTo>
                    <a:pt x="388" y="1096"/>
                    <a:pt x="360" y="1049"/>
                    <a:pt x="360" y="1001"/>
                  </a:cubicBezTo>
                  <a:lnTo>
                    <a:pt x="360" y="474"/>
                  </a:lnTo>
                  <a:cubicBezTo>
                    <a:pt x="360" y="426"/>
                    <a:pt x="388" y="379"/>
                    <a:pt x="432" y="359"/>
                  </a:cubicBezTo>
                  <a:cubicBezTo>
                    <a:pt x="452" y="350"/>
                    <a:pt x="472" y="346"/>
                    <a:pt x="491" y="346"/>
                  </a:cubicBezTo>
                  <a:close/>
                  <a:moveTo>
                    <a:pt x="491" y="1"/>
                  </a:moveTo>
                  <a:cubicBezTo>
                    <a:pt x="219" y="1"/>
                    <a:pt x="0" y="220"/>
                    <a:pt x="0" y="492"/>
                  </a:cubicBezTo>
                  <a:lnTo>
                    <a:pt x="0" y="969"/>
                  </a:lnTo>
                  <a:cubicBezTo>
                    <a:pt x="0" y="1222"/>
                    <a:pt x="185" y="1443"/>
                    <a:pt x="435" y="1472"/>
                  </a:cubicBezTo>
                  <a:cubicBezTo>
                    <a:pt x="454" y="1474"/>
                    <a:pt x="472" y="1475"/>
                    <a:pt x="490" y="1475"/>
                  </a:cubicBezTo>
                  <a:cubicBezTo>
                    <a:pt x="761" y="1475"/>
                    <a:pt x="982" y="1255"/>
                    <a:pt x="982" y="984"/>
                  </a:cubicBezTo>
                  <a:lnTo>
                    <a:pt x="982" y="492"/>
                  </a:lnTo>
                  <a:cubicBezTo>
                    <a:pt x="983" y="220"/>
                    <a:pt x="762" y="1"/>
                    <a:pt x="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58;p65">
            <a:extLst>
              <a:ext uri="{FF2B5EF4-FFF2-40B4-BE49-F238E27FC236}">
                <a16:creationId xmlns:a16="http://schemas.microsoft.com/office/drawing/2014/main" id="{1EF95EAE-EBF0-F3F9-5F59-4BBA92B18E9E}"/>
              </a:ext>
            </a:extLst>
          </p:cNvPr>
          <p:cNvGrpSpPr/>
          <p:nvPr/>
        </p:nvGrpSpPr>
        <p:grpSpPr>
          <a:xfrm>
            <a:off x="974782" y="1577481"/>
            <a:ext cx="346923" cy="341145"/>
            <a:chOff x="7186804" y="1436452"/>
            <a:chExt cx="429502" cy="476631"/>
          </a:xfrm>
        </p:grpSpPr>
        <p:sp>
          <p:nvSpPr>
            <p:cNvPr id="29" name="Google Shape;2859;p65">
              <a:extLst>
                <a:ext uri="{FF2B5EF4-FFF2-40B4-BE49-F238E27FC236}">
                  <a16:creationId xmlns:a16="http://schemas.microsoft.com/office/drawing/2014/main" id="{6C3200FE-8F26-91E3-D291-23A3343C0564}"/>
                </a:ext>
              </a:extLst>
            </p:cNvPr>
            <p:cNvSpPr/>
            <p:nvPr/>
          </p:nvSpPr>
          <p:spPr>
            <a:xfrm>
              <a:off x="7186804" y="1436452"/>
              <a:ext cx="340056" cy="476631"/>
            </a:xfrm>
            <a:custGeom>
              <a:avLst/>
              <a:gdLst/>
              <a:ahLst/>
              <a:cxnLst/>
              <a:rect l="l" t="t" r="r" b="b"/>
              <a:pathLst>
                <a:path w="8976" h="12581" extrusionOk="0">
                  <a:moveTo>
                    <a:pt x="6913" y="667"/>
                  </a:moveTo>
                  <a:lnTo>
                    <a:pt x="8389" y="2359"/>
                  </a:lnTo>
                  <a:lnTo>
                    <a:pt x="6913" y="2359"/>
                  </a:lnTo>
                  <a:lnTo>
                    <a:pt x="6913" y="667"/>
                  </a:lnTo>
                  <a:close/>
                  <a:moveTo>
                    <a:pt x="183" y="0"/>
                  </a:moveTo>
                  <a:cubicBezTo>
                    <a:pt x="82" y="0"/>
                    <a:pt x="0" y="83"/>
                    <a:pt x="0" y="183"/>
                  </a:cubicBezTo>
                  <a:lnTo>
                    <a:pt x="0" y="12400"/>
                  </a:lnTo>
                  <a:cubicBezTo>
                    <a:pt x="0" y="12500"/>
                    <a:pt x="82" y="12581"/>
                    <a:pt x="182" y="12581"/>
                  </a:cubicBezTo>
                  <a:lnTo>
                    <a:pt x="1858" y="12581"/>
                  </a:lnTo>
                  <a:cubicBezTo>
                    <a:pt x="1953" y="12581"/>
                    <a:pt x="2039" y="12512"/>
                    <a:pt x="2047" y="12418"/>
                  </a:cubicBezTo>
                  <a:cubicBezTo>
                    <a:pt x="2056" y="12311"/>
                    <a:pt x="1972" y="12222"/>
                    <a:pt x="1868" y="12222"/>
                  </a:cubicBezTo>
                  <a:lnTo>
                    <a:pt x="360" y="12222"/>
                  </a:lnTo>
                  <a:lnTo>
                    <a:pt x="360" y="360"/>
                  </a:lnTo>
                  <a:lnTo>
                    <a:pt x="6552" y="360"/>
                  </a:lnTo>
                  <a:lnTo>
                    <a:pt x="6552" y="2535"/>
                  </a:lnTo>
                  <a:cubicBezTo>
                    <a:pt x="6552" y="2636"/>
                    <a:pt x="6635" y="2719"/>
                    <a:pt x="6736" y="2719"/>
                  </a:cubicBezTo>
                  <a:lnTo>
                    <a:pt x="8617" y="2719"/>
                  </a:lnTo>
                  <a:lnTo>
                    <a:pt x="8617" y="12222"/>
                  </a:lnTo>
                  <a:lnTo>
                    <a:pt x="2768" y="12222"/>
                  </a:lnTo>
                  <a:cubicBezTo>
                    <a:pt x="2673" y="12222"/>
                    <a:pt x="2587" y="12291"/>
                    <a:pt x="2578" y="12385"/>
                  </a:cubicBezTo>
                  <a:cubicBezTo>
                    <a:pt x="2569" y="12492"/>
                    <a:pt x="2654" y="12581"/>
                    <a:pt x="2761" y="12581"/>
                  </a:cubicBezTo>
                  <a:lnTo>
                    <a:pt x="8793" y="12581"/>
                  </a:lnTo>
                  <a:cubicBezTo>
                    <a:pt x="8895" y="12581"/>
                    <a:pt x="8976" y="12499"/>
                    <a:pt x="8976" y="12398"/>
                  </a:cubicBezTo>
                  <a:lnTo>
                    <a:pt x="8976" y="2550"/>
                  </a:lnTo>
                  <a:cubicBezTo>
                    <a:pt x="8976" y="2505"/>
                    <a:pt x="8960" y="2462"/>
                    <a:pt x="8931" y="2430"/>
                  </a:cubicBezTo>
                  <a:lnTo>
                    <a:pt x="6868" y="63"/>
                  </a:lnTo>
                  <a:cubicBezTo>
                    <a:pt x="6832" y="22"/>
                    <a:pt x="6782" y="0"/>
                    <a:pt x="67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860;p65">
              <a:extLst>
                <a:ext uri="{FF2B5EF4-FFF2-40B4-BE49-F238E27FC236}">
                  <a16:creationId xmlns:a16="http://schemas.microsoft.com/office/drawing/2014/main" id="{7219D9B1-9796-DDD9-0398-FE825820B6AA}"/>
                </a:ext>
              </a:extLst>
            </p:cNvPr>
            <p:cNvSpPr/>
            <p:nvPr/>
          </p:nvSpPr>
          <p:spPr>
            <a:xfrm>
              <a:off x="7306407" y="1594129"/>
              <a:ext cx="32581" cy="13639"/>
            </a:xfrm>
            <a:custGeom>
              <a:avLst/>
              <a:gdLst/>
              <a:ahLst/>
              <a:cxnLst/>
              <a:rect l="l" t="t" r="r" b="b"/>
              <a:pathLst>
                <a:path w="860" h="360" extrusionOk="0">
                  <a:moveTo>
                    <a:pt x="199" y="0"/>
                  </a:moveTo>
                  <a:cubicBezTo>
                    <a:pt x="104" y="0"/>
                    <a:pt x="19" y="69"/>
                    <a:pt x="10" y="164"/>
                  </a:cubicBezTo>
                  <a:cubicBezTo>
                    <a:pt x="1" y="269"/>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861;p65">
              <a:extLst>
                <a:ext uri="{FF2B5EF4-FFF2-40B4-BE49-F238E27FC236}">
                  <a16:creationId xmlns:a16="http://schemas.microsoft.com/office/drawing/2014/main" id="{0F204A2B-4220-1E55-EA18-BD665F206133}"/>
                </a:ext>
              </a:extLst>
            </p:cNvPr>
            <p:cNvSpPr/>
            <p:nvPr/>
          </p:nvSpPr>
          <p:spPr>
            <a:xfrm>
              <a:off x="7307430" y="1621369"/>
              <a:ext cx="132522" cy="13714"/>
            </a:xfrm>
            <a:custGeom>
              <a:avLst/>
              <a:gdLst/>
              <a:ahLst/>
              <a:cxnLst/>
              <a:rect l="l" t="t" r="r" b="b"/>
              <a:pathLst>
                <a:path w="3498" h="362" extrusionOk="0">
                  <a:moveTo>
                    <a:pt x="198" y="1"/>
                  </a:moveTo>
                  <a:cubicBezTo>
                    <a:pt x="103" y="1"/>
                    <a:pt x="18" y="70"/>
                    <a:pt x="10" y="164"/>
                  </a:cubicBezTo>
                  <a:cubicBezTo>
                    <a:pt x="0" y="272"/>
                    <a:pt x="84" y="361"/>
                    <a:pt x="189" y="361"/>
                  </a:cubicBezTo>
                  <a:lnTo>
                    <a:pt x="3299" y="361"/>
                  </a:lnTo>
                  <a:cubicBezTo>
                    <a:pt x="3396" y="361"/>
                    <a:pt x="3480" y="292"/>
                    <a:pt x="3488" y="198"/>
                  </a:cubicBezTo>
                  <a:cubicBezTo>
                    <a:pt x="3497" y="90"/>
                    <a:pt x="3413" y="1"/>
                    <a:pt x="33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862;p65">
              <a:extLst>
                <a:ext uri="{FF2B5EF4-FFF2-40B4-BE49-F238E27FC236}">
                  <a16:creationId xmlns:a16="http://schemas.microsoft.com/office/drawing/2014/main" id="{34DCEF42-B539-D717-192B-98EE93D988D4}"/>
                </a:ext>
              </a:extLst>
            </p:cNvPr>
            <p:cNvSpPr/>
            <p:nvPr/>
          </p:nvSpPr>
          <p:spPr>
            <a:xfrm>
              <a:off x="7356567" y="1594129"/>
              <a:ext cx="119186" cy="13639"/>
            </a:xfrm>
            <a:custGeom>
              <a:avLst/>
              <a:gdLst/>
              <a:ahLst/>
              <a:cxnLst/>
              <a:rect l="l" t="t" r="r" b="b"/>
              <a:pathLst>
                <a:path w="3146" h="360" extrusionOk="0">
                  <a:moveTo>
                    <a:pt x="199" y="0"/>
                  </a:moveTo>
                  <a:cubicBezTo>
                    <a:pt x="103" y="0"/>
                    <a:pt x="18" y="69"/>
                    <a:pt x="10" y="164"/>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863;p65">
              <a:extLst>
                <a:ext uri="{FF2B5EF4-FFF2-40B4-BE49-F238E27FC236}">
                  <a16:creationId xmlns:a16="http://schemas.microsoft.com/office/drawing/2014/main" id="{697A37FF-2875-54C0-2F3C-ED34BFAEE961}"/>
                </a:ext>
              </a:extLst>
            </p:cNvPr>
            <p:cNvSpPr/>
            <p:nvPr/>
          </p:nvSpPr>
          <p:spPr>
            <a:xfrm>
              <a:off x="7235941" y="1582764"/>
              <a:ext cx="59290" cy="52281"/>
            </a:xfrm>
            <a:custGeom>
              <a:avLst/>
              <a:gdLst/>
              <a:ahLst/>
              <a:cxnLst/>
              <a:rect l="l" t="t" r="r" b="b"/>
              <a:pathLst>
                <a:path w="1565" h="1380" extrusionOk="0">
                  <a:moveTo>
                    <a:pt x="1355" y="0"/>
                  </a:moveTo>
                  <a:cubicBezTo>
                    <a:pt x="1298" y="0"/>
                    <a:pt x="1241" y="27"/>
                    <a:pt x="1205" y="77"/>
                  </a:cubicBezTo>
                  <a:lnTo>
                    <a:pt x="623" y="894"/>
                  </a:lnTo>
                  <a:lnTo>
                    <a:pt x="350" y="564"/>
                  </a:lnTo>
                  <a:cubicBezTo>
                    <a:pt x="313" y="520"/>
                    <a:pt x="261" y="498"/>
                    <a:pt x="208" y="498"/>
                  </a:cubicBezTo>
                  <a:cubicBezTo>
                    <a:pt x="166" y="498"/>
                    <a:pt x="125" y="512"/>
                    <a:pt x="90" y="541"/>
                  </a:cubicBezTo>
                  <a:cubicBezTo>
                    <a:pt x="11" y="606"/>
                    <a:pt x="1" y="721"/>
                    <a:pt x="67" y="800"/>
                  </a:cubicBezTo>
                  <a:lnTo>
                    <a:pt x="493" y="1314"/>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29" y="11"/>
                    <a:pt x="1392" y="0"/>
                    <a:pt x="13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864;p65">
              <a:extLst>
                <a:ext uri="{FF2B5EF4-FFF2-40B4-BE49-F238E27FC236}">
                  <a16:creationId xmlns:a16="http://schemas.microsoft.com/office/drawing/2014/main" id="{15CF6EA6-C9A0-FAA2-4093-A4C11F9B773A}"/>
                </a:ext>
              </a:extLst>
            </p:cNvPr>
            <p:cNvSpPr/>
            <p:nvPr/>
          </p:nvSpPr>
          <p:spPr>
            <a:xfrm>
              <a:off x="7306407" y="1667323"/>
              <a:ext cx="32581" cy="13639"/>
            </a:xfrm>
            <a:custGeom>
              <a:avLst/>
              <a:gdLst/>
              <a:ahLst/>
              <a:cxnLst/>
              <a:rect l="l" t="t" r="r" b="b"/>
              <a:pathLst>
                <a:path w="860" h="360" extrusionOk="0">
                  <a:moveTo>
                    <a:pt x="199" y="1"/>
                  </a:moveTo>
                  <a:cubicBezTo>
                    <a:pt x="104" y="1"/>
                    <a:pt x="19" y="70"/>
                    <a:pt x="10" y="164"/>
                  </a:cubicBezTo>
                  <a:cubicBezTo>
                    <a:pt x="1" y="271"/>
                    <a:pt x="85" y="360"/>
                    <a:pt x="189" y="360"/>
                  </a:cubicBezTo>
                  <a:lnTo>
                    <a:pt x="663" y="360"/>
                  </a:lnTo>
                  <a:cubicBezTo>
                    <a:pt x="758" y="360"/>
                    <a:pt x="843" y="291"/>
                    <a:pt x="851" y="197"/>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865;p65">
              <a:extLst>
                <a:ext uri="{FF2B5EF4-FFF2-40B4-BE49-F238E27FC236}">
                  <a16:creationId xmlns:a16="http://schemas.microsoft.com/office/drawing/2014/main" id="{4D3FFBF1-C339-4BF0-443B-F81A91952B0D}"/>
                </a:ext>
              </a:extLst>
            </p:cNvPr>
            <p:cNvSpPr/>
            <p:nvPr/>
          </p:nvSpPr>
          <p:spPr>
            <a:xfrm>
              <a:off x="7307430" y="1694638"/>
              <a:ext cx="132484" cy="13676"/>
            </a:xfrm>
            <a:custGeom>
              <a:avLst/>
              <a:gdLst/>
              <a:ahLst/>
              <a:cxnLst/>
              <a:rect l="l" t="t" r="r" b="b"/>
              <a:pathLst>
                <a:path w="3497" h="361" extrusionOk="0">
                  <a:moveTo>
                    <a:pt x="198" y="0"/>
                  </a:moveTo>
                  <a:cubicBezTo>
                    <a:pt x="103" y="0"/>
                    <a:pt x="18" y="70"/>
                    <a:pt x="10" y="165"/>
                  </a:cubicBezTo>
                  <a:cubicBezTo>
                    <a:pt x="0" y="270"/>
                    <a:pt x="84" y="361"/>
                    <a:pt x="189" y="361"/>
                  </a:cubicBezTo>
                  <a:lnTo>
                    <a:pt x="3298" y="361"/>
                  </a:lnTo>
                  <a:cubicBezTo>
                    <a:pt x="3393" y="361"/>
                    <a:pt x="3479" y="291"/>
                    <a:pt x="3487" y="197"/>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866;p65">
              <a:extLst>
                <a:ext uri="{FF2B5EF4-FFF2-40B4-BE49-F238E27FC236}">
                  <a16:creationId xmlns:a16="http://schemas.microsoft.com/office/drawing/2014/main" id="{4C902829-945F-3A02-22DD-99B4354BCF94}"/>
                </a:ext>
              </a:extLst>
            </p:cNvPr>
            <p:cNvSpPr/>
            <p:nvPr/>
          </p:nvSpPr>
          <p:spPr>
            <a:xfrm>
              <a:off x="7356529" y="1667323"/>
              <a:ext cx="119224" cy="13639"/>
            </a:xfrm>
            <a:custGeom>
              <a:avLst/>
              <a:gdLst/>
              <a:ahLst/>
              <a:cxnLst/>
              <a:rect l="l" t="t" r="r" b="b"/>
              <a:pathLst>
                <a:path w="3147" h="360" extrusionOk="0">
                  <a:moveTo>
                    <a:pt x="199" y="1"/>
                  </a:moveTo>
                  <a:cubicBezTo>
                    <a:pt x="102" y="1"/>
                    <a:pt x="17" y="70"/>
                    <a:pt x="10" y="164"/>
                  </a:cubicBezTo>
                  <a:cubicBezTo>
                    <a:pt x="1" y="271"/>
                    <a:pt x="84" y="360"/>
                    <a:pt x="189" y="360"/>
                  </a:cubicBezTo>
                  <a:lnTo>
                    <a:pt x="2949" y="360"/>
                  </a:lnTo>
                  <a:cubicBezTo>
                    <a:pt x="3044" y="360"/>
                    <a:pt x="3129" y="291"/>
                    <a:pt x="3138" y="197"/>
                  </a:cubicBezTo>
                  <a:cubicBezTo>
                    <a:pt x="3147" y="90"/>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867;p65">
              <a:extLst>
                <a:ext uri="{FF2B5EF4-FFF2-40B4-BE49-F238E27FC236}">
                  <a16:creationId xmlns:a16="http://schemas.microsoft.com/office/drawing/2014/main" id="{31A4C8A3-0224-0245-7593-0F57CE6149F2}"/>
                </a:ext>
              </a:extLst>
            </p:cNvPr>
            <p:cNvSpPr/>
            <p:nvPr/>
          </p:nvSpPr>
          <p:spPr>
            <a:xfrm>
              <a:off x="7235941" y="1656602"/>
              <a:ext cx="59290" cy="52281"/>
            </a:xfrm>
            <a:custGeom>
              <a:avLst/>
              <a:gdLst/>
              <a:ahLst/>
              <a:cxnLst/>
              <a:rect l="l" t="t" r="r" b="b"/>
              <a:pathLst>
                <a:path w="1565" h="1380" extrusionOk="0">
                  <a:moveTo>
                    <a:pt x="1356" y="1"/>
                  </a:moveTo>
                  <a:cubicBezTo>
                    <a:pt x="1298" y="1"/>
                    <a:pt x="1241" y="27"/>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868;p65">
              <a:extLst>
                <a:ext uri="{FF2B5EF4-FFF2-40B4-BE49-F238E27FC236}">
                  <a16:creationId xmlns:a16="http://schemas.microsoft.com/office/drawing/2014/main" id="{99D573A1-AC81-5AF1-CF7A-F8B9A2285322}"/>
                </a:ext>
              </a:extLst>
            </p:cNvPr>
            <p:cNvSpPr/>
            <p:nvPr/>
          </p:nvSpPr>
          <p:spPr>
            <a:xfrm>
              <a:off x="7306407" y="1740593"/>
              <a:ext cx="32581" cy="13676"/>
            </a:xfrm>
            <a:custGeom>
              <a:avLst/>
              <a:gdLst/>
              <a:ahLst/>
              <a:cxnLst/>
              <a:rect l="l" t="t" r="r" b="b"/>
              <a:pathLst>
                <a:path w="860" h="361" extrusionOk="0">
                  <a:moveTo>
                    <a:pt x="199" y="0"/>
                  </a:moveTo>
                  <a:cubicBezTo>
                    <a:pt x="104" y="0"/>
                    <a:pt x="19" y="69"/>
                    <a:pt x="10" y="163"/>
                  </a:cubicBezTo>
                  <a:cubicBezTo>
                    <a:pt x="1" y="271"/>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869;p65">
              <a:extLst>
                <a:ext uri="{FF2B5EF4-FFF2-40B4-BE49-F238E27FC236}">
                  <a16:creationId xmlns:a16="http://schemas.microsoft.com/office/drawing/2014/main" id="{529756DE-26AB-A741-3E98-FE74B06B1353}"/>
                </a:ext>
              </a:extLst>
            </p:cNvPr>
            <p:cNvSpPr/>
            <p:nvPr/>
          </p:nvSpPr>
          <p:spPr>
            <a:xfrm>
              <a:off x="7307430" y="1769158"/>
              <a:ext cx="132484" cy="13676"/>
            </a:xfrm>
            <a:custGeom>
              <a:avLst/>
              <a:gdLst/>
              <a:ahLst/>
              <a:cxnLst/>
              <a:rect l="l" t="t" r="r" b="b"/>
              <a:pathLst>
                <a:path w="3497" h="361" extrusionOk="0">
                  <a:moveTo>
                    <a:pt x="198" y="0"/>
                  </a:moveTo>
                  <a:cubicBezTo>
                    <a:pt x="103" y="0"/>
                    <a:pt x="18" y="69"/>
                    <a:pt x="10" y="164"/>
                  </a:cubicBezTo>
                  <a:cubicBezTo>
                    <a:pt x="0" y="269"/>
                    <a:pt x="84" y="360"/>
                    <a:pt x="189" y="360"/>
                  </a:cubicBezTo>
                  <a:lnTo>
                    <a:pt x="3298" y="360"/>
                  </a:lnTo>
                  <a:cubicBezTo>
                    <a:pt x="3393" y="360"/>
                    <a:pt x="3479" y="290"/>
                    <a:pt x="3487" y="196"/>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870;p65">
              <a:extLst>
                <a:ext uri="{FF2B5EF4-FFF2-40B4-BE49-F238E27FC236}">
                  <a16:creationId xmlns:a16="http://schemas.microsoft.com/office/drawing/2014/main" id="{498D5D88-6499-1E67-BD62-B99860E5A74B}"/>
                </a:ext>
              </a:extLst>
            </p:cNvPr>
            <p:cNvSpPr/>
            <p:nvPr/>
          </p:nvSpPr>
          <p:spPr>
            <a:xfrm>
              <a:off x="7356567" y="1740593"/>
              <a:ext cx="119186" cy="13676"/>
            </a:xfrm>
            <a:custGeom>
              <a:avLst/>
              <a:gdLst/>
              <a:ahLst/>
              <a:cxnLst/>
              <a:rect l="l" t="t" r="r" b="b"/>
              <a:pathLst>
                <a:path w="3146" h="361" extrusionOk="0">
                  <a:moveTo>
                    <a:pt x="199" y="0"/>
                  </a:moveTo>
                  <a:cubicBezTo>
                    <a:pt x="103" y="0"/>
                    <a:pt x="18" y="69"/>
                    <a:pt x="10" y="163"/>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871;p65">
              <a:extLst>
                <a:ext uri="{FF2B5EF4-FFF2-40B4-BE49-F238E27FC236}">
                  <a16:creationId xmlns:a16="http://schemas.microsoft.com/office/drawing/2014/main" id="{2ED935E0-0E36-294A-F7F2-A7E48C7A077F}"/>
                </a:ext>
              </a:extLst>
            </p:cNvPr>
            <p:cNvSpPr/>
            <p:nvPr/>
          </p:nvSpPr>
          <p:spPr>
            <a:xfrm>
              <a:off x="7235941" y="1730402"/>
              <a:ext cx="59290" cy="52281"/>
            </a:xfrm>
            <a:custGeom>
              <a:avLst/>
              <a:gdLst/>
              <a:ahLst/>
              <a:cxnLst/>
              <a:rect l="l" t="t" r="r" b="b"/>
              <a:pathLst>
                <a:path w="1565" h="1380" extrusionOk="0">
                  <a:moveTo>
                    <a:pt x="1356" y="1"/>
                  </a:moveTo>
                  <a:cubicBezTo>
                    <a:pt x="1298" y="1"/>
                    <a:pt x="1241" y="28"/>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872;p65">
              <a:extLst>
                <a:ext uri="{FF2B5EF4-FFF2-40B4-BE49-F238E27FC236}">
                  <a16:creationId xmlns:a16="http://schemas.microsoft.com/office/drawing/2014/main" id="{8482C2F0-3578-585D-7102-906F2D1F7931}"/>
                </a:ext>
              </a:extLst>
            </p:cNvPr>
            <p:cNvSpPr/>
            <p:nvPr/>
          </p:nvSpPr>
          <p:spPr>
            <a:xfrm>
              <a:off x="7306407" y="1815037"/>
              <a:ext cx="32581" cy="13714"/>
            </a:xfrm>
            <a:custGeom>
              <a:avLst/>
              <a:gdLst/>
              <a:ahLst/>
              <a:cxnLst/>
              <a:rect l="l" t="t" r="r" b="b"/>
              <a:pathLst>
                <a:path w="860" h="362" extrusionOk="0">
                  <a:moveTo>
                    <a:pt x="199" y="1"/>
                  </a:moveTo>
                  <a:cubicBezTo>
                    <a:pt x="104" y="1"/>
                    <a:pt x="19" y="71"/>
                    <a:pt x="10" y="165"/>
                  </a:cubicBezTo>
                  <a:cubicBezTo>
                    <a:pt x="1" y="271"/>
                    <a:pt x="85" y="361"/>
                    <a:pt x="189" y="361"/>
                  </a:cubicBezTo>
                  <a:lnTo>
                    <a:pt x="663" y="361"/>
                  </a:lnTo>
                  <a:cubicBezTo>
                    <a:pt x="758" y="361"/>
                    <a:pt x="843" y="292"/>
                    <a:pt x="851" y="198"/>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873;p65">
              <a:extLst>
                <a:ext uri="{FF2B5EF4-FFF2-40B4-BE49-F238E27FC236}">
                  <a16:creationId xmlns:a16="http://schemas.microsoft.com/office/drawing/2014/main" id="{97C6C9F2-4FEC-68DD-9DD4-DA22A8D5DAA0}"/>
                </a:ext>
              </a:extLst>
            </p:cNvPr>
            <p:cNvSpPr/>
            <p:nvPr/>
          </p:nvSpPr>
          <p:spPr>
            <a:xfrm>
              <a:off x="7307430" y="1842352"/>
              <a:ext cx="132484" cy="13676"/>
            </a:xfrm>
            <a:custGeom>
              <a:avLst/>
              <a:gdLst/>
              <a:ahLst/>
              <a:cxnLst/>
              <a:rect l="l" t="t" r="r" b="b"/>
              <a:pathLst>
                <a:path w="3497" h="361" extrusionOk="0">
                  <a:moveTo>
                    <a:pt x="198" y="1"/>
                  </a:moveTo>
                  <a:cubicBezTo>
                    <a:pt x="103" y="1"/>
                    <a:pt x="18" y="70"/>
                    <a:pt x="10" y="164"/>
                  </a:cubicBezTo>
                  <a:cubicBezTo>
                    <a:pt x="0" y="272"/>
                    <a:pt x="84" y="361"/>
                    <a:pt x="189" y="361"/>
                  </a:cubicBezTo>
                  <a:lnTo>
                    <a:pt x="3298" y="361"/>
                  </a:lnTo>
                  <a:cubicBezTo>
                    <a:pt x="3393" y="361"/>
                    <a:pt x="3479" y="291"/>
                    <a:pt x="3487" y="196"/>
                  </a:cubicBezTo>
                  <a:cubicBezTo>
                    <a:pt x="3496" y="90"/>
                    <a:pt x="3412" y="1"/>
                    <a:pt x="33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874;p65">
              <a:extLst>
                <a:ext uri="{FF2B5EF4-FFF2-40B4-BE49-F238E27FC236}">
                  <a16:creationId xmlns:a16="http://schemas.microsoft.com/office/drawing/2014/main" id="{7BD8189B-40D3-138D-2647-E06B20D7AFBD}"/>
                </a:ext>
              </a:extLst>
            </p:cNvPr>
            <p:cNvSpPr/>
            <p:nvPr/>
          </p:nvSpPr>
          <p:spPr>
            <a:xfrm>
              <a:off x="7356529" y="1814999"/>
              <a:ext cx="119224" cy="13714"/>
            </a:xfrm>
            <a:custGeom>
              <a:avLst/>
              <a:gdLst/>
              <a:ahLst/>
              <a:cxnLst/>
              <a:rect l="l" t="t" r="r" b="b"/>
              <a:pathLst>
                <a:path w="3147" h="362" extrusionOk="0">
                  <a:moveTo>
                    <a:pt x="199" y="1"/>
                  </a:moveTo>
                  <a:cubicBezTo>
                    <a:pt x="102" y="1"/>
                    <a:pt x="17" y="70"/>
                    <a:pt x="10" y="164"/>
                  </a:cubicBezTo>
                  <a:cubicBezTo>
                    <a:pt x="1" y="272"/>
                    <a:pt x="84" y="361"/>
                    <a:pt x="189" y="361"/>
                  </a:cubicBezTo>
                  <a:lnTo>
                    <a:pt x="2949" y="361"/>
                  </a:lnTo>
                  <a:cubicBezTo>
                    <a:pt x="3044" y="361"/>
                    <a:pt x="3129" y="292"/>
                    <a:pt x="3138" y="198"/>
                  </a:cubicBezTo>
                  <a:cubicBezTo>
                    <a:pt x="3147" y="91"/>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875;p65">
              <a:extLst>
                <a:ext uri="{FF2B5EF4-FFF2-40B4-BE49-F238E27FC236}">
                  <a16:creationId xmlns:a16="http://schemas.microsoft.com/office/drawing/2014/main" id="{09DDF7CF-D43C-F9BD-83B3-995A247E99EB}"/>
                </a:ext>
              </a:extLst>
            </p:cNvPr>
            <p:cNvSpPr/>
            <p:nvPr/>
          </p:nvSpPr>
          <p:spPr>
            <a:xfrm>
              <a:off x="7236055" y="1813711"/>
              <a:ext cx="43227" cy="42810"/>
            </a:xfrm>
            <a:custGeom>
              <a:avLst/>
              <a:gdLst/>
              <a:ahLst/>
              <a:cxnLst/>
              <a:rect l="l" t="t" r="r" b="b"/>
              <a:pathLst>
                <a:path w="1141" h="1130" extrusionOk="0">
                  <a:moveTo>
                    <a:pt x="939" y="0"/>
                  </a:moveTo>
                  <a:cubicBezTo>
                    <a:pt x="890" y="0"/>
                    <a:pt x="842" y="19"/>
                    <a:pt x="805" y="57"/>
                  </a:cubicBezTo>
                  <a:lnTo>
                    <a:pt x="572" y="301"/>
                  </a:lnTo>
                  <a:lnTo>
                    <a:pt x="337" y="57"/>
                  </a:lnTo>
                  <a:cubicBezTo>
                    <a:pt x="301" y="19"/>
                    <a:pt x="253" y="1"/>
                    <a:pt x="204" y="1"/>
                  </a:cubicBezTo>
                  <a:cubicBezTo>
                    <a:pt x="158" y="1"/>
                    <a:pt x="112" y="18"/>
                    <a:pt x="76" y="52"/>
                  </a:cubicBezTo>
                  <a:cubicBezTo>
                    <a:pt x="3" y="123"/>
                    <a:pt x="2" y="239"/>
                    <a:pt x="71" y="312"/>
                  </a:cubicBezTo>
                  <a:lnTo>
                    <a:pt x="315" y="565"/>
                  </a:lnTo>
                  <a:lnTo>
                    <a:pt x="71" y="818"/>
                  </a:lnTo>
                  <a:cubicBezTo>
                    <a:pt x="1" y="892"/>
                    <a:pt x="3" y="1008"/>
                    <a:pt x="76" y="1078"/>
                  </a:cubicBezTo>
                  <a:cubicBezTo>
                    <a:pt x="112" y="1113"/>
                    <a:pt x="158" y="1129"/>
                    <a:pt x="205" y="1129"/>
                  </a:cubicBezTo>
                  <a:cubicBezTo>
                    <a:pt x="253" y="1129"/>
                    <a:pt x="302" y="1112"/>
                    <a:pt x="337" y="1073"/>
                  </a:cubicBezTo>
                  <a:lnTo>
                    <a:pt x="572" y="830"/>
                  </a:lnTo>
                  <a:lnTo>
                    <a:pt x="805" y="1073"/>
                  </a:lnTo>
                  <a:cubicBezTo>
                    <a:pt x="842" y="1111"/>
                    <a:pt x="889" y="1129"/>
                    <a:pt x="938" y="1129"/>
                  </a:cubicBezTo>
                  <a:cubicBezTo>
                    <a:pt x="983" y="1129"/>
                    <a:pt x="1029" y="1113"/>
                    <a:pt x="1066" y="1078"/>
                  </a:cubicBezTo>
                  <a:cubicBezTo>
                    <a:pt x="1139" y="1008"/>
                    <a:pt x="1140" y="891"/>
                    <a:pt x="1071" y="818"/>
                  </a:cubicBezTo>
                  <a:lnTo>
                    <a:pt x="827" y="565"/>
                  </a:lnTo>
                  <a:lnTo>
                    <a:pt x="1071" y="312"/>
                  </a:lnTo>
                  <a:cubicBezTo>
                    <a:pt x="1140" y="238"/>
                    <a:pt x="1139" y="122"/>
                    <a:pt x="1066" y="52"/>
                  </a:cubicBezTo>
                  <a:cubicBezTo>
                    <a:pt x="1030" y="18"/>
                    <a:pt x="984" y="0"/>
                    <a:pt x="9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876;p65">
              <a:extLst>
                <a:ext uri="{FF2B5EF4-FFF2-40B4-BE49-F238E27FC236}">
                  <a16:creationId xmlns:a16="http://schemas.microsoft.com/office/drawing/2014/main" id="{51ACB336-AB9D-3AC4-DB83-11B74AA3879A}"/>
                </a:ext>
              </a:extLst>
            </p:cNvPr>
            <p:cNvSpPr/>
            <p:nvPr/>
          </p:nvSpPr>
          <p:spPr>
            <a:xfrm>
              <a:off x="7549212" y="1528664"/>
              <a:ext cx="67094" cy="383737"/>
            </a:xfrm>
            <a:custGeom>
              <a:avLst/>
              <a:gdLst/>
              <a:ahLst/>
              <a:cxnLst/>
              <a:rect l="l" t="t" r="r" b="b"/>
              <a:pathLst>
                <a:path w="1771" h="10129" extrusionOk="0">
                  <a:moveTo>
                    <a:pt x="591" y="369"/>
                  </a:moveTo>
                  <a:cubicBezTo>
                    <a:pt x="718" y="369"/>
                    <a:pt x="821" y="469"/>
                    <a:pt x="821" y="592"/>
                  </a:cubicBezTo>
                  <a:lnTo>
                    <a:pt x="821" y="1236"/>
                  </a:lnTo>
                  <a:lnTo>
                    <a:pt x="362" y="1236"/>
                  </a:lnTo>
                  <a:lnTo>
                    <a:pt x="362" y="599"/>
                  </a:lnTo>
                  <a:cubicBezTo>
                    <a:pt x="362" y="501"/>
                    <a:pt x="424" y="410"/>
                    <a:pt x="518" y="380"/>
                  </a:cubicBezTo>
                  <a:cubicBezTo>
                    <a:pt x="543" y="373"/>
                    <a:pt x="568" y="369"/>
                    <a:pt x="591" y="369"/>
                  </a:cubicBezTo>
                  <a:close/>
                  <a:moveTo>
                    <a:pt x="732" y="9099"/>
                  </a:moveTo>
                  <a:lnTo>
                    <a:pt x="596" y="9448"/>
                  </a:lnTo>
                  <a:lnTo>
                    <a:pt x="459" y="9099"/>
                  </a:lnTo>
                  <a:close/>
                  <a:moveTo>
                    <a:pt x="592" y="1"/>
                  </a:moveTo>
                  <a:cubicBezTo>
                    <a:pt x="267" y="1"/>
                    <a:pt x="1" y="265"/>
                    <a:pt x="1" y="590"/>
                  </a:cubicBezTo>
                  <a:lnTo>
                    <a:pt x="1" y="2234"/>
                  </a:lnTo>
                  <a:cubicBezTo>
                    <a:pt x="1" y="2331"/>
                    <a:pt x="70" y="2415"/>
                    <a:pt x="164" y="2423"/>
                  </a:cubicBezTo>
                  <a:cubicBezTo>
                    <a:pt x="170" y="2423"/>
                    <a:pt x="175" y="2423"/>
                    <a:pt x="181" y="2423"/>
                  </a:cubicBezTo>
                  <a:cubicBezTo>
                    <a:pt x="281" y="2423"/>
                    <a:pt x="361" y="2343"/>
                    <a:pt x="361" y="2244"/>
                  </a:cubicBezTo>
                  <a:lnTo>
                    <a:pt x="361" y="1594"/>
                  </a:lnTo>
                  <a:lnTo>
                    <a:pt x="819" y="1594"/>
                  </a:lnTo>
                  <a:lnTo>
                    <a:pt x="819" y="8737"/>
                  </a:lnTo>
                  <a:lnTo>
                    <a:pt x="361" y="8737"/>
                  </a:lnTo>
                  <a:lnTo>
                    <a:pt x="361" y="3101"/>
                  </a:lnTo>
                  <a:cubicBezTo>
                    <a:pt x="361" y="3006"/>
                    <a:pt x="292" y="2920"/>
                    <a:pt x="198" y="2912"/>
                  </a:cubicBezTo>
                  <a:cubicBezTo>
                    <a:pt x="192" y="2911"/>
                    <a:pt x="187" y="2911"/>
                    <a:pt x="181" y="2911"/>
                  </a:cubicBezTo>
                  <a:cubicBezTo>
                    <a:pt x="81" y="2911"/>
                    <a:pt x="1" y="2993"/>
                    <a:pt x="1" y="3095"/>
                  </a:cubicBezTo>
                  <a:lnTo>
                    <a:pt x="1" y="8909"/>
                  </a:lnTo>
                  <a:lnTo>
                    <a:pt x="1" y="8910"/>
                  </a:lnTo>
                  <a:cubicBezTo>
                    <a:pt x="1" y="8931"/>
                    <a:pt x="5" y="8953"/>
                    <a:pt x="12" y="8973"/>
                  </a:cubicBezTo>
                  <a:cubicBezTo>
                    <a:pt x="12" y="8974"/>
                    <a:pt x="419" y="10010"/>
                    <a:pt x="420" y="10014"/>
                  </a:cubicBezTo>
                  <a:cubicBezTo>
                    <a:pt x="450" y="10091"/>
                    <a:pt x="520" y="10129"/>
                    <a:pt x="591" y="10129"/>
                  </a:cubicBezTo>
                  <a:cubicBezTo>
                    <a:pt x="662" y="10129"/>
                    <a:pt x="733" y="10091"/>
                    <a:pt x="763" y="10014"/>
                  </a:cubicBezTo>
                  <a:cubicBezTo>
                    <a:pt x="763" y="10014"/>
                    <a:pt x="1168" y="8977"/>
                    <a:pt x="1168" y="8976"/>
                  </a:cubicBezTo>
                  <a:cubicBezTo>
                    <a:pt x="1177" y="8955"/>
                    <a:pt x="1182" y="8931"/>
                    <a:pt x="1182" y="8909"/>
                  </a:cubicBezTo>
                  <a:lnTo>
                    <a:pt x="1182" y="1594"/>
                  </a:lnTo>
                  <a:lnTo>
                    <a:pt x="1410" y="1594"/>
                  </a:lnTo>
                  <a:lnTo>
                    <a:pt x="1410" y="4081"/>
                  </a:lnTo>
                  <a:cubicBezTo>
                    <a:pt x="1410" y="4176"/>
                    <a:pt x="1481" y="4261"/>
                    <a:pt x="1575" y="4269"/>
                  </a:cubicBezTo>
                  <a:cubicBezTo>
                    <a:pt x="1580" y="4270"/>
                    <a:pt x="1586" y="4270"/>
                    <a:pt x="1591" y="4270"/>
                  </a:cubicBezTo>
                  <a:cubicBezTo>
                    <a:pt x="1691" y="4270"/>
                    <a:pt x="1771" y="4189"/>
                    <a:pt x="1771" y="4090"/>
                  </a:cubicBezTo>
                  <a:lnTo>
                    <a:pt x="1771" y="1414"/>
                  </a:lnTo>
                  <a:cubicBezTo>
                    <a:pt x="1771" y="1317"/>
                    <a:pt x="1690" y="1236"/>
                    <a:pt x="1590" y="1236"/>
                  </a:cubicBezTo>
                  <a:lnTo>
                    <a:pt x="1180" y="1236"/>
                  </a:lnTo>
                  <a:lnTo>
                    <a:pt x="1180" y="605"/>
                  </a:lnTo>
                  <a:cubicBezTo>
                    <a:pt x="1180" y="299"/>
                    <a:pt x="952" y="32"/>
                    <a:pt x="646" y="3"/>
                  </a:cubicBezTo>
                  <a:cubicBezTo>
                    <a:pt x="628" y="2"/>
                    <a:pt x="609" y="1"/>
                    <a:pt x="5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244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D57D4E74-CCCC-A31E-3593-A112D08547A8}"/>
            </a:ext>
          </a:extLst>
        </p:cNvPr>
        <p:cNvGrpSpPr/>
        <p:nvPr/>
      </p:nvGrpSpPr>
      <p:grpSpPr>
        <a:xfrm>
          <a:off x="0" y="0"/>
          <a:ext cx="0" cy="0"/>
          <a:chOff x="0" y="0"/>
          <a:chExt cx="0" cy="0"/>
        </a:xfrm>
      </p:grpSpPr>
      <p:sp>
        <p:nvSpPr>
          <p:cNvPr id="1635" name="Google Shape;1635;p41">
            <a:extLst>
              <a:ext uri="{FF2B5EF4-FFF2-40B4-BE49-F238E27FC236}">
                <a16:creationId xmlns:a16="http://schemas.microsoft.com/office/drawing/2014/main" id="{B6FC8B65-3962-153E-1645-4C541391141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Graph Representation Techniques</a:t>
            </a:r>
          </a:p>
        </p:txBody>
      </p:sp>
      <p:sp>
        <p:nvSpPr>
          <p:cNvPr id="1638" name="Google Shape;1638;p41">
            <a:extLst>
              <a:ext uri="{FF2B5EF4-FFF2-40B4-BE49-F238E27FC236}">
                <a16:creationId xmlns:a16="http://schemas.microsoft.com/office/drawing/2014/main" id="{EDABB215-DC97-5DD1-23A5-6E5B071615FB}"/>
              </a:ext>
            </a:extLst>
          </p:cNvPr>
          <p:cNvSpPr txBox="1">
            <a:spLocks noGrp="1"/>
          </p:cNvSpPr>
          <p:nvPr>
            <p:ph type="subTitle" idx="3"/>
          </p:nvPr>
        </p:nvSpPr>
        <p:spPr>
          <a:xfrm>
            <a:off x="3515800" y="2092769"/>
            <a:ext cx="4154032"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Adjacency Matrix</a:t>
            </a:r>
          </a:p>
        </p:txBody>
      </p:sp>
      <p:sp>
        <p:nvSpPr>
          <p:cNvPr id="1639" name="Google Shape;1639;p41">
            <a:extLst>
              <a:ext uri="{FF2B5EF4-FFF2-40B4-BE49-F238E27FC236}">
                <a16:creationId xmlns:a16="http://schemas.microsoft.com/office/drawing/2014/main" id="{2FE10561-5954-057B-94E1-887E64B1DBEE}"/>
              </a:ext>
            </a:extLst>
          </p:cNvPr>
          <p:cNvSpPr txBox="1">
            <a:spLocks noGrp="1"/>
          </p:cNvSpPr>
          <p:nvPr>
            <p:ph type="subTitle" idx="4"/>
          </p:nvPr>
        </p:nvSpPr>
        <p:spPr>
          <a:xfrm>
            <a:off x="720000" y="2090440"/>
            <a:ext cx="2340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Adjacency List</a:t>
            </a:r>
          </a:p>
        </p:txBody>
      </p:sp>
      <p:grpSp>
        <p:nvGrpSpPr>
          <p:cNvPr id="2" name="Google Shape;2512;p65">
            <a:extLst>
              <a:ext uri="{FF2B5EF4-FFF2-40B4-BE49-F238E27FC236}">
                <a16:creationId xmlns:a16="http://schemas.microsoft.com/office/drawing/2014/main" id="{74D978A1-BE3D-77E9-88A6-05C5154C2A3F}"/>
              </a:ext>
            </a:extLst>
          </p:cNvPr>
          <p:cNvGrpSpPr/>
          <p:nvPr/>
        </p:nvGrpSpPr>
        <p:grpSpPr>
          <a:xfrm>
            <a:off x="3515800" y="1566126"/>
            <a:ext cx="432288" cy="341145"/>
            <a:chOff x="5554075" y="3770358"/>
            <a:chExt cx="476669" cy="395898"/>
          </a:xfrm>
        </p:grpSpPr>
        <p:sp>
          <p:nvSpPr>
            <p:cNvPr id="3" name="Google Shape;2513;p65">
              <a:extLst>
                <a:ext uri="{FF2B5EF4-FFF2-40B4-BE49-F238E27FC236}">
                  <a16:creationId xmlns:a16="http://schemas.microsoft.com/office/drawing/2014/main" id="{91C4791C-A510-2C9C-69FF-B754E99AF885}"/>
                </a:ext>
              </a:extLst>
            </p:cNvPr>
            <p:cNvSpPr/>
            <p:nvPr/>
          </p:nvSpPr>
          <p:spPr>
            <a:xfrm>
              <a:off x="5554075" y="3770358"/>
              <a:ext cx="476669" cy="395898"/>
            </a:xfrm>
            <a:custGeom>
              <a:avLst/>
              <a:gdLst/>
              <a:ahLst/>
              <a:cxnLst/>
              <a:rect l="l" t="t" r="r" b="b"/>
              <a:pathLst>
                <a:path w="12582" h="10450" extrusionOk="0">
                  <a:moveTo>
                    <a:pt x="11938" y="360"/>
                  </a:moveTo>
                  <a:cubicBezTo>
                    <a:pt x="12096" y="360"/>
                    <a:pt x="12224" y="488"/>
                    <a:pt x="12224" y="647"/>
                  </a:cubicBezTo>
                  <a:lnTo>
                    <a:pt x="12224" y="7111"/>
                  </a:lnTo>
                  <a:lnTo>
                    <a:pt x="11764" y="7111"/>
                  </a:lnTo>
                  <a:lnTo>
                    <a:pt x="11764" y="1043"/>
                  </a:lnTo>
                  <a:cubicBezTo>
                    <a:pt x="11764" y="938"/>
                    <a:pt x="11679" y="851"/>
                    <a:pt x="11572" y="851"/>
                  </a:cubicBezTo>
                  <a:lnTo>
                    <a:pt x="9914" y="851"/>
                  </a:lnTo>
                  <a:cubicBezTo>
                    <a:pt x="9890" y="851"/>
                    <a:pt x="9867" y="860"/>
                    <a:pt x="9851" y="879"/>
                  </a:cubicBezTo>
                  <a:cubicBezTo>
                    <a:pt x="9711" y="1032"/>
                    <a:pt x="9817" y="1211"/>
                    <a:pt x="9966" y="1211"/>
                  </a:cubicBezTo>
                  <a:lnTo>
                    <a:pt x="11307" y="1211"/>
                  </a:lnTo>
                  <a:cubicBezTo>
                    <a:pt x="11342" y="1211"/>
                    <a:pt x="11371" y="1240"/>
                    <a:pt x="11371" y="1275"/>
                  </a:cubicBezTo>
                  <a:lnTo>
                    <a:pt x="11371" y="7109"/>
                  </a:lnTo>
                  <a:lnTo>
                    <a:pt x="1181" y="7109"/>
                  </a:lnTo>
                  <a:lnTo>
                    <a:pt x="1181" y="1280"/>
                  </a:lnTo>
                  <a:cubicBezTo>
                    <a:pt x="1181" y="1280"/>
                    <a:pt x="1228" y="1216"/>
                    <a:pt x="1264" y="1212"/>
                  </a:cubicBezTo>
                  <a:lnTo>
                    <a:pt x="9053" y="1212"/>
                  </a:lnTo>
                  <a:cubicBezTo>
                    <a:pt x="9056" y="1212"/>
                    <a:pt x="9058" y="1212"/>
                    <a:pt x="9061" y="1212"/>
                  </a:cubicBezTo>
                  <a:cubicBezTo>
                    <a:pt x="9160" y="1212"/>
                    <a:pt x="9238" y="1131"/>
                    <a:pt x="9238" y="1033"/>
                  </a:cubicBezTo>
                  <a:cubicBezTo>
                    <a:pt x="9238" y="932"/>
                    <a:pt x="9159" y="852"/>
                    <a:pt x="9059" y="852"/>
                  </a:cubicBezTo>
                  <a:cubicBezTo>
                    <a:pt x="9057" y="852"/>
                    <a:pt x="9055" y="852"/>
                    <a:pt x="9053" y="852"/>
                  </a:cubicBezTo>
                  <a:lnTo>
                    <a:pt x="1264" y="852"/>
                  </a:lnTo>
                  <a:cubicBezTo>
                    <a:pt x="1263" y="852"/>
                    <a:pt x="1262" y="852"/>
                    <a:pt x="1261" y="852"/>
                  </a:cubicBezTo>
                  <a:cubicBezTo>
                    <a:pt x="1024" y="852"/>
                    <a:pt x="820" y="1281"/>
                    <a:pt x="820" y="1281"/>
                  </a:cubicBezTo>
                  <a:lnTo>
                    <a:pt x="820" y="7110"/>
                  </a:lnTo>
                  <a:lnTo>
                    <a:pt x="361" y="7110"/>
                  </a:lnTo>
                  <a:lnTo>
                    <a:pt x="361" y="647"/>
                  </a:lnTo>
                  <a:cubicBezTo>
                    <a:pt x="361" y="488"/>
                    <a:pt x="490" y="360"/>
                    <a:pt x="648" y="360"/>
                  </a:cubicBezTo>
                  <a:close/>
                  <a:moveTo>
                    <a:pt x="12220" y="7470"/>
                  </a:moveTo>
                  <a:lnTo>
                    <a:pt x="12220" y="8036"/>
                  </a:lnTo>
                  <a:cubicBezTo>
                    <a:pt x="12221" y="8195"/>
                    <a:pt x="12094" y="8323"/>
                    <a:pt x="11935" y="8323"/>
                  </a:cubicBezTo>
                  <a:lnTo>
                    <a:pt x="646" y="8323"/>
                  </a:lnTo>
                  <a:cubicBezTo>
                    <a:pt x="488" y="8323"/>
                    <a:pt x="359" y="8195"/>
                    <a:pt x="359" y="8036"/>
                  </a:cubicBezTo>
                  <a:lnTo>
                    <a:pt x="359" y="7470"/>
                  </a:lnTo>
                  <a:close/>
                  <a:moveTo>
                    <a:pt x="655" y="0"/>
                  </a:moveTo>
                  <a:cubicBezTo>
                    <a:pt x="294" y="0"/>
                    <a:pt x="1" y="294"/>
                    <a:pt x="1" y="655"/>
                  </a:cubicBezTo>
                  <a:lnTo>
                    <a:pt x="1" y="8028"/>
                  </a:lnTo>
                  <a:cubicBezTo>
                    <a:pt x="1" y="8390"/>
                    <a:pt x="294" y="8683"/>
                    <a:pt x="655" y="8683"/>
                  </a:cubicBezTo>
                  <a:lnTo>
                    <a:pt x="5172" y="8683"/>
                  </a:lnTo>
                  <a:cubicBezTo>
                    <a:pt x="5160" y="8752"/>
                    <a:pt x="5144" y="8836"/>
                    <a:pt x="5125" y="8928"/>
                  </a:cubicBezTo>
                  <a:cubicBezTo>
                    <a:pt x="5104" y="9028"/>
                    <a:pt x="5167" y="9124"/>
                    <a:pt x="5267" y="9145"/>
                  </a:cubicBezTo>
                  <a:cubicBezTo>
                    <a:pt x="5280" y="9148"/>
                    <a:pt x="5292" y="9149"/>
                    <a:pt x="5305" y="9149"/>
                  </a:cubicBezTo>
                  <a:cubicBezTo>
                    <a:pt x="5390" y="9149"/>
                    <a:pt x="5467" y="9089"/>
                    <a:pt x="5485" y="9002"/>
                  </a:cubicBezTo>
                  <a:cubicBezTo>
                    <a:pt x="5511" y="8876"/>
                    <a:pt x="5531" y="8766"/>
                    <a:pt x="5545" y="8683"/>
                  </a:cubicBezTo>
                  <a:lnTo>
                    <a:pt x="7019" y="8683"/>
                  </a:lnTo>
                  <a:cubicBezTo>
                    <a:pt x="7067" y="8973"/>
                    <a:pt x="7189" y="9601"/>
                    <a:pt x="7400" y="10092"/>
                  </a:cubicBezTo>
                  <a:lnTo>
                    <a:pt x="5171" y="10092"/>
                  </a:lnTo>
                  <a:cubicBezTo>
                    <a:pt x="5201" y="10023"/>
                    <a:pt x="5230" y="9947"/>
                    <a:pt x="5260" y="9868"/>
                  </a:cubicBezTo>
                  <a:cubicBezTo>
                    <a:pt x="5293" y="9773"/>
                    <a:pt x="5244" y="9672"/>
                    <a:pt x="5147" y="9637"/>
                  </a:cubicBezTo>
                  <a:cubicBezTo>
                    <a:pt x="5126" y="9630"/>
                    <a:pt x="5106" y="9627"/>
                    <a:pt x="5086" y="9627"/>
                  </a:cubicBezTo>
                  <a:cubicBezTo>
                    <a:pt x="5010" y="9627"/>
                    <a:pt x="4938" y="9673"/>
                    <a:pt x="4911" y="9747"/>
                  </a:cubicBezTo>
                  <a:cubicBezTo>
                    <a:pt x="4864" y="9879"/>
                    <a:pt x="4813" y="9994"/>
                    <a:pt x="4762" y="10091"/>
                  </a:cubicBezTo>
                  <a:lnTo>
                    <a:pt x="3743" y="10091"/>
                  </a:lnTo>
                  <a:cubicBezTo>
                    <a:pt x="3648" y="10091"/>
                    <a:pt x="3563" y="10160"/>
                    <a:pt x="3553" y="10254"/>
                  </a:cubicBezTo>
                  <a:cubicBezTo>
                    <a:pt x="3544" y="10361"/>
                    <a:pt x="3630" y="10450"/>
                    <a:pt x="3737" y="10450"/>
                  </a:cubicBezTo>
                  <a:lnTo>
                    <a:pt x="8833" y="10450"/>
                  </a:lnTo>
                  <a:cubicBezTo>
                    <a:pt x="8930" y="10450"/>
                    <a:pt x="9014" y="10381"/>
                    <a:pt x="9024" y="10286"/>
                  </a:cubicBezTo>
                  <a:cubicBezTo>
                    <a:pt x="9032" y="10180"/>
                    <a:pt x="8947" y="10091"/>
                    <a:pt x="8841" y="10091"/>
                  </a:cubicBezTo>
                  <a:lnTo>
                    <a:pt x="7816" y="10091"/>
                  </a:lnTo>
                  <a:cubicBezTo>
                    <a:pt x="7596" y="9667"/>
                    <a:pt x="7460" y="9014"/>
                    <a:pt x="7402" y="8682"/>
                  </a:cubicBezTo>
                  <a:lnTo>
                    <a:pt x="11926" y="8682"/>
                  </a:lnTo>
                  <a:cubicBezTo>
                    <a:pt x="12287" y="8682"/>
                    <a:pt x="12581" y="8389"/>
                    <a:pt x="12581" y="8027"/>
                  </a:cubicBezTo>
                  <a:lnTo>
                    <a:pt x="12581" y="654"/>
                  </a:lnTo>
                  <a:cubicBezTo>
                    <a:pt x="12582" y="294"/>
                    <a:pt x="12288" y="0"/>
                    <a:pt x="11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514;p65">
              <a:extLst>
                <a:ext uri="{FF2B5EF4-FFF2-40B4-BE49-F238E27FC236}">
                  <a16:creationId xmlns:a16="http://schemas.microsoft.com/office/drawing/2014/main" id="{B39C57C3-99B7-4673-5165-57C666FBDF77}"/>
                </a:ext>
              </a:extLst>
            </p:cNvPr>
            <p:cNvSpPr/>
            <p:nvPr/>
          </p:nvSpPr>
          <p:spPr>
            <a:xfrm>
              <a:off x="5674359" y="3901932"/>
              <a:ext cx="22466" cy="53153"/>
            </a:xfrm>
            <a:custGeom>
              <a:avLst/>
              <a:gdLst/>
              <a:ahLst/>
              <a:cxnLst/>
              <a:rect l="l" t="t" r="r" b="b"/>
              <a:pathLst>
                <a:path w="593" h="1403" extrusionOk="0">
                  <a:moveTo>
                    <a:pt x="197" y="0"/>
                  </a:moveTo>
                  <a:cubicBezTo>
                    <a:pt x="102" y="0"/>
                    <a:pt x="17" y="70"/>
                    <a:pt x="10" y="164"/>
                  </a:cubicBezTo>
                  <a:cubicBezTo>
                    <a:pt x="0" y="272"/>
                    <a:pt x="84" y="361"/>
                    <a:pt x="189" y="361"/>
                  </a:cubicBezTo>
                  <a:lnTo>
                    <a:pt x="232" y="361"/>
                  </a:lnTo>
                  <a:lnTo>
                    <a:pt x="232" y="1213"/>
                  </a:lnTo>
                  <a:cubicBezTo>
                    <a:pt x="232" y="1309"/>
                    <a:pt x="301" y="1393"/>
                    <a:pt x="395" y="1402"/>
                  </a:cubicBezTo>
                  <a:cubicBezTo>
                    <a:pt x="400" y="1402"/>
                    <a:pt x="405" y="1402"/>
                    <a:pt x="410" y="1402"/>
                  </a:cubicBezTo>
                  <a:cubicBezTo>
                    <a:pt x="511" y="1402"/>
                    <a:pt x="592" y="1322"/>
                    <a:pt x="592" y="1222"/>
                  </a:cubicBezTo>
                  <a:lnTo>
                    <a:pt x="592" y="183"/>
                  </a:lnTo>
                  <a:cubicBezTo>
                    <a:pt x="592" y="82"/>
                    <a:pt x="510"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515;p65">
              <a:extLst>
                <a:ext uri="{FF2B5EF4-FFF2-40B4-BE49-F238E27FC236}">
                  <a16:creationId xmlns:a16="http://schemas.microsoft.com/office/drawing/2014/main" id="{74E5D591-EEAF-FD05-2562-0A4E8FBE679D}"/>
                </a:ext>
              </a:extLst>
            </p:cNvPr>
            <p:cNvSpPr/>
            <p:nvPr/>
          </p:nvSpPr>
          <p:spPr>
            <a:xfrm>
              <a:off x="5725315" y="3971413"/>
              <a:ext cx="22428" cy="53153"/>
            </a:xfrm>
            <a:custGeom>
              <a:avLst/>
              <a:gdLst/>
              <a:ahLst/>
              <a:cxnLst/>
              <a:rect l="l" t="t" r="r" b="b"/>
              <a:pathLst>
                <a:path w="592" h="1403" extrusionOk="0">
                  <a:moveTo>
                    <a:pt x="197" y="0"/>
                  </a:moveTo>
                  <a:cubicBezTo>
                    <a:pt x="102" y="0"/>
                    <a:pt x="17" y="71"/>
                    <a:pt x="9" y="165"/>
                  </a:cubicBezTo>
                  <a:cubicBezTo>
                    <a:pt x="0" y="272"/>
                    <a:pt x="84" y="361"/>
                    <a:pt x="189" y="361"/>
                  </a:cubicBezTo>
                  <a:lnTo>
                    <a:pt x="231" y="361"/>
                  </a:lnTo>
                  <a:lnTo>
                    <a:pt x="231" y="1213"/>
                  </a:lnTo>
                  <a:cubicBezTo>
                    <a:pt x="231" y="1308"/>
                    <a:pt x="300" y="1393"/>
                    <a:pt x="394" y="1402"/>
                  </a:cubicBezTo>
                  <a:cubicBezTo>
                    <a:pt x="400" y="1402"/>
                    <a:pt x="405" y="1402"/>
                    <a:pt x="410" y="1402"/>
                  </a:cubicBezTo>
                  <a:cubicBezTo>
                    <a:pt x="510" y="1402"/>
                    <a:pt x="590" y="1322"/>
                    <a:pt x="590" y="1223"/>
                  </a:cubicBezTo>
                  <a:lnTo>
                    <a:pt x="590" y="180"/>
                  </a:lnTo>
                  <a:cubicBezTo>
                    <a:pt x="592" y="82"/>
                    <a:pt x="510" y="0"/>
                    <a:pt x="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516;p65">
              <a:extLst>
                <a:ext uri="{FF2B5EF4-FFF2-40B4-BE49-F238E27FC236}">
                  <a16:creationId xmlns:a16="http://schemas.microsoft.com/office/drawing/2014/main" id="{ACCD46C7-1F9D-DA9C-AF4D-B7F30D4BF594}"/>
                </a:ext>
              </a:extLst>
            </p:cNvPr>
            <p:cNvSpPr/>
            <p:nvPr/>
          </p:nvSpPr>
          <p:spPr>
            <a:xfrm>
              <a:off x="5809685" y="3971413"/>
              <a:ext cx="22466" cy="53153"/>
            </a:xfrm>
            <a:custGeom>
              <a:avLst/>
              <a:gdLst/>
              <a:ahLst/>
              <a:cxnLst/>
              <a:rect l="l" t="t" r="r" b="b"/>
              <a:pathLst>
                <a:path w="593" h="1403" extrusionOk="0">
                  <a:moveTo>
                    <a:pt x="199" y="0"/>
                  </a:moveTo>
                  <a:cubicBezTo>
                    <a:pt x="104" y="0"/>
                    <a:pt x="18" y="71"/>
                    <a:pt x="10" y="165"/>
                  </a:cubicBezTo>
                  <a:cubicBezTo>
                    <a:pt x="1" y="272"/>
                    <a:pt x="85" y="361"/>
                    <a:pt x="189" y="361"/>
                  </a:cubicBezTo>
                  <a:lnTo>
                    <a:pt x="231" y="361"/>
                  </a:lnTo>
                  <a:lnTo>
                    <a:pt x="231" y="1213"/>
                  </a:lnTo>
                  <a:cubicBezTo>
                    <a:pt x="231" y="1308"/>
                    <a:pt x="300" y="1393"/>
                    <a:pt x="395" y="1402"/>
                  </a:cubicBezTo>
                  <a:cubicBezTo>
                    <a:pt x="400" y="1402"/>
                    <a:pt x="406" y="1402"/>
                    <a:pt x="411" y="1402"/>
                  </a:cubicBezTo>
                  <a:cubicBezTo>
                    <a:pt x="512" y="1402"/>
                    <a:pt x="592" y="1322"/>
                    <a:pt x="592" y="1223"/>
                  </a:cubicBezTo>
                  <a:lnTo>
                    <a:pt x="592" y="180"/>
                  </a:lnTo>
                  <a:cubicBezTo>
                    <a:pt x="593" y="82"/>
                    <a:pt x="512" y="0"/>
                    <a:pt x="4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517;p65">
              <a:extLst>
                <a:ext uri="{FF2B5EF4-FFF2-40B4-BE49-F238E27FC236}">
                  <a16:creationId xmlns:a16="http://schemas.microsoft.com/office/drawing/2014/main" id="{EB53D181-8C21-7618-D361-5BA4F74DCC21}"/>
                </a:ext>
              </a:extLst>
            </p:cNvPr>
            <p:cNvSpPr/>
            <p:nvPr/>
          </p:nvSpPr>
          <p:spPr>
            <a:xfrm>
              <a:off x="5848176" y="3971413"/>
              <a:ext cx="22428" cy="53153"/>
            </a:xfrm>
            <a:custGeom>
              <a:avLst/>
              <a:gdLst/>
              <a:ahLst/>
              <a:cxnLst/>
              <a:rect l="l" t="t" r="r" b="b"/>
              <a:pathLst>
                <a:path w="592" h="1403" extrusionOk="0">
                  <a:moveTo>
                    <a:pt x="199" y="0"/>
                  </a:moveTo>
                  <a:cubicBezTo>
                    <a:pt x="103" y="0"/>
                    <a:pt x="18" y="71"/>
                    <a:pt x="10" y="165"/>
                  </a:cubicBezTo>
                  <a:cubicBezTo>
                    <a:pt x="1" y="272"/>
                    <a:pt x="85" y="361"/>
                    <a:pt x="189" y="361"/>
                  </a:cubicBezTo>
                  <a:lnTo>
                    <a:pt x="231" y="361"/>
                  </a:lnTo>
                  <a:lnTo>
                    <a:pt x="231" y="1213"/>
                  </a:lnTo>
                  <a:cubicBezTo>
                    <a:pt x="231" y="1308"/>
                    <a:pt x="300" y="1393"/>
                    <a:pt x="395" y="1402"/>
                  </a:cubicBezTo>
                  <a:cubicBezTo>
                    <a:pt x="400" y="1402"/>
                    <a:pt x="406" y="1402"/>
                    <a:pt x="411" y="1402"/>
                  </a:cubicBezTo>
                  <a:cubicBezTo>
                    <a:pt x="511" y="1402"/>
                    <a:pt x="592" y="1322"/>
                    <a:pt x="592" y="1223"/>
                  </a:cubicBezTo>
                  <a:lnTo>
                    <a:pt x="592" y="180"/>
                  </a:lnTo>
                  <a:cubicBezTo>
                    <a:pt x="592" y="82"/>
                    <a:pt x="512" y="0"/>
                    <a:pt x="4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18;p65">
              <a:extLst>
                <a:ext uri="{FF2B5EF4-FFF2-40B4-BE49-F238E27FC236}">
                  <a16:creationId xmlns:a16="http://schemas.microsoft.com/office/drawing/2014/main" id="{9CF4A3E7-681E-31F9-C5C5-1A2B7CDA4FAE}"/>
                </a:ext>
              </a:extLst>
            </p:cNvPr>
            <p:cNvSpPr/>
            <p:nvPr/>
          </p:nvSpPr>
          <p:spPr>
            <a:xfrm>
              <a:off x="5760055" y="3901932"/>
              <a:ext cx="22466" cy="53153"/>
            </a:xfrm>
            <a:custGeom>
              <a:avLst/>
              <a:gdLst/>
              <a:ahLst/>
              <a:cxnLst/>
              <a:rect l="l" t="t" r="r" b="b"/>
              <a:pathLst>
                <a:path w="593" h="1403" extrusionOk="0">
                  <a:moveTo>
                    <a:pt x="198" y="0"/>
                  </a:moveTo>
                  <a:cubicBezTo>
                    <a:pt x="102" y="0"/>
                    <a:pt x="17" y="70"/>
                    <a:pt x="9" y="164"/>
                  </a:cubicBezTo>
                  <a:cubicBezTo>
                    <a:pt x="1" y="272"/>
                    <a:pt x="84" y="361"/>
                    <a:pt x="189" y="361"/>
                  </a:cubicBezTo>
                  <a:lnTo>
                    <a:pt x="231" y="361"/>
                  </a:lnTo>
                  <a:lnTo>
                    <a:pt x="231" y="1222"/>
                  </a:lnTo>
                  <a:cubicBezTo>
                    <a:pt x="231" y="1321"/>
                    <a:pt x="312" y="1403"/>
                    <a:pt x="411" y="1403"/>
                  </a:cubicBezTo>
                  <a:cubicBezTo>
                    <a:pt x="511" y="1403"/>
                    <a:pt x="592" y="1321"/>
                    <a:pt x="592" y="1222"/>
                  </a:cubicBezTo>
                  <a:lnTo>
                    <a:pt x="592" y="183"/>
                  </a:lnTo>
                  <a:cubicBezTo>
                    <a:pt x="592" y="82"/>
                    <a:pt x="511"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519;p65">
              <a:extLst>
                <a:ext uri="{FF2B5EF4-FFF2-40B4-BE49-F238E27FC236}">
                  <a16:creationId xmlns:a16="http://schemas.microsoft.com/office/drawing/2014/main" id="{88943B73-59D8-E1B4-A92D-EC8B9DE599BD}"/>
                </a:ext>
              </a:extLst>
            </p:cNvPr>
            <p:cNvSpPr/>
            <p:nvPr/>
          </p:nvSpPr>
          <p:spPr>
            <a:xfrm>
              <a:off x="5628557" y="3900796"/>
              <a:ext cx="37317" cy="55880"/>
            </a:xfrm>
            <a:custGeom>
              <a:avLst/>
              <a:gdLst/>
              <a:ahLst/>
              <a:cxnLst/>
              <a:rect l="l" t="t" r="r" b="b"/>
              <a:pathLst>
                <a:path w="985" h="1475" extrusionOk="0">
                  <a:moveTo>
                    <a:pt x="493" y="345"/>
                  </a:moveTo>
                  <a:cubicBezTo>
                    <a:pt x="565" y="345"/>
                    <a:pt x="623" y="404"/>
                    <a:pt x="623" y="476"/>
                  </a:cubicBezTo>
                  <a:lnTo>
                    <a:pt x="623" y="998"/>
                  </a:lnTo>
                  <a:cubicBezTo>
                    <a:pt x="623" y="1070"/>
                    <a:pt x="564" y="1129"/>
                    <a:pt x="493" y="1129"/>
                  </a:cubicBezTo>
                  <a:cubicBezTo>
                    <a:pt x="473" y="1129"/>
                    <a:pt x="453" y="1125"/>
                    <a:pt x="433" y="1115"/>
                  </a:cubicBezTo>
                  <a:cubicBezTo>
                    <a:pt x="388" y="1097"/>
                    <a:pt x="361" y="1049"/>
                    <a:pt x="361" y="1000"/>
                  </a:cubicBezTo>
                  <a:lnTo>
                    <a:pt x="361" y="473"/>
                  </a:lnTo>
                  <a:cubicBezTo>
                    <a:pt x="361" y="424"/>
                    <a:pt x="388" y="377"/>
                    <a:pt x="433" y="358"/>
                  </a:cubicBezTo>
                  <a:cubicBezTo>
                    <a:pt x="454" y="349"/>
                    <a:pt x="474" y="345"/>
                    <a:pt x="493" y="345"/>
                  </a:cubicBezTo>
                  <a:close/>
                  <a:moveTo>
                    <a:pt x="492" y="0"/>
                  </a:moveTo>
                  <a:cubicBezTo>
                    <a:pt x="221" y="0"/>
                    <a:pt x="1" y="220"/>
                    <a:pt x="1" y="491"/>
                  </a:cubicBezTo>
                  <a:lnTo>
                    <a:pt x="1" y="969"/>
                  </a:lnTo>
                  <a:cubicBezTo>
                    <a:pt x="1" y="1222"/>
                    <a:pt x="185" y="1443"/>
                    <a:pt x="435" y="1472"/>
                  </a:cubicBezTo>
                  <a:cubicBezTo>
                    <a:pt x="455" y="1474"/>
                    <a:pt x="474" y="1475"/>
                    <a:pt x="492" y="1475"/>
                  </a:cubicBezTo>
                  <a:cubicBezTo>
                    <a:pt x="763" y="1475"/>
                    <a:pt x="984" y="1254"/>
                    <a:pt x="984" y="984"/>
                  </a:cubicBezTo>
                  <a:lnTo>
                    <a:pt x="984" y="491"/>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520;p65">
              <a:extLst>
                <a:ext uri="{FF2B5EF4-FFF2-40B4-BE49-F238E27FC236}">
                  <a16:creationId xmlns:a16="http://schemas.microsoft.com/office/drawing/2014/main" id="{BAE77A62-C201-A321-15FC-2A129DF48CC2}"/>
                </a:ext>
              </a:extLst>
            </p:cNvPr>
            <p:cNvSpPr/>
            <p:nvPr/>
          </p:nvSpPr>
          <p:spPr>
            <a:xfrm>
              <a:off x="5628557" y="3970315"/>
              <a:ext cx="37317" cy="55880"/>
            </a:xfrm>
            <a:custGeom>
              <a:avLst/>
              <a:gdLst/>
              <a:ahLst/>
              <a:cxnLst/>
              <a:rect l="l" t="t" r="r" b="b"/>
              <a:pathLst>
                <a:path w="985" h="1475" extrusionOk="0">
                  <a:moveTo>
                    <a:pt x="493" y="344"/>
                  </a:moveTo>
                  <a:cubicBezTo>
                    <a:pt x="565" y="344"/>
                    <a:pt x="623" y="402"/>
                    <a:pt x="623" y="474"/>
                  </a:cubicBezTo>
                  <a:lnTo>
                    <a:pt x="623" y="997"/>
                  </a:lnTo>
                  <a:cubicBezTo>
                    <a:pt x="623" y="1070"/>
                    <a:pt x="564" y="1128"/>
                    <a:pt x="492" y="1128"/>
                  </a:cubicBezTo>
                  <a:cubicBezTo>
                    <a:pt x="473" y="1128"/>
                    <a:pt x="453" y="1124"/>
                    <a:pt x="433" y="1115"/>
                  </a:cubicBezTo>
                  <a:cubicBezTo>
                    <a:pt x="388" y="1096"/>
                    <a:pt x="361" y="1048"/>
                    <a:pt x="361" y="1000"/>
                  </a:cubicBezTo>
                  <a:lnTo>
                    <a:pt x="361" y="472"/>
                  </a:lnTo>
                  <a:cubicBezTo>
                    <a:pt x="361" y="424"/>
                    <a:pt x="388" y="377"/>
                    <a:pt x="433" y="357"/>
                  </a:cubicBezTo>
                  <a:cubicBezTo>
                    <a:pt x="453" y="348"/>
                    <a:pt x="473" y="344"/>
                    <a:pt x="493" y="344"/>
                  </a:cubicBezTo>
                  <a:close/>
                  <a:moveTo>
                    <a:pt x="492" y="0"/>
                  </a:moveTo>
                  <a:cubicBezTo>
                    <a:pt x="221" y="0"/>
                    <a:pt x="1" y="219"/>
                    <a:pt x="1" y="490"/>
                  </a:cubicBezTo>
                  <a:lnTo>
                    <a:pt x="1" y="969"/>
                  </a:lnTo>
                  <a:cubicBezTo>
                    <a:pt x="1" y="1221"/>
                    <a:pt x="185" y="1442"/>
                    <a:pt x="435" y="1472"/>
                  </a:cubicBezTo>
                  <a:cubicBezTo>
                    <a:pt x="454" y="1474"/>
                    <a:pt x="472" y="1475"/>
                    <a:pt x="491" y="1475"/>
                  </a:cubicBezTo>
                  <a:cubicBezTo>
                    <a:pt x="763" y="1475"/>
                    <a:pt x="984" y="1253"/>
                    <a:pt x="984" y="982"/>
                  </a:cubicBezTo>
                  <a:lnTo>
                    <a:pt x="984" y="490"/>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521;p65">
              <a:extLst>
                <a:ext uri="{FF2B5EF4-FFF2-40B4-BE49-F238E27FC236}">
                  <a16:creationId xmlns:a16="http://schemas.microsoft.com/office/drawing/2014/main" id="{82B6E2FE-4B83-F7D5-8CF1-6B41CBA68515}"/>
                </a:ext>
              </a:extLst>
            </p:cNvPr>
            <p:cNvSpPr/>
            <p:nvPr/>
          </p:nvSpPr>
          <p:spPr>
            <a:xfrm>
              <a:off x="5678186" y="3970315"/>
              <a:ext cx="37279" cy="55880"/>
            </a:xfrm>
            <a:custGeom>
              <a:avLst/>
              <a:gdLst/>
              <a:ahLst/>
              <a:cxnLst/>
              <a:rect l="l" t="t" r="r" b="b"/>
              <a:pathLst>
                <a:path w="984" h="1475" extrusionOk="0">
                  <a:moveTo>
                    <a:pt x="493" y="344"/>
                  </a:moveTo>
                  <a:cubicBezTo>
                    <a:pt x="565" y="344"/>
                    <a:pt x="623" y="402"/>
                    <a:pt x="623" y="474"/>
                  </a:cubicBezTo>
                  <a:lnTo>
                    <a:pt x="623" y="997"/>
                  </a:lnTo>
                  <a:cubicBezTo>
                    <a:pt x="623" y="1070"/>
                    <a:pt x="564" y="1128"/>
                    <a:pt x="492" y="1128"/>
                  </a:cubicBezTo>
                  <a:cubicBezTo>
                    <a:pt x="473" y="1128"/>
                    <a:pt x="453" y="1124"/>
                    <a:pt x="434" y="1115"/>
                  </a:cubicBezTo>
                  <a:cubicBezTo>
                    <a:pt x="389" y="1096"/>
                    <a:pt x="361" y="1048"/>
                    <a:pt x="361" y="1000"/>
                  </a:cubicBezTo>
                  <a:lnTo>
                    <a:pt x="361" y="472"/>
                  </a:lnTo>
                  <a:cubicBezTo>
                    <a:pt x="361" y="424"/>
                    <a:pt x="389" y="377"/>
                    <a:pt x="434" y="357"/>
                  </a:cubicBezTo>
                  <a:cubicBezTo>
                    <a:pt x="454" y="348"/>
                    <a:pt x="474" y="344"/>
                    <a:pt x="493" y="344"/>
                  </a:cubicBezTo>
                  <a:close/>
                  <a:moveTo>
                    <a:pt x="492" y="0"/>
                  </a:moveTo>
                  <a:cubicBezTo>
                    <a:pt x="221" y="0"/>
                    <a:pt x="1" y="219"/>
                    <a:pt x="1" y="490"/>
                  </a:cubicBezTo>
                  <a:lnTo>
                    <a:pt x="1" y="969"/>
                  </a:lnTo>
                  <a:cubicBezTo>
                    <a:pt x="1" y="1221"/>
                    <a:pt x="186" y="1442"/>
                    <a:pt x="436" y="1472"/>
                  </a:cubicBezTo>
                  <a:cubicBezTo>
                    <a:pt x="454" y="1474"/>
                    <a:pt x="473" y="1475"/>
                    <a:pt x="491" y="1475"/>
                  </a:cubicBezTo>
                  <a:cubicBezTo>
                    <a:pt x="763" y="1475"/>
                    <a:pt x="983" y="1253"/>
                    <a:pt x="983" y="982"/>
                  </a:cubicBezTo>
                  <a:lnTo>
                    <a:pt x="983" y="490"/>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22;p65">
              <a:extLst>
                <a:ext uri="{FF2B5EF4-FFF2-40B4-BE49-F238E27FC236}">
                  <a16:creationId xmlns:a16="http://schemas.microsoft.com/office/drawing/2014/main" id="{E0AB7637-368D-2995-A799-2367EEC4729A}"/>
                </a:ext>
              </a:extLst>
            </p:cNvPr>
            <p:cNvSpPr/>
            <p:nvPr/>
          </p:nvSpPr>
          <p:spPr>
            <a:xfrm>
              <a:off x="5761343" y="3970315"/>
              <a:ext cx="37279" cy="55880"/>
            </a:xfrm>
            <a:custGeom>
              <a:avLst/>
              <a:gdLst/>
              <a:ahLst/>
              <a:cxnLst/>
              <a:rect l="l" t="t" r="r" b="b"/>
              <a:pathLst>
                <a:path w="984" h="1475" extrusionOk="0">
                  <a:moveTo>
                    <a:pt x="493" y="344"/>
                  </a:moveTo>
                  <a:cubicBezTo>
                    <a:pt x="566" y="344"/>
                    <a:pt x="623" y="402"/>
                    <a:pt x="623" y="474"/>
                  </a:cubicBezTo>
                  <a:lnTo>
                    <a:pt x="623" y="997"/>
                  </a:lnTo>
                  <a:cubicBezTo>
                    <a:pt x="623" y="1070"/>
                    <a:pt x="564" y="1128"/>
                    <a:pt x="493" y="1128"/>
                  </a:cubicBezTo>
                  <a:cubicBezTo>
                    <a:pt x="474" y="1128"/>
                    <a:pt x="454" y="1124"/>
                    <a:pt x="434" y="1115"/>
                  </a:cubicBezTo>
                  <a:cubicBezTo>
                    <a:pt x="390" y="1096"/>
                    <a:pt x="362" y="1048"/>
                    <a:pt x="362" y="1000"/>
                  </a:cubicBezTo>
                  <a:lnTo>
                    <a:pt x="362" y="472"/>
                  </a:lnTo>
                  <a:cubicBezTo>
                    <a:pt x="362" y="424"/>
                    <a:pt x="390" y="377"/>
                    <a:pt x="434" y="357"/>
                  </a:cubicBezTo>
                  <a:cubicBezTo>
                    <a:pt x="454" y="348"/>
                    <a:pt x="474" y="344"/>
                    <a:pt x="493" y="344"/>
                  </a:cubicBezTo>
                  <a:close/>
                  <a:moveTo>
                    <a:pt x="491" y="0"/>
                  </a:moveTo>
                  <a:cubicBezTo>
                    <a:pt x="220" y="0"/>
                    <a:pt x="0" y="219"/>
                    <a:pt x="0" y="490"/>
                  </a:cubicBezTo>
                  <a:lnTo>
                    <a:pt x="0" y="969"/>
                  </a:lnTo>
                  <a:cubicBezTo>
                    <a:pt x="0" y="1221"/>
                    <a:pt x="186" y="1442"/>
                    <a:pt x="435" y="1472"/>
                  </a:cubicBezTo>
                  <a:cubicBezTo>
                    <a:pt x="453" y="1474"/>
                    <a:pt x="472" y="1475"/>
                    <a:pt x="490" y="1475"/>
                  </a:cubicBezTo>
                  <a:cubicBezTo>
                    <a:pt x="762" y="1475"/>
                    <a:pt x="983" y="1253"/>
                    <a:pt x="983" y="982"/>
                  </a:cubicBezTo>
                  <a:lnTo>
                    <a:pt x="983" y="490"/>
                  </a:lnTo>
                  <a:cubicBezTo>
                    <a:pt x="984" y="220"/>
                    <a:pt x="763" y="0"/>
                    <a:pt x="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523;p65">
              <a:extLst>
                <a:ext uri="{FF2B5EF4-FFF2-40B4-BE49-F238E27FC236}">
                  <a16:creationId xmlns:a16="http://schemas.microsoft.com/office/drawing/2014/main" id="{BA6BD404-EAB5-E94B-E0BF-EF43E232391A}"/>
                </a:ext>
              </a:extLst>
            </p:cNvPr>
            <p:cNvSpPr/>
            <p:nvPr/>
          </p:nvSpPr>
          <p:spPr>
            <a:xfrm>
              <a:off x="5933834" y="3971413"/>
              <a:ext cx="22428" cy="53191"/>
            </a:xfrm>
            <a:custGeom>
              <a:avLst/>
              <a:gdLst/>
              <a:ahLst/>
              <a:cxnLst/>
              <a:rect l="l" t="t" r="r" b="b"/>
              <a:pathLst>
                <a:path w="592" h="1404" extrusionOk="0">
                  <a:moveTo>
                    <a:pt x="197" y="0"/>
                  </a:moveTo>
                  <a:cubicBezTo>
                    <a:pt x="102" y="0"/>
                    <a:pt x="17" y="71"/>
                    <a:pt x="8" y="165"/>
                  </a:cubicBezTo>
                  <a:cubicBezTo>
                    <a:pt x="0" y="272"/>
                    <a:pt x="84" y="362"/>
                    <a:pt x="190" y="362"/>
                  </a:cubicBezTo>
                  <a:lnTo>
                    <a:pt x="231" y="362"/>
                  </a:lnTo>
                  <a:lnTo>
                    <a:pt x="231" y="1214"/>
                  </a:lnTo>
                  <a:cubicBezTo>
                    <a:pt x="231" y="1310"/>
                    <a:pt x="301" y="1395"/>
                    <a:pt x="395" y="1403"/>
                  </a:cubicBezTo>
                  <a:cubicBezTo>
                    <a:pt x="400" y="1403"/>
                    <a:pt x="406" y="1403"/>
                    <a:pt x="411" y="1403"/>
                  </a:cubicBezTo>
                  <a:cubicBezTo>
                    <a:pt x="512" y="1403"/>
                    <a:pt x="592" y="1323"/>
                    <a:pt x="592" y="1224"/>
                  </a:cubicBezTo>
                  <a:lnTo>
                    <a:pt x="592" y="183"/>
                  </a:lnTo>
                  <a:cubicBezTo>
                    <a:pt x="592" y="82"/>
                    <a:pt x="510"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24;p65">
              <a:extLst>
                <a:ext uri="{FF2B5EF4-FFF2-40B4-BE49-F238E27FC236}">
                  <a16:creationId xmlns:a16="http://schemas.microsoft.com/office/drawing/2014/main" id="{E738E5AF-AD17-4536-4D20-08BAB5FED4F2}"/>
                </a:ext>
              </a:extLst>
            </p:cNvPr>
            <p:cNvSpPr/>
            <p:nvPr/>
          </p:nvSpPr>
          <p:spPr>
            <a:xfrm>
              <a:off x="5887993" y="3970315"/>
              <a:ext cx="37241" cy="55880"/>
            </a:xfrm>
            <a:custGeom>
              <a:avLst/>
              <a:gdLst/>
              <a:ahLst/>
              <a:cxnLst/>
              <a:rect l="l" t="t" r="r" b="b"/>
              <a:pathLst>
                <a:path w="983" h="1475" extrusionOk="0">
                  <a:moveTo>
                    <a:pt x="491" y="344"/>
                  </a:moveTo>
                  <a:cubicBezTo>
                    <a:pt x="564" y="344"/>
                    <a:pt x="621" y="402"/>
                    <a:pt x="621" y="474"/>
                  </a:cubicBezTo>
                  <a:lnTo>
                    <a:pt x="621" y="997"/>
                  </a:lnTo>
                  <a:cubicBezTo>
                    <a:pt x="621" y="1070"/>
                    <a:pt x="562" y="1128"/>
                    <a:pt x="491" y="1128"/>
                  </a:cubicBezTo>
                  <a:cubicBezTo>
                    <a:pt x="472" y="1128"/>
                    <a:pt x="452" y="1124"/>
                    <a:pt x="432" y="1115"/>
                  </a:cubicBezTo>
                  <a:cubicBezTo>
                    <a:pt x="388" y="1096"/>
                    <a:pt x="360" y="1048"/>
                    <a:pt x="360" y="1000"/>
                  </a:cubicBezTo>
                  <a:lnTo>
                    <a:pt x="360" y="472"/>
                  </a:lnTo>
                  <a:cubicBezTo>
                    <a:pt x="360" y="424"/>
                    <a:pt x="388" y="377"/>
                    <a:pt x="432" y="357"/>
                  </a:cubicBezTo>
                  <a:cubicBezTo>
                    <a:pt x="452" y="348"/>
                    <a:pt x="472" y="344"/>
                    <a:pt x="491" y="344"/>
                  </a:cubicBezTo>
                  <a:close/>
                  <a:moveTo>
                    <a:pt x="490" y="0"/>
                  </a:moveTo>
                  <a:cubicBezTo>
                    <a:pt x="220" y="0"/>
                    <a:pt x="0" y="219"/>
                    <a:pt x="0" y="490"/>
                  </a:cubicBezTo>
                  <a:lnTo>
                    <a:pt x="0" y="969"/>
                  </a:lnTo>
                  <a:cubicBezTo>
                    <a:pt x="0" y="1221"/>
                    <a:pt x="185" y="1442"/>
                    <a:pt x="435" y="1472"/>
                  </a:cubicBezTo>
                  <a:cubicBezTo>
                    <a:pt x="454" y="1474"/>
                    <a:pt x="472" y="1475"/>
                    <a:pt x="490" y="1475"/>
                  </a:cubicBezTo>
                  <a:cubicBezTo>
                    <a:pt x="761" y="1475"/>
                    <a:pt x="982" y="1253"/>
                    <a:pt x="982" y="982"/>
                  </a:cubicBezTo>
                  <a:lnTo>
                    <a:pt x="982" y="490"/>
                  </a:lnTo>
                  <a:cubicBezTo>
                    <a:pt x="983" y="220"/>
                    <a:pt x="762" y="0"/>
                    <a:pt x="4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525;p65">
              <a:extLst>
                <a:ext uri="{FF2B5EF4-FFF2-40B4-BE49-F238E27FC236}">
                  <a16:creationId xmlns:a16="http://schemas.microsoft.com/office/drawing/2014/main" id="{75ED8EC6-E702-7B90-02E2-A14B5F4D02E6}"/>
                </a:ext>
              </a:extLst>
            </p:cNvPr>
            <p:cNvSpPr/>
            <p:nvPr/>
          </p:nvSpPr>
          <p:spPr>
            <a:xfrm>
              <a:off x="5725315" y="3831125"/>
              <a:ext cx="22428" cy="53153"/>
            </a:xfrm>
            <a:custGeom>
              <a:avLst/>
              <a:gdLst/>
              <a:ahLst/>
              <a:cxnLst/>
              <a:rect l="l" t="t" r="r" b="b"/>
              <a:pathLst>
                <a:path w="592" h="1403" extrusionOk="0">
                  <a:moveTo>
                    <a:pt x="197" y="1"/>
                  </a:moveTo>
                  <a:cubicBezTo>
                    <a:pt x="102" y="1"/>
                    <a:pt x="17" y="70"/>
                    <a:pt x="9" y="165"/>
                  </a:cubicBezTo>
                  <a:cubicBezTo>
                    <a:pt x="0" y="272"/>
                    <a:pt x="84" y="361"/>
                    <a:pt x="189" y="361"/>
                  </a:cubicBezTo>
                  <a:lnTo>
                    <a:pt x="231" y="361"/>
                  </a:lnTo>
                  <a:lnTo>
                    <a:pt x="231" y="1214"/>
                  </a:lnTo>
                  <a:cubicBezTo>
                    <a:pt x="231" y="1309"/>
                    <a:pt x="300" y="1394"/>
                    <a:pt x="394" y="1402"/>
                  </a:cubicBezTo>
                  <a:cubicBezTo>
                    <a:pt x="399" y="1403"/>
                    <a:pt x="405" y="1403"/>
                    <a:pt x="410" y="1403"/>
                  </a:cubicBezTo>
                  <a:cubicBezTo>
                    <a:pt x="510" y="1403"/>
                    <a:pt x="590" y="1322"/>
                    <a:pt x="590" y="1222"/>
                  </a:cubicBezTo>
                  <a:lnTo>
                    <a:pt x="590" y="180"/>
                  </a:lnTo>
                  <a:cubicBezTo>
                    <a:pt x="592" y="83"/>
                    <a:pt x="510" y="1"/>
                    <a:pt x="4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526;p65">
              <a:extLst>
                <a:ext uri="{FF2B5EF4-FFF2-40B4-BE49-F238E27FC236}">
                  <a16:creationId xmlns:a16="http://schemas.microsoft.com/office/drawing/2014/main" id="{61158C3E-1A46-496E-70CE-339C4E617AB0}"/>
                </a:ext>
              </a:extLst>
            </p:cNvPr>
            <p:cNvSpPr/>
            <p:nvPr/>
          </p:nvSpPr>
          <p:spPr>
            <a:xfrm>
              <a:off x="5809685" y="3831239"/>
              <a:ext cx="22428" cy="53115"/>
            </a:xfrm>
            <a:custGeom>
              <a:avLst/>
              <a:gdLst/>
              <a:ahLst/>
              <a:cxnLst/>
              <a:rect l="l" t="t" r="r" b="b"/>
              <a:pathLst>
                <a:path w="592" h="1402" extrusionOk="0">
                  <a:moveTo>
                    <a:pt x="198" y="0"/>
                  </a:moveTo>
                  <a:cubicBezTo>
                    <a:pt x="101" y="0"/>
                    <a:pt x="17" y="69"/>
                    <a:pt x="9" y="163"/>
                  </a:cubicBezTo>
                  <a:cubicBezTo>
                    <a:pt x="1" y="269"/>
                    <a:pt x="85" y="359"/>
                    <a:pt x="189" y="359"/>
                  </a:cubicBezTo>
                  <a:lnTo>
                    <a:pt x="231" y="359"/>
                  </a:lnTo>
                  <a:lnTo>
                    <a:pt x="231" y="1212"/>
                  </a:lnTo>
                  <a:cubicBezTo>
                    <a:pt x="231" y="1307"/>
                    <a:pt x="300" y="1393"/>
                    <a:pt x="395" y="1400"/>
                  </a:cubicBezTo>
                  <a:cubicBezTo>
                    <a:pt x="400" y="1401"/>
                    <a:pt x="406" y="1401"/>
                    <a:pt x="411" y="1401"/>
                  </a:cubicBezTo>
                  <a:cubicBezTo>
                    <a:pt x="512" y="1401"/>
                    <a:pt x="592" y="1321"/>
                    <a:pt x="592" y="1221"/>
                  </a:cubicBezTo>
                  <a:lnTo>
                    <a:pt x="592" y="181"/>
                  </a:lnTo>
                  <a:cubicBezTo>
                    <a:pt x="592" y="81"/>
                    <a:pt x="510" y="0"/>
                    <a:pt x="4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527;p65">
              <a:extLst>
                <a:ext uri="{FF2B5EF4-FFF2-40B4-BE49-F238E27FC236}">
                  <a16:creationId xmlns:a16="http://schemas.microsoft.com/office/drawing/2014/main" id="{610CF610-3A65-34B4-43AD-F07CE2C6B647}"/>
                </a:ext>
              </a:extLst>
            </p:cNvPr>
            <p:cNvSpPr/>
            <p:nvPr/>
          </p:nvSpPr>
          <p:spPr>
            <a:xfrm>
              <a:off x="5848176" y="3831239"/>
              <a:ext cx="22428" cy="53115"/>
            </a:xfrm>
            <a:custGeom>
              <a:avLst/>
              <a:gdLst/>
              <a:ahLst/>
              <a:cxnLst/>
              <a:rect l="l" t="t" r="r" b="b"/>
              <a:pathLst>
                <a:path w="592" h="1402" extrusionOk="0">
                  <a:moveTo>
                    <a:pt x="198" y="0"/>
                  </a:moveTo>
                  <a:cubicBezTo>
                    <a:pt x="101" y="0"/>
                    <a:pt x="17" y="69"/>
                    <a:pt x="9" y="163"/>
                  </a:cubicBezTo>
                  <a:cubicBezTo>
                    <a:pt x="1" y="269"/>
                    <a:pt x="85" y="359"/>
                    <a:pt x="189" y="359"/>
                  </a:cubicBezTo>
                  <a:lnTo>
                    <a:pt x="231" y="359"/>
                  </a:lnTo>
                  <a:lnTo>
                    <a:pt x="231" y="1212"/>
                  </a:lnTo>
                  <a:cubicBezTo>
                    <a:pt x="231" y="1307"/>
                    <a:pt x="300" y="1393"/>
                    <a:pt x="395" y="1400"/>
                  </a:cubicBezTo>
                  <a:cubicBezTo>
                    <a:pt x="400" y="1401"/>
                    <a:pt x="406" y="1401"/>
                    <a:pt x="411" y="1401"/>
                  </a:cubicBezTo>
                  <a:cubicBezTo>
                    <a:pt x="511" y="1401"/>
                    <a:pt x="592" y="1321"/>
                    <a:pt x="592" y="1221"/>
                  </a:cubicBezTo>
                  <a:lnTo>
                    <a:pt x="592" y="181"/>
                  </a:lnTo>
                  <a:cubicBezTo>
                    <a:pt x="592" y="81"/>
                    <a:pt x="510" y="0"/>
                    <a:pt x="4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528;p65">
              <a:extLst>
                <a:ext uri="{FF2B5EF4-FFF2-40B4-BE49-F238E27FC236}">
                  <a16:creationId xmlns:a16="http://schemas.microsoft.com/office/drawing/2014/main" id="{5B1D29DF-A474-72CE-928C-8F4B75292C0D}"/>
                </a:ext>
              </a:extLst>
            </p:cNvPr>
            <p:cNvSpPr/>
            <p:nvPr/>
          </p:nvSpPr>
          <p:spPr>
            <a:xfrm>
              <a:off x="5628557" y="3829875"/>
              <a:ext cx="37317" cy="55880"/>
            </a:xfrm>
            <a:custGeom>
              <a:avLst/>
              <a:gdLst/>
              <a:ahLst/>
              <a:cxnLst/>
              <a:rect l="l" t="t" r="r" b="b"/>
              <a:pathLst>
                <a:path w="985" h="1475" extrusionOk="0">
                  <a:moveTo>
                    <a:pt x="492" y="346"/>
                  </a:moveTo>
                  <a:cubicBezTo>
                    <a:pt x="565" y="346"/>
                    <a:pt x="623" y="404"/>
                    <a:pt x="623" y="477"/>
                  </a:cubicBezTo>
                  <a:lnTo>
                    <a:pt x="623" y="998"/>
                  </a:lnTo>
                  <a:cubicBezTo>
                    <a:pt x="623" y="1070"/>
                    <a:pt x="564" y="1129"/>
                    <a:pt x="492" y="1129"/>
                  </a:cubicBezTo>
                  <a:cubicBezTo>
                    <a:pt x="473" y="1129"/>
                    <a:pt x="453" y="1125"/>
                    <a:pt x="433" y="1116"/>
                  </a:cubicBezTo>
                  <a:cubicBezTo>
                    <a:pt x="388" y="1096"/>
                    <a:pt x="361" y="1049"/>
                    <a:pt x="361" y="1001"/>
                  </a:cubicBezTo>
                  <a:lnTo>
                    <a:pt x="361" y="474"/>
                  </a:lnTo>
                  <a:cubicBezTo>
                    <a:pt x="361" y="426"/>
                    <a:pt x="388" y="379"/>
                    <a:pt x="433" y="359"/>
                  </a:cubicBezTo>
                  <a:cubicBezTo>
                    <a:pt x="453" y="350"/>
                    <a:pt x="473" y="346"/>
                    <a:pt x="492" y="346"/>
                  </a:cubicBezTo>
                  <a:close/>
                  <a:moveTo>
                    <a:pt x="492" y="0"/>
                  </a:moveTo>
                  <a:cubicBezTo>
                    <a:pt x="221" y="0"/>
                    <a:pt x="1" y="220"/>
                    <a:pt x="1" y="492"/>
                  </a:cubicBezTo>
                  <a:lnTo>
                    <a:pt x="1" y="969"/>
                  </a:lnTo>
                  <a:cubicBezTo>
                    <a:pt x="1" y="1222"/>
                    <a:pt x="185" y="1443"/>
                    <a:pt x="435" y="1472"/>
                  </a:cubicBezTo>
                  <a:cubicBezTo>
                    <a:pt x="454" y="1474"/>
                    <a:pt x="473" y="1475"/>
                    <a:pt x="491" y="1475"/>
                  </a:cubicBezTo>
                  <a:cubicBezTo>
                    <a:pt x="763" y="1475"/>
                    <a:pt x="984" y="1255"/>
                    <a:pt x="984" y="984"/>
                  </a:cubicBezTo>
                  <a:lnTo>
                    <a:pt x="984" y="492"/>
                  </a:lnTo>
                  <a:cubicBezTo>
                    <a:pt x="983" y="220"/>
                    <a:pt x="763"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529;p65">
              <a:extLst>
                <a:ext uri="{FF2B5EF4-FFF2-40B4-BE49-F238E27FC236}">
                  <a16:creationId xmlns:a16="http://schemas.microsoft.com/office/drawing/2014/main" id="{4FE11895-7756-78E3-EDA8-47AC44B89C4F}"/>
                </a:ext>
              </a:extLst>
            </p:cNvPr>
            <p:cNvSpPr/>
            <p:nvPr/>
          </p:nvSpPr>
          <p:spPr>
            <a:xfrm>
              <a:off x="5678148" y="3829837"/>
              <a:ext cx="37317" cy="55918"/>
            </a:xfrm>
            <a:custGeom>
              <a:avLst/>
              <a:gdLst/>
              <a:ahLst/>
              <a:cxnLst/>
              <a:rect l="l" t="t" r="r" b="b"/>
              <a:pathLst>
                <a:path w="985" h="1476" extrusionOk="0">
                  <a:moveTo>
                    <a:pt x="493" y="347"/>
                  </a:moveTo>
                  <a:cubicBezTo>
                    <a:pt x="512" y="347"/>
                    <a:pt x="532" y="351"/>
                    <a:pt x="552" y="360"/>
                  </a:cubicBezTo>
                  <a:cubicBezTo>
                    <a:pt x="597" y="380"/>
                    <a:pt x="624" y="427"/>
                    <a:pt x="624" y="475"/>
                  </a:cubicBezTo>
                  <a:lnTo>
                    <a:pt x="624" y="1002"/>
                  </a:lnTo>
                  <a:cubicBezTo>
                    <a:pt x="624" y="1050"/>
                    <a:pt x="597" y="1097"/>
                    <a:pt x="552" y="1117"/>
                  </a:cubicBezTo>
                  <a:cubicBezTo>
                    <a:pt x="532" y="1126"/>
                    <a:pt x="512" y="1130"/>
                    <a:pt x="493" y="1130"/>
                  </a:cubicBezTo>
                  <a:cubicBezTo>
                    <a:pt x="421" y="1130"/>
                    <a:pt x="362" y="1071"/>
                    <a:pt x="362" y="999"/>
                  </a:cubicBezTo>
                  <a:lnTo>
                    <a:pt x="362" y="478"/>
                  </a:lnTo>
                  <a:cubicBezTo>
                    <a:pt x="362" y="405"/>
                    <a:pt x="421" y="347"/>
                    <a:pt x="493" y="347"/>
                  </a:cubicBezTo>
                  <a:close/>
                  <a:moveTo>
                    <a:pt x="494" y="0"/>
                  </a:moveTo>
                  <a:cubicBezTo>
                    <a:pt x="223" y="0"/>
                    <a:pt x="1" y="221"/>
                    <a:pt x="1" y="493"/>
                  </a:cubicBezTo>
                  <a:lnTo>
                    <a:pt x="1" y="985"/>
                  </a:lnTo>
                  <a:cubicBezTo>
                    <a:pt x="1" y="1255"/>
                    <a:pt x="222" y="1475"/>
                    <a:pt x="493" y="1475"/>
                  </a:cubicBezTo>
                  <a:cubicBezTo>
                    <a:pt x="764" y="1475"/>
                    <a:pt x="984" y="1255"/>
                    <a:pt x="984" y="985"/>
                  </a:cubicBezTo>
                  <a:lnTo>
                    <a:pt x="984" y="506"/>
                  </a:lnTo>
                  <a:cubicBezTo>
                    <a:pt x="984" y="254"/>
                    <a:pt x="800" y="33"/>
                    <a:pt x="550" y="4"/>
                  </a:cubicBezTo>
                  <a:cubicBezTo>
                    <a:pt x="531" y="1"/>
                    <a:pt x="513" y="0"/>
                    <a:pt x="4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530;p65">
              <a:extLst>
                <a:ext uri="{FF2B5EF4-FFF2-40B4-BE49-F238E27FC236}">
                  <a16:creationId xmlns:a16="http://schemas.microsoft.com/office/drawing/2014/main" id="{A2C4F267-EDFE-3745-0795-39AC63448A34}"/>
                </a:ext>
              </a:extLst>
            </p:cNvPr>
            <p:cNvSpPr/>
            <p:nvPr/>
          </p:nvSpPr>
          <p:spPr>
            <a:xfrm>
              <a:off x="5761343" y="3829875"/>
              <a:ext cx="37279" cy="55880"/>
            </a:xfrm>
            <a:custGeom>
              <a:avLst/>
              <a:gdLst/>
              <a:ahLst/>
              <a:cxnLst/>
              <a:rect l="l" t="t" r="r" b="b"/>
              <a:pathLst>
                <a:path w="984" h="1475" extrusionOk="0">
                  <a:moveTo>
                    <a:pt x="493" y="345"/>
                  </a:moveTo>
                  <a:cubicBezTo>
                    <a:pt x="566" y="345"/>
                    <a:pt x="623" y="403"/>
                    <a:pt x="623" y="476"/>
                  </a:cubicBezTo>
                  <a:lnTo>
                    <a:pt x="623" y="998"/>
                  </a:lnTo>
                  <a:cubicBezTo>
                    <a:pt x="623" y="1070"/>
                    <a:pt x="564" y="1129"/>
                    <a:pt x="493" y="1129"/>
                  </a:cubicBezTo>
                  <a:cubicBezTo>
                    <a:pt x="474" y="1129"/>
                    <a:pt x="454" y="1125"/>
                    <a:pt x="434" y="1116"/>
                  </a:cubicBezTo>
                  <a:cubicBezTo>
                    <a:pt x="390" y="1096"/>
                    <a:pt x="362" y="1049"/>
                    <a:pt x="362" y="1001"/>
                  </a:cubicBezTo>
                  <a:lnTo>
                    <a:pt x="362" y="473"/>
                  </a:lnTo>
                  <a:cubicBezTo>
                    <a:pt x="362" y="425"/>
                    <a:pt x="390" y="377"/>
                    <a:pt x="434" y="358"/>
                  </a:cubicBezTo>
                  <a:cubicBezTo>
                    <a:pt x="454" y="349"/>
                    <a:pt x="474" y="345"/>
                    <a:pt x="493" y="345"/>
                  </a:cubicBezTo>
                  <a:close/>
                  <a:moveTo>
                    <a:pt x="491" y="0"/>
                  </a:moveTo>
                  <a:cubicBezTo>
                    <a:pt x="220" y="0"/>
                    <a:pt x="0" y="220"/>
                    <a:pt x="0" y="492"/>
                  </a:cubicBezTo>
                  <a:lnTo>
                    <a:pt x="0" y="969"/>
                  </a:lnTo>
                  <a:cubicBezTo>
                    <a:pt x="0" y="1222"/>
                    <a:pt x="186" y="1443"/>
                    <a:pt x="435" y="1472"/>
                  </a:cubicBezTo>
                  <a:cubicBezTo>
                    <a:pt x="454" y="1474"/>
                    <a:pt x="472" y="1475"/>
                    <a:pt x="490" y="1475"/>
                  </a:cubicBezTo>
                  <a:cubicBezTo>
                    <a:pt x="762" y="1475"/>
                    <a:pt x="983" y="1255"/>
                    <a:pt x="983" y="984"/>
                  </a:cubicBezTo>
                  <a:lnTo>
                    <a:pt x="983" y="492"/>
                  </a:lnTo>
                  <a:cubicBezTo>
                    <a:pt x="984" y="220"/>
                    <a:pt x="763" y="0"/>
                    <a:pt x="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531;p65">
              <a:extLst>
                <a:ext uri="{FF2B5EF4-FFF2-40B4-BE49-F238E27FC236}">
                  <a16:creationId xmlns:a16="http://schemas.microsoft.com/office/drawing/2014/main" id="{4FBFCB35-9FA5-3964-BB1B-B3D7F5B20447}"/>
                </a:ext>
              </a:extLst>
            </p:cNvPr>
            <p:cNvSpPr/>
            <p:nvPr/>
          </p:nvSpPr>
          <p:spPr>
            <a:xfrm>
              <a:off x="5933834" y="3831239"/>
              <a:ext cx="22428" cy="53115"/>
            </a:xfrm>
            <a:custGeom>
              <a:avLst/>
              <a:gdLst/>
              <a:ahLst/>
              <a:cxnLst/>
              <a:rect l="l" t="t" r="r" b="b"/>
              <a:pathLst>
                <a:path w="592" h="1402" extrusionOk="0">
                  <a:moveTo>
                    <a:pt x="197" y="0"/>
                  </a:moveTo>
                  <a:cubicBezTo>
                    <a:pt x="102" y="0"/>
                    <a:pt x="17" y="69"/>
                    <a:pt x="8" y="163"/>
                  </a:cubicBezTo>
                  <a:cubicBezTo>
                    <a:pt x="0" y="269"/>
                    <a:pt x="84" y="359"/>
                    <a:pt x="190" y="359"/>
                  </a:cubicBezTo>
                  <a:lnTo>
                    <a:pt x="231" y="359"/>
                  </a:lnTo>
                  <a:lnTo>
                    <a:pt x="231" y="1212"/>
                  </a:lnTo>
                  <a:cubicBezTo>
                    <a:pt x="231" y="1307"/>
                    <a:pt x="301" y="1393"/>
                    <a:pt x="395" y="1400"/>
                  </a:cubicBezTo>
                  <a:cubicBezTo>
                    <a:pt x="400" y="1401"/>
                    <a:pt x="406" y="1401"/>
                    <a:pt x="411" y="1401"/>
                  </a:cubicBezTo>
                  <a:cubicBezTo>
                    <a:pt x="512" y="1401"/>
                    <a:pt x="592" y="1321"/>
                    <a:pt x="592" y="1221"/>
                  </a:cubicBezTo>
                  <a:lnTo>
                    <a:pt x="592" y="181"/>
                  </a:lnTo>
                  <a:cubicBezTo>
                    <a:pt x="592" y="81"/>
                    <a:pt x="510"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532;p65">
              <a:extLst>
                <a:ext uri="{FF2B5EF4-FFF2-40B4-BE49-F238E27FC236}">
                  <a16:creationId xmlns:a16="http://schemas.microsoft.com/office/drawing/2014/main" id="{68E22005-D38F-0E71-1B59-F4388B6AE12D}"/>
                </a:ext>
              </a:extLst>
            </p:cNvPr>
            <p:cNvSpPr/>
            <p:nvPr/>
          </p:nvSpPr>
          <p:spPr>
            <a:xfrm>
              <a:off x="5887993" y="3829875"/>
              <a:ext cx="37241" cy="55880"/>
            </a:xfrm>
            <a:custGeom>
              <a:avLst/>
              <a:gdLst/>
              <a:ahLst/>
              <a:cxnLst/>
              <a:rect l="l" t="t" r="r" b="b"/>
              <a:pathLst>
                <a:path w="983" h="1475" extrusionOk="0">
                  <a:moveTo>
                    <a:pt x="491" y="346"/>
                  </a:moveTo>
                  <a:cubicBezTo>
                    <a:pt x="564" y="346"/>
                    <a:pt x="621" y="404"/>
                    <a:pt x="621" y="477"/>
                  </a:cubicBezTo>
                  <a:lnTo>
                    <a:pt x="621" y="998"/>
                  </a:lnTo>
                  <a:cubicBezTo>
                    <a:pt x="621" y="1070"/>
                    <a:pt x="562" y="1129"/>
                    <a:pt x="491" y="1129"/>
                  </a:cubicBezTo>
                  <a:cubicBezTo>
                    <a:pt x="472" y="1129"/>
                    <a:pt x="452" y="1125"/>
                    <a:pt x="432" y="1116"/>
                  </a:cubicBezTo>
                  <a:cubicBezTo>
                    <a:pt x="388" y="1096"/>
                    <a:pt x="360" y="1049"/>
                    <a:pt x="360" y="1001"/>
                  </a:cubicBezTo>
                  <a:lnTo>
                    <a:pt x="360" y="474"/>
                  </a:lnTo>
                  <a:cubicBezTo>
                    <a:pt x="360" y="426"/>
                    <a:pt x="388" y="379"/>
                    <a:pt x="432" y="359"/>
                  </a:cubicBezTo>
                  <a:cubicBezTo>
                    <a:pt x="452" y="350"/>
                    <a:pt x="472" y="346"/>
                    <a:pt x="491" y="346"/>
                  </a:cubicBezTo>
                  <a:close/>
                  <a:moveTo>
                    <a:pt x="490" y="0"/>
                  </a:moveTo>
                  <a:cubicBezTo>
                    <a:pt x="220" y="0"/>
                    <a:pt x="0" y="220"/>
                    <a:pt x="0" y="492"/>
                  </a:cubicBezTo>
                  <a:lnTo>
                    <a:pt x="0" y="969"/>
                  </a:lnTo>
                  <a:cubicBezTo>
                    <a:pt x="0" y="1222"/>
                    <a:pt x="185" y="1443"/>
                    <a:pt x="435" y="1472"/>
                  </a:cubicBezTo>
                  <a:cubicBezTo>
                    <a:pt x="454" y="1474"/>
                    <a:pt x="472" y="1475"/>
                    <a:pt x="490" y="1475"/>
                  </a:cubicBezTo>
                  <a:cubicBezTo>
                    <a:pt x="761" y="1475"/>
                    <a:pt x="982" y="1255"/>
                    <a:pt x="982" y="984"/>
                  </a:cubicBezTo>
                  <a:lnTo>
                    <a:pt x="982" y="492"/>
                  </a:lnTo>
                  <a:cubicBezTo>
                    <a:pt x="983" y="220"/>
                    <a:pt x="762" y="0"/>
                    <a:pt x="4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533;p65">
              <a:extLst>
                <a:ext uri="{FF2B5EF4-FFF2-40B4-BE49-F238E27FC236}">
                  <a16:creationId xmlns:a16="http://schemas.microsoft.com/office/drawing/2014/main" id="{D43F1524-766A-B2E1-38ED-50AB88F07056}"/>
                </a:ext>
              </a:extLst>
            </p:cNvPr>
            <p:cNvSpPr/>
            <p:nvPr/>
          </p:nvSpPr>
          <p:spPr>
            <a:xfrm>
              <a:off x="5710464" y="3900796"/>
              <a:ext cx="37279" cy="55880"/>
            </a:xfrm>
            <a:custGeom>
              <a:avLst/>
              <a:gdLst/>
              <a:ahLst/>
              <a:cxnLst/>
              <a:rect l="l" t="t" r="r" b="b"/>
              <a:pathLst>
                <a:path w="984" h="1475" extrusionOk="0">
                  <a:moveTo>
                    <a:pt x="492" y="345"/>
                  </a:moveTo>
                  <a:cubicBezTo>
                    <a:pt x="565" y="345"/>
                    <a:pt x="623" y="404"/>
                    <a:pt x="623" y="476"/>
                  </a:cubicBezTo>
                  <a:lnTo>
                    <a:pt x="623" y="998"/>
                  </a:lnTo>
                  <a:cubicBezTo>
                    <a:pt x="623" y="1070"/>
                    <a:pt x="563" y="1129"/>
                    <a:pt x="491" y="1129"/>
                  </a:cubicBezTo>
                  <a:cubicBezTo>
                    <a:pt x="472" y="1129"/>
                    <a:pt x="452" y="1125"/>
                    <a:pt x="432" y="1115"/>
                  </a:cubicBezTo>
                  <a:cubicBezTo>
                    <a:pt x="388" y="1097"/>
                    <a:pt x="361" y="1049"/>
                    <a:pt x="361" y="1000"/>
                  </a:cubicBezTo>
                  <a:lnTo>
                    <a:pt x="361" y="473"/>
                  </a:lnTo>
                  <a:cubicBezTo>
                    <a:pt x="361" y="424"/>
                    <a:pt x="388" y="377"/>
                    <a:pt x="432" y="358"/>
                  </a:cubicBezTo>
                  <a:cubicBezTo>
                    <a:pt x="453" y="349"/>
                    <a:pt x="473" y="345"/>
                    <a:pt x="492" y="345"/>
                  </a:cubicBezTo>
                  <a:close/>
                  <a:moveTo>
                    <a:pt x="492" y="0"/>
                  </a:moveTo>
                  <a:cubicBezTo>
                    <a:pt x="220" y="0"/>
                    <a:pt x="0" y="220"/>
                    <a:pt x="0" y="491"/>
                  </a:cubicBezTo>
                  <a:lnTo>
                    <a:pt x="0" y="969"/>
                  </a:lnTo>
                  <a:cubicBezTo>
                    <a:pt x="0" y="1222"/>
                    <a:pt x="185" y="1443"/>
                    <a:pt x="435" y="1472"/>
                  </a:cubicBezTo>
                  <a:cubicBezTo>
                    <a:pt x="454" y="1474"/>
                    <a:pt x="473" y="1475"/>
                    <a:pt x="492" y="1475"/>
                  </a:cubicBezTo>
                  <a:cubicBezTo>
                    <a:pt x="762" y="1475"/>
                    <a:pt x="984" y="1254"/>
                    <a:pt x="984" y="984"/>
                  </a:cubicBezTo>
                  <a:lnTo>
                    <a:pt x="984" y="491"/>
                  </a:lnTo>
                  <a:cubicBezTo>
                    <a:pt x="984" y="220"/>
                    <a:pt x="762" y="0"/>
                    <a:pt x="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534;p65">
              <a:extLst>
                <a:ext uri="{FF2B5EF4-FFF2-40B4-BE49-F238E27FC236}">
                  <a16:creationId xmlns:a16="http://schemas.microsoft.com/office/drawing/2014/main" id="{52163AD2-F5F5-A54A-EB72-70A8FFD65788}"/>
                </a:ext>
              </a:extLst>
            </p:cNvPr>
            <p:cNvSpPr/>
            <p:nvPr/>
          </p:nvSpPr>
          <p:spPr>
            <a:xfrm>
              <a:off x="5899093" y="3901932"/>
              <a:ext cx="22466" cy="53153"/>
            </a:xfrm>
            <a:custGeom>
              <a:avLst/>
              <a:gdLst/>
              <a:ahLst/>
              <a:cxnLst/>
              <a:rect l="l" t="t" r="r" b="b"/>
              <a:pathLst>
                <a:path w="593" h="1403" extrusionOk="0">
                  <a:moveTo>
                    <a:pt x="197" y="0"/>
                  </a:moveTo>
                  <a:cubicBezTo>
                    <a:pt x="102" y="0"/>
                    <a:pt x="17" y="70"/>
                    <a:pt x="9" y="164"/>
                  </a:cubicBezTo>
                  <a:cubicBezTo>
                    <a:pt x="1" y="272"/>
                    <a:pt x="84" y="361"/>
                    <a:pt x="189" y="361"/>
                  </a:cubicBezTo>
                  <a:lnTo>
                    <a:pt x="231" y="361"/>
                  </a:lnTo>
                  <a:lnTo>
                    <a:pt x="231" y="1222"/>
                  </a:lnTo>
                  <a:cubicBezTo>
                    <a:pt x="231" y="1321"/>
                    <a:pt x="312" y="1403"/>
                    <a:pt x="411" y="1403"/>
                  </a:cubicBezTo>
                  <a:cubicBezTo>
                    <a:pt x="511" y="1403"/>
                    <a:pt x="592" y="1321"/>
                    <a:pt x="592" y="1222"/>
                  </a:cubicBezTo>
                  <a:lnTo>
                    <a:pt x="592" y="183"/>
                  </a:lnTo>
                  <a:cubicBezTo>
                    <a:pt x="592" y="82"/>
                    <a:pt x="511" y="0"/>
                    <a:pt x="4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35;p65">
              <a:extLst>
                <a:ext uri="{FF2B5EF4-FFF2-40B4-BE49-F238E27FC236}">
                  <a16:creationId xmlns:a16="http://schemas.microsoft.com/office/drawing/2014/main" id="{C72408BC-5FFD-4CF3-BE26-4F697C05F1F3}"/>
                </a:ext>
              </a:extLst>
            </p:cNvPr>
            <p:cNvSpPr/>
            <p:nvPr/>
          </p:nvSpPr>
          <p:spPr>
            <a:xfrm>
              <a:off x="5933834" y="3901932"/>
              <a:ext cx="22466" cy="53153"/>
            </a:xfrm>
            <a:custGeom>
              <a:avLst/>
              <a:gdLst/>
              <a:ahLst/>
              <a:cxnLst/>
              <a:rect l="l" t="t" r="r" b="b"/>
              <a:pathLst>
                <a:path w="593" h="1403" extrusionOk="0">
                  <a:moveTo>
                    <a:pt x="199" y="0"/>
                  </a:moveTo>
                  <a:cubicBezTo>
                    <a:pt x="103" y="0"/>
                    <a:pt x="18" y="70"/>
                    <a:pt x="10" y="164"/>
                  </a:cubicBezTo>
                  <a:cubicBezTo>
                    <a:pt x="0" y="272"/>
                    <a:pt x="84" y="361"/>
                    <a:pt x="190" y="361"/>
                  </a:cubicBezTo>
                  <a:lnTo>
                    <a:pt x="231" y="361"/>
                  </a:lnTo>
                  <a:lnTo>
                    <a:pt x="231" y="1213"/>
                  </a:lnTo>
                  <a:cubicBezTo>
                    <a:pt x="231" y="1309"/>
                    <a:pt x="301" y="1393"/>
                    <a:pt x="396" y="1402"/>
                  </a:cubicBezTo>
                  <a:cubicBezTo>
                    <a:pt x="401" y="1402"/>
                    <a:pt x="406" y="1402"/>
                    <a:pt x="411" y="1402"/>
                  </a:cubicBezTo>
                  <a:cubicBezTo>
                    <a:pt x="512" y="1402"/>
                    <a:pt x="593" y="1322"/>
                    <a:pt x="593" y="1222"/>
                  </a:cubicBezTo>
                  <a:lnTo>
                    <a:pt x="593" y="183"/>
                  </a:lnTo>
                  <a:cubicBezTo>
                    <a:pt x="593" y="82"/>
                    <a:pt x="511" y="0"/>
                    <a:pt x="4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536;p65">
              <a:extLst>
                <a:ext uri="{FF2B5EF4-FFF2-40B4-BE49-F238E27FC236}">
                  <a16:creationId xmlns:a16="http://schemas.microsoft.com/office/drawing/2014/main" id="{3622384D-9281-1F7B-34BB-B5E3E625A8A8}"/>
                </a:ext>
              </a:extLst>
            </p:cNvPr>
            <p:cNvSpPr/>
            <p:nvPr/>
          </p:nvSpPr>
          <p:spPr>
            <a:xfrm>
              <a:off x="5799835" y="3900796"/>
              <a:ext cx="37279" cy="55880"/>
            </a:xfrm>
            <a:custGeom>
              <a:avLst/>
              <a:gdLst/>
              <a:ahLst/>
              <a:cxnLst/>
              <a:rect l="l" t="t" r="r" b="b"/>
              <a:pathLst>
                <a:path w="984" h="1475" extrusionOk="0">
                  <a:moveTo>
                    <a:pt x="492" y="345"/>
                  </a:moveTo>
                  <a:cubicBezTo>
                    <a:pt x="564" y="345"/>
                    <a:pt x="622" y="404"/>
                    <a:pt x="622" y="476"/>
                  </a:cubicBezTo>
                  <a:lnTo>
                    <a:pt x="622" y="998"/>
                  </a:lnTo>
                  <a:cubicBezTo>
                    <a:pt x="622" y="1070"/>
                    <a:pt x="564" y="1129"/>
                    <a:pt x="492" y="1129"/>
                  </a:cubicBezTo>
                  <a:cubicBezTo>
                    <a:pt x="473" y="1129"/>
                    <a:pt x="453" y="1125"/>
                    <a:pt x="433" y="1115"/>
                  </a:cubicBezTo>
                  <a:cubicBezTo>
                    <a:pt x="388" y="1097"/>
                    <a:pt x="360" y="1049"/>
                    <a:pt x="360" y="1000"/>
                  </a:cubicBezTo>
                  <a:lnTo>
                    <a:pt x="360" y="473"/>
                  </a:lnTo>
                  <a:cubicBezTo>
                    <a:pt x="360" y="424"/>
                    <a:pt x="388" y="377"/>
                    <a:pt x="433" y="358"/>
                  </a:cubicBezTo>
                  <a:cubicBezTo>
                    <a:pt x="453" y="349"/>
                    <a:pt x="473" y="345"/>
                    <a:pt x="492" y="345"/>
                  </a:cubicBezTo>
                  <a:close/>
                  <a:moveTo>
                    <a:pt x="491" y="0"/>
                  </a:moveTo>
                  <a:cubicBezTo>
                    <a:pt x="220" y="0"/>
                    <a:pt x="0" y="220"/>
                    <a:pt x="0" y="491"/>
                  </a:cubicBezTo>
                  <a:lnTo>
                    <a:pt x="0" y="969"/>
                  </a:lnTo>
                  <a:cubicBezTo>
                    <a:pt x="0" y="1222"/>
                    <a:pt x="185" y="1443"/>
                    <a:pt x="435" y="1472"/>
                  </a:cubicBezTo>
                  <a:cubicBezTo>
                    <a:pt x="454" y="1474"/>
                    <a:pt x="473" y="1475"/>
                    <a:pt x="492" y="1475"/>
                  </a:cubicBezTo>
                  <a:cubicBezTo>
                    <a:pt x="763" y="1475"/>
                    <a:pt x="983" y="1254"/>
                    <a:pt x="983" y="984"/>
                  </a:cubicBezTo>
                  <a:lnTo>
                    <a:pt x="983" y="491"/>
                  </a:lnTo>
                  <a:cubicBezTo>
                    <a:pt x="984" y="220"/>
                    <a:pt x="763" y="0"/>
                    <a:pt x="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537;p65">
              <a:extLst>
                <a:ext uri="{FF2B5EF4-FFF2-40B4-BE49-F238E27FC236}">
                  <a16:creationId xmlns:a16="http://schemas.microsoft.com/office/drawing/2014/main" id="{BE4A81C3-A314-0D1D-BB3C-AC0552C21010}"/>
                </a:ext>
              </a:extLst>
            </p:cNvPr>
            <p:cNvSpPr/>
            <p:nvPr/>
          </p:nvSpPr>
          <p:spPr>
            <a:xfrm>
              <a:off x="5849502" y="3899507"/>
              <a:ext cx="37241" cy="55918"/>
            </a:xfrm>
            <a:custGeom>
              <a:avLst/>
              <a:gdLst/>
              <a:ahLst/>
              <a:cxnLst/>
              <a:rect l="l" t="t" r="r" b="b"/>
              <a:pathLst>
                <a:path w="983" h="1476" extrusionOk="0">
                  <a:moveTo>
                    <a:pt x="491" y="346"/>
                  </a:moveTo>
                  <a:cubicBezTo>
                    <a:pt x="564" y="346"/>
                    <a:pt x="621" y="404"/>
                    <a:pt x="621" y="477"/>
                  </a:cubicBezTo>
                  <a:lnTo>
                    <a:pt x="621" y="998"/>
                  </a:lnTo>
                  <a:cubicBezTo>
                    <a:pt x="621" y="1071"/>
                    <a:pt x="562" y="1129"/>
                    <a:pt x="491" y="1129"/>
                  </a:cubicBezTo>
                  <a:cubicBezTo>
                    <a:pt x="472" y="1129"/>
                    <a:pt x="452" y="1125"/>
                    <a:pt x="432" y="1116"/>
                  </a:cubicBezTo>
                  <a:cubicBezTo>
                    <a:pt x="388" y="1096"/>
                    <a:pt x="360" y="1049"/>
                    <a:pt x="360" y="1001"/>
                  </a:cubicBezTo>
                  <a:lnTo>
                    <a:pt x="360" y="474"/>
                  </a:lnTo>
                  <a:cubicBezTo>
                    <a:pt x="360" y="426"/>
                    <a:pt x="388" y="379"/>
                    <a:pt x="432" y="359"/>
                  </a:cubicBezTo>
                  <a:cubicBezTo>
                    <a:pt x="452" y="350"/>
                    <a:pt x="472" y="346"/>
                    <a:pt x="491" y="346"/>
                  </a:cubicBezTo>
                  <a:close/>
                  <a:moveTo>
                    <a:pt x="491" y="1"/>
                  </a:moveTo>
                  <a:cubicBezTo>
                    <a:pt x="219" y="1"/>
                    <a:pt x="0" y="220"/>
                    <a:pt x="0" y="492"/>
                  </a:cubicBezTo>
                  <a:lnTo>
                    <a:pt x="0" y="969"/>
                  </a:lnTo>
                  <a:cubicBezTo>
                    <a:pt x="0" y="1222"/>
                    <a:pt x="185" y="1443"/>
                    <a:pt x="435" y="1472"/>
                  </a:cubicBezTo>
                  <a:cubicBezTo>
                    <a:pt x="454" y="1474"/>
                    <a:pt x="472" y="1475"/>
                    <a:pt x="490" y="1475"/>
                  </a:cubicBezTo>
                  <a:cubicBezTo>
                    <a:pt x="761" y="1475"/>
                    <a:pt x="982" y="1255"/>
                    <a:pt x="982" y="984"/>
                  </a:cubicBezTo>
                  <a:lnTo>
                    <a:pt x="982" y="492"/>
                  </a:lnTo>
                  <a:cubicBezTo>
                    <a:pt x="983" y="220"/>
                    <a:pt x="762" y="1"/>
                    <a:pt x="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58;p65">
            <a:extLst>
              <a:ext uri="{FF2B5EF4-FFF2-40B4-BE49-F238E27FC236}">
                <a16:creationId xmlns:a16="http://schemas.microsoft.com/office/drawing/2014/main" id="{37F75865-1759-76F0-610A-C31F087913F7}"/>
              </a:ext>
            </a:extLst>
          </p:cNvPr>
          <p:cNvGrpSpPr/>
          <p:nvPr/>
        </p:nvGrpSpPr>
        <p:grpSpPr>
          <a:xfrm>
            <a:off x="841920" y="1551904"/>
            <a:ext cx="346923" cy="341145"/>
            <a:chOff x="7186804" y="1436452"/>
            <a:chExt cx="429502" cy="476631"/>
          </a:xfrm>
        </p:grpSpPr>
        <p:sp>
          <p:nvSpPr>
            <p:cNvPr id="29" name="Google Shape;2859;p65">
              <a:extLst>
                <a:ext uri="{FF2B5EF4-FFF2-40B4-BE49-F238E27FC236}">
                  <a16:creationId xmlns:a16="http://schemas.microsoft.com/office/drawing/2014/main" id="{A8B9A754-1F11-6986-2E88-937431D9CAB9}"/>
                </a:ext>
              </a:extLst>
            </p:cNvPr>
            <p:cNvSpPr/>
            <p:nvPr/>
          </p:nvSpPr>
          <p:spPr>
            <a:xfrm>
              <a:off x="7186804" y="1436452"/>
              <a:ext cx="340056" cy="476631"/>
            </a:xfrm>
            <a:custGeom>
              <a:avLst/>
              <a:gdLst/>
              <a:ahLst/>
              <a:cxnLst/>
              <a:rect l="l" t="t" r="r" b="b"/>
              <a:pathLst>
                <a:path w="8976" h="12581" extrusionOk="0">
                  <a:moveTo>
                    <a:pt x="6913" y="667"/>
                  </a:moveTo>
                  <a:lnTo>
                    <a:pt x="8389" y="2359"/>
                  </a:lnTo>
                  <a:lnTo>
                    <a:pt x="6913" y="2359"/>
                  </a:lnTo>
                  <a:lnTo>
                    <a:pt x="6913" y="667"/>
                  </a:lnTo>
                  <a:close/>
                  <a:moveTo>
                    <a:pt x="183" y="0"/>
                  </a:moveTo>
                  <a:cubicBezTo>
                    <a:pt x="82" y="0"/>
                    <a:pt x="0" y="83"/>
                    <a:pt x="0" y="183"/>
                  </a:cubicBezTo>
                  <a:lnTo>
                    <a:pt x="0" y="12400"/>
                  </a:lnTo>
                  <a:cubicBezTo>
                    <a:pt x="0" y="12500"/>
                    <a:pt x="82" y="12581"/>
                    <a:pt x="182" y="12581"/>
                  </a:cubicBezTo>
                  <a:lnTo>
                    <a:pt x="1858" y="12581"/>
                  </a:lnTo>
                  <a:cubicBezTo>
                    <a:pt x="1953" y="12581"/>
                    <a:pt x="2039" y="12512"/>
                    <a:pt x="2047" y="12418"/>
                  </a:cubicBezTo>
                  <a:cubicBezTo>
                    <a:pt x="2056" y="12311"/>
                    <a:pt x="1972" y="12222"/>
                    <a:pt x="1868" y="12222"/>
                  </a:cubicBezTo>
                  <a:lnTo>
                    <a:pt x="360" y="12222"/>
                  </a:lnTo>
                  <a:lnTo>
                    <a:pt x="360" y="360"/>
                  </a:lnTo>
                  <a:lnTo>
                    <a:pt x="6552" y="360"/>
                  </a:lnTo>
                  <a:lnTo>
                    <a:pt x="6552" y="2535"/>
                  </a:lnTo>
                  <a:cubicBezTo>
                    <a:pt x="6552" y="2636"/>
                    <a:pt x="6635" y="2719"/>
                    <a:pt x="6736" y="2719"/>
                  </a:cubicBezTo>
                  <a:lnTo>
                    <a:pt x="8617" y="2719"/>
                  </a:lnTo>
                  <a:lnTo>
                    <a:pt x="8617" y="12222"/>
                  </a:lnTo>
                  <a:lnTo>
                    <a:pt x="2768" y="12222"/>
                  </a:lnTo>
                  <a:cubicBezTo>
                    <a:pt x="2673" y="12222"/>
                    <a:pt x="2587" y="12291"/>
                    <a:pt x="2578" y="12385"/>
                  </a:cubicBezTo>
                  <a:cubicBezTo>
                    <a:pt x="2569" y="12492"/>
                    <a:pt x="2654" y="12581"/>
                    <a:pt x="2761" y="12581"/>
                  </a:cubicBezTo>
                  <a:lnTo>
                    <a:pt x="8793" y="12581"/>
                  </a:lnTo>
                  <a:cubicBezTo>
                    <a:pt x="8895" y="12581"/>
                    <a:pt x="8976" y="12499"/>
                    <a:pt x="8976" y="12398"/>
                  </a:cubicBezTo>
                  <a:lnTo>
                    <a:pt x="8976" y="2550"/>
                  </a:lnTo>
                  <a:cubicBezTo>
                    <a:pt x="8976" y="2505"/>
                    <a:pt x="8960" y="2462"/>
                    <a:pt x="8931" y="2430"/>
                  </a:cubicBezTo>
                  <a:lnTo>
                    <a:pt x="6868" y="63"/>
                  </a:lnTo>
                  <a:cubicBezTo>
                    <a:pt x="6832" y="22"/>
                    <a:pt x="6782" y="0"/>
                    <a:pt x="67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860;p65">
              <a:extLst>
                <a:ext uri="{FF2B5EF4-FFF2-40B4-BE49-F238E27FC236}">
                  <a16:creationId xmlns:a16="http://schemas.microsoft.com/office/drawing/2014/main" id="{106904E4-7AC0-DF7B-A38E-E8F10497DD22}"/>
                </a:ext>
              </a:extLst>
            </p:cNvPr>
            <p:cNvSpPr/>
            <p:nvPr/>
          </p:nvSpPr>
          <p:spPr>
            <a:xfrm>
              <a:off x="7306407" y="1594129"/>
              <a:ext cx="32581" cy="13639"/>
            </a:xfrm>
            <a:custGeom>
              <a:avLst/>
              <a:gdLst/>
              <a:ahLst/>
              <a:cxnLst/>
              <a:rect l="l" t="t" r="r" b="b"/>
              <a:pathLst>
                <a:path w="860" h="360" extrusionOk="0">
                  <a:moveTo>
                    <a:pt x="199" y="0"/>
                  </a:moveTo>
                  <a:cubicBezTo>
                    <a:pt x="104" y="0"/>
                    <a:pt x="19" y="69"/>
                    <a:pt x="10" y="164"/>
                  </a:cubicBezTo>
                  <a:cubicBezTo>
                    <a:pt x="1" y="269"/>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861;p65">
              <a:extLst>
                <a:ext uri="{FF2B5EF4-FFF2-40B4-BE49-F238E27FC236}">
                  <a16:creationId xmlns:a16="http://schemas.microsoft.com/office/drawing/2014/main" id="{A15C4727-EF01-BCD3-008F-E547BA9818B7}"/>
                </a:ext>
              </a:extLst>
            </p:cNvPr>
            <p:cNvSpPr/>
            <p:nvPr/>
          </p:nvSpPr>
          <p:spPr>
            <a:xfrm>
              <a:off x="7307430" y="1621369"/>
              <a:ext cx="132522" cy="13714"/>
            </a:xfrm>
            <a:custGeom>
              <a:avLst/>
              <a:gdLst/>
              <a:ahLst/>
              <a:cxnLst/>
              <a:rect l="l" t="t" r="r" b="b"/>
              <a:pathLst>
                <a:path w="3498" h="362" extrusionOk="0">
                  <a:moveTo>
                    <a:pt x="198" y="1"/>
                  </a:moveTo>
                  <a:cubicBezTo>
                    <a:pt x="103" y="1"/>
                    <a:pt x="18" y="70"/>
                    <a:pt x="10" y="164"/>
                  </a:cubicBezTo>
                  <a:cubicBezTo>
                    <a:pt x="0" y="272"/>
                    <a:pt x="84" y="361"/>
                    <a:pt x="189" y="361"/>
                  </a:cubicBezTo>
                  <a:lnTo>
                    <a:pt x="3299" y="361"/>
                  </a:lnTo>
                  <a:cubicBezTo>
                    <a:pt x="3396" y="361"/>
                    <a:pt x="3480" y="292"/>
                    <a:pt x="3488" y="198"/>
                  </a:cubicBezTo>
                  <a:cubicBezTo>
                    <a:pt x="3497" y="90"/>
                    <a:pt x="3413" y="1"/>
                    <a:pt x="33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862;p65">
              <a:extLst>
                <a:ext uri="{FF2B5EF4-FFF2-40B4-BE49-F238E27FC236}">
                  <a16:creationId xmlns:a16="http://schemas.microsoft.com/office/drawing/2014/main" id="{0178AB0F-A50C-5A63-75D7-F0B0BDACF587}"/>
                </a:ext>
              </a:extLst>
            </p:cNvPr>
            <p:cNvSpPr/>
            <p:nvPr/>
          </p:nvSpPr>
          <p:spPr>
            <a:xfrm>
              <a:off x="7356567" y="1594129"/>
              <a:ext cx="119186" cy="13639"/>
            </a:xfrm>
            <a:custGeom>
              <a:avLst/>
              <a:gdLst/>
              <a:ahLst/>
              <a:cxnLst/>
              <a:rect l="l" t="t" r="r" b="b"/>
              <a:pathLst>
                <a:path w="3146" h="360" extrusionOk="0">
                  <a:moveTo>
                    <a:pt x="199" y="0"/>
                  </a:moveTo>
                  <a:cubicBezTo>
                    <a:pt x="103" y="0"/>
                    <a:pt x="18" y="69"/>
                    <a:pt x="10" y="164"/>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863;p65">
              <a:extLst>
                <a:ext uri="{FF2B5EF4-FFF2-40B4-BE49-F238E27FC236}">
                  <a16:creationId xmlns:a16="http://schemas.microsoft.com/office/drawing/2014/main" id="{B2DCFBE5-924B-BEF1-E120-217FFF0F78DE}"/>
                </a:ext>
              </a:extLst>
            </p:cNvPr>
            <p:cNvSpPr/>
            <p:nvPr/>
          </p:nvSpPr>
          <p:spPr>
            <a:xfrm>
              <a:off x="7235941" y="1582764"/>
              <a:ext cx="59290" cy="52281"/>
            </a:xfrm>
            <a:custGeom>
              <a:avLst/>
              <a:gdLst/>
              <a:ahLst/>
              <a:cxnLst/>
              <a:rect l="l" t="t" r="r" b="b"/>
              <a:pathLst>
                <a:path w="1565" h="1380" extrusionOk="0">
                  <a:moveTo>
                    <a:pt x="1355" y="0"/>
                  </a:moveTo>
                  <a:cubicBezTo>
                    <a:pt x="1298" y="0"/>
                    <a:pt x="1241" y="27"/>
                    <a:pt x="1205" y="77"/>
                  </a:cubicBezTo>
                  <a:lnTo>
                    <a:pt x="623" y="894"/>
                  </a:lnTo>
                  <a:lnTo>
                    <a:pt x="350" y="564"/>
                  </a:lnTo>
                  <a:cubicBezTo>
                    <a:pt x="313" y="520"/>
                    <a:pt x="261" y="498"/>
                    <a:pt x="208" y="498"/>
                  </a:cubicBezTo>
                  <a:cubicBezTo>
                    <a:pt x="166" y="498"/>
                    <a:pt x="125" y="512"/>
                    <a:pt x="90" y="541"/>
                  </a:cubicBezTo>
                  <a:cubicBezTo>
                    <a:pt x="11" y="606"/>
                    <a:pt x="1" y="721"/>
                    <a:pt x="67" y="800"/>
                  </a:cubicBezTo>
                  <a:lnTo>
                    <a:pt x="493" y="1314"/>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29" y="11"/>
                    <a:pt x="1392" y="0"/>
                    <a:pt x="13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864;p65">
              <a:extLst>
                <a:ext uri="{FF2B5EF4-FFF2-40B4-BE49-F238E27FC236}">
                  <a16:creationId xmlns:a16="http://schemas.microsoft.com/office/drawing/2014/main" id="{490F5860-B5D5-BBE3-4ED9-BBFEDA67449A}"/>
                </a:ext>
              </a:extLst>
            </p:cNvPr>
            <p:cNvSpPr/>
            <p:nvPr/>
          </p:nvSpPr>
          <p:spPr>
            <a:xfrm>
              <a:off x="7306407" y="1667323"/>
              <a:ext cx="32581" cy="13639"/>
            </a:xfrm>
            <a:custGeom>
              <a:avLst/>
              <a:gdLst/>
              <a:ahLst/>
              <a:cxnLst/>
              <a:rect l="l" t="t" r="r" b="b"/>
              <a:pathLst>
                <a:path w="860" h="360" extrusionOk="0">
                  <a:moveTo>
                    <a:pt x="199" y="1"/>
                  </a:moveTo>
                  <a:cubicBezTo>
                    <a:pt x="104" y="1"/>
                    <a:pt x="19" y="70"/>
                    <a:pt x="10" y="164"/>
                  </a:cubicBezTo>
                  <a:cubicBezTo>
                    <a:pt x="1" y="271"/>
                    <a:pt x="85" y="360"/>
                    <a:pt x="189" y="360"/>
                  </a:cubicBezTo>
                  <a:lnTo>
                    <a:pt x="663" y="360"/>
                  </a:lnTo>
                  <a:cubicBezTo>
                    <a:pt x="758" y="360"/>
                    <a:pt x="843" y="291"/>
                    <a:pt x="851" y="197"/>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865;p65">
              <a:extLst>
                <a:ext uri="{FF2B5EF4-FFF2-40B4-BE49-F238E27FC236}">
                  <a16:creationId xmlns:a16="http://schemas.microsoft.com/office/drawing/2014/main" id="{AE39CE16-0423-1624-BBE1-6227350625D1}"/>
                </a:ext>
              </a:extLst>
            </p:cNvPr>
            <p:cNvSpPr/>
            <p:nvPr/>
          </p:nvSpPr>
          <p:spPr>
            <a:xfrm>
              <a:off x="7307430" y="1694638"/>
              <a:ext cx="132484" cy="13676"/>
            </a:xfrm>
            <a:custGeom>
              <a:avLst/>
              <a:gdLst/>
              <a:ahLst/>
              <a:cxnLst/>
              <a:rect l="l" t="t" r="r" b="b"/>
              <a:pathLst>
                <a:path w="3497" h="361" extrusionOk="0">
                  <a:moveTo>
                    <a:pt x="198" y="0"/>
                  </a:moveTo>
                  <a:cubicBezTo>
                    <a:pt x="103" y="0"/>
                    <a:pt x="18" y="70"/>
                    <a:pt x="10" y="165"/>
                  </a:cubicBezTo>
                  <a:cubicBezTo>
                    <a:pt x="0" y="270"/>
                    <a:pt x="84" y="361"/>
                    <a:pt x="189" y="361"/>
                  </a:cubicBezTo>
                  <a:lnTo>
                    <a:pt x="3298" y="361"/>
                  </a:lnTo>
                  <a:cubicBezTo>
                    <a:pt x="3393" y="361"/>
                    <a:pt x="3479" y="291"/>
                    <a:pt x="3487" y="197"/>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866;p65">
              <a:extLst>
                <a:ext uri="{FF2B5EF4-FFF2-40B4-BE49-F238E27FC236}">
                  <a16:creationId xmlns:a16="http://schemas.microsoft.com/office/drawing/2014/main" id="{B01623DB-B85A-B45C-5086-D17A59F47ECF}"/>
                </a:ext>
              </a:extLst>
            </p:cNvPr>
            <p:cNvSpPr/>
            <p:nvPr/>
          </p:nvSpPr>
          <p:spPr>
            <a:xfrm>
              <a:off x="7356529" y="1667323"/>
              <a:ext cx="119224" cy="13639"/>
            </a:xfrm>
            <a:custGeom>
              <a:avLst/>
              <a:gdLst/>
              <a:ahLst/>
              <a:cxnLst/>
              <a:rect l="l" t="t" r="r" b="b"/>
              <a:pathLst>
                <a:path w="3147" h="360" extrusionOk="0">
                  <a:moveTo>
                    <a:pt x="199" y="1"/>
                  </a:moveTo>
                  <a:cubicBezTo>
                    <a:pt x="102" y="1"/>
                    <a:pt x="17" y="70"/>
                    <a:pt x="10" y="164"/>
                  </a:cubicBezTo>
                  <a:cubicBezTo>
                    <a:pt x="1" y="271"/>
                    <a:pt x="84" y="360"/>
                    <a:pt x="189" y="360"/>
                  </a:cubicBezTo>
                  <a:lnTo>
                    <a:pt x="2949" y="360"/>
                  </a:lnTo>
                  <a:cubicBezTo>
                    <a:pt x="3044" y="360"/>
                    <a:pt x="3129" y="291"/>
                    <a:pt x="3138" y="197"/>
                  </a:cubicBezTo>
                  <a:cubicBezTo>
                    <a:pt x="3147" y="90"/>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867;p65">
              <a:extLst>
                <a:ext uri="{FF2B5EF4-FFF2-40B4-BE49-F238E27FC236}">
                  <a16:creationId xmlns:a16="http://schemas.microsoft.com/office/drawing/2014/main" id="{5FDFF6F1-F009-45DE-9AAC-2A9298513781}"/>
                </a:ext>
              </a:extLst>
            </p:cNvPr>
            <p:cNvSpPr/>
            <p:nvPr/>
          </p:nvSpPr>
          <p:spPr>
            <a:xfrm>
              <a:off x="7235941" y="1656602"/>
              <a:ext cx="59290" cy="52281"/>
            </a:xfrm>
            <a:custGeom>
              <a:avLst/>
              <a:gdLst/>
              <a:ahLst/>
              <a:cxnLst/>
              <a:rect l="l" t="t" r="r" b="b"/>
              <a:pathLst>
                <a:path w="1565" h="1380" extrusionOk="0">
                  <a:moveTo>
                    <a:pt x="1356" y="1"/>
                  </a:moveTo>
                  <a:cubicBezTo>
                    <a:pt x="1298" y="1"/>
                    <a:pt x="1241" y="27"/>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868;p65">
              <a:extLst>
                <a:ext uri="{FF2B5EF4-FFF2-40B4-BE49-F238E27FC236}">
                  <a16:creationId xmlns:a16="http://schemas.microsoft.com/office/drawing/2014/main" id="{396C197E-7D87-113F-CCE5-A20F0BA36CCB}"/>
                </a:ext>
              </a:extLst>
            </p:cNvPr>
            <p:cNvSpPr/>
            <p:nvPr/>
          </p:nvSpPr>
          <p:spPr>
            <a:xfrm>
              <a:off x="7306407" y="1740593"/>
              <a:ext cx="32581" cy="13676"/>
            </a:xfrm>
            <a:custGeom>
              <a:avLst/>
              <a:gdLst/>
              <a:ahLst/>
              <a:cxnLst/>
              <a:rect l="l" t="t" r="r" b="b"/>
              <a:pathLst>
                <a:path w="860" h="361" extrusionOk="0">
                  <a:moveTo>
                    <a:pt x="199" y="0"/>
                  </a:moveTo>
                  <a:cubicBezTo>
                    <a:pt x="104" y="0"/>
                    <a:pt x="19" y="69"/>
                    <a:pt x="10" y="163"/>
                  </a:cubicBezTo>
                  <a:cubicBezTo>
                    <a:pt x="1" y="271"/>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869;p65">
              <a:extLst>
                <a:ext uri="{FF2B5EF4-FFF2-40B4-BE49-F238E27FC236}">
                  <a16:creationId xmlns:a16="http://schemas.microsoft.com/office/drawing/2014/main" id="{26B173BD-4547-E5CA-49AF-66CD9BFCBC60}"/>
                </a:ext>
              </a:extLst>
            </p:cNvPr>
            <p:cNvSpPr/>
            <p:nvPr/>
          </p:nvSpPr>
          <p:spPr>
            <a:xfrm>
              <a:off x="7307430" y="1769158"/>
              <a:ext cx="132484" cy="13676"/>
            </a:xfrm>
            <a:custGeom>
              <a:avLst/>
              <a:gdLst/>
              <a:ahLst/>
              <a:cxnLst/>
              <a:rect l="l" t="t" r="r" b="b"/>
              <a:pathLst>
                <a:path w="3497" h="361" extrusionOk="0">
                  <a:moveTo>
                    <a:pt x="198" y="0"/>
                  </a:moveTo>
                  <a:cubicBezTo>
                    <a:pt x="103" y="0"/>
                    <a:pt x="18" y="69"/>
                    <a:pt x="10" y="164"/>
                  </a:cubicBezTo>
                  <a:cubicBezTo>
                    <a:pt x="0" y="269"/>
                    <a:pt x="84" y="360"/>
                    <a:pt x="189" y="360"/>
                  </a:cubicBezTo>
                  <a:lnTo>
                    <a:pt x="3298" y="360"/>
                  </a:lnTo>
                  <a:cubicBezTo>
                    <a:pt x="3393" y="360"/>
                    <a:pt x="3479" y="290"/>
                    <a:pt x="3487" y="196"/>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870;p65">
              <a:extLst>
                <a:ext uri="{FF2B5EF4-FFF2-40B4-BE49-F238E27FC236}">
                  <a16:creationId xmlns:a16="http://schemas.microsoft.com/office/drawing/2014/main" id="{C97F5CAB-92F1-DAA8-0A9F-B1302CA955ED}"/>
                </a:ext>
              </a:extLst>
            </p:cNvPr>
            <p:cNvSpPr/>
            <p:nvPr/>
          </p:nvSpPr>
          <p:spPr>
            <a:xfrm>
              <a:off x="7356567" y="1740593"/>
              <a:ext cx="119186" cy="13676"/>
            </a:xfrm>
            <a:custGeom>
              <a:avLst/>
              <a:gdLst/>
              <a:ahLst/>
              <a:cxnLst/>
              <a:rect l="l" t="t" r="r" b="b"/>
              <a:pathLst>
                <a:path w="3146" h="361" extrusionOk="0">
                  <a:moveTo>
                    <a:pt x="199" y="0"/>
                  </a:moveTo>
                  <a:cubicBezTo>
                    <a:pt x="103" y="0"/>
                    <a:pt x="18" y="69"/>
                    <a:pt x="10" y="163"/>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871;p65">
              <a:extLst>
                <a:ext uri="{FF2B5EF4-FFF2-40B4-BE49-F238E27FC236}">
                  <a16:creationId xmlns:a16="http://schemas.microsoft.com/office/drawing/2014/main" id="{4441BF83-2A73-7827-270C-5E1279593B7B}"/>
                </a:ext>
              </a:extLst>
            </p:cNvPr>
            <p:cNvSpPr/>
            <p:nvPr/>
          </p:nvSpPr>
          <p:spPr>
            <a:xfrm>
              <a:off x="7235941" y="1730402"/>
              <a:ext cx="59290" cy="52281"/>
            </a:xfrm>
            <a:custGeom>
              <a:avLst/>
              <a:gdLst/>
              <a:ahLst/>
              <a:cxnLst/>
              <a:rect l="l" t="t" r="r" b="b"/>
              <a:pathLst>
                <a:path w="1565" h="1380" extrusionOk="0">
                  <a:moveTo>
                    <a:pt x="1356" y="1"/>
                  </a:moveTo>
                  <a:cubicBezTo>
                    <a:pt x="1298" y="1"/>
                    <a:pt x="1241" y="28"/>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872;p65">
              <a:extLst>
                <a:ext uri="{FF2B5EF4-FFF2-40B4-BE49-F238E27FC236}">
                  <a16:creationId xmlns:a16="http://schemas.microsoft.com/office/drawing/2014/main" id="{093838A0-1C03-330B-F85E-C2A599D9ECDC}"/>
                </a:ext>
              </a:extLst>
            </p:cNvPr>
            <p:cNvSpPr/>
            <p:nvPr/>
          </p:nvSpPr>
          <p:spPr>
            <a:xfrm>
              <a:off x="7306407" y="1815037"/>
              <a:ext cx="32581" cy="13714"/>
            </a:xfrm>
            <a:custGeom>
              <a:avLst/>
              <a:gdLst/>
              <a:ahLst/>
              <a:cxnLst/>
              <a:rect l="l" t="t" r="r" b="b"/>
              <a:pathLst>
                <a:path w="860" h="362" extrusionOk="0">
                  <a:moveTo>
                    <a:pt x="199" y="1"/>
                  </a:moveTo>
                  <a:cubicBezTo>
                    <a:pt x="104" y="1"/>
                    <a:pt x="19" y="71"/>
                    <a:pt x="10" y="165"/>
                  </a:cubicBezTo>
                  <a:cubicBezTo>
                    <a:pt x="1" y="271"/>
                    <a:pt x="85" y="361"/>
                    <a:pt x="189" y="361"/>
                  </a:cubicBezTo>
                  <a:lnTo>
                    <a:pt x="663" y="361"/>
                  </a:lnTo>
                  <a:cubicBezTo>
                    <a:pt x="758" y="361"/>
                    <a:pt x="843" y="292"/>
                    <a:pt x="851" y="198"/>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873;p65">
              <a:extLst>
                <a:ext uri="{FF2B5EF4-FFF2-40B4-BE49-F238E27FC236}">
                  <a16:creationId xmlns:a16="http://schemas.microsoft.com/office/drawing/2014/main" id="{57FCFD05-2331-7215-C0EA-916608E41370}"/>
                </a:ext>
              </a:extLst>
            </p:cNvPr>
            <p:cNvSpPr/>
            <p:nvPr/>
          </p:nvSpPr>
          <p:spPr>
            <a:xfrm>
              <a:off x="7307430" y="1842352"/>
              <a:ext cx="132484" cy="13676"/>
            </a:xfrm>
            <a:custGeom>
              <a:avLst/>
              <a:gdLst/>
              <a:ahLst/>
              <a:cxnLst/>
              <a:rect l="l" t="t" r="r" b="b"/>
              <a:pathLst>
                <a:path w="3497" h="361" extrusionOk="0">
                  <a:moveTo>
                    <a:pt x="198" y="1"/>
                  </a:moveTo>
                  <a:cubicBezTo>
                    <a:pt x="103" y="1"/>
                    <a:pt x="18" y="70"/>
                    <a:pt x="10" y="164"/>
                  </a:cubicBezTo>
                  <a:cubicBezTo>
                    <a:pt x="0" y="272"/>
                    <a:pt x="84" y="361"/>
                    <a:pt x="189" y="361"/>
                  </a:cubicBezTo>
                  <a:lnTo>
                    <a:pt x="3298" y="361"/>
                  </a:lnTo>
                  <a:cubicBezTo>
                    <a:pt x="3393" y="361"/>
                    <a:pt x="3479" y="291"/>
                    <a:pt x="3487" y="196"/>
                  </a:cubicBezTo>
                  <a:cubicBezTo>
                    <a:pt x="3496" y="90"/>
                    <a:pt x="3412" y="1"/>
                    <a:pt x="33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874;p65">
              <a:extLst>
                <a:ext uri="{FF2B5EF4-FFF2-40B4-BE49-F238E27FC236}">
                  <a16:creationId xmlns:a16="http://schemas.microsoft.com/office/drawing/2014/main" id="{A4803BE8-43D4-F18C-AD57-75809C4B6866}"/>
                </a:ext>
              </a:extLst>
            </p:cNvPr>
            <p:cNvSpPr/>
            <p:nvPr/>
          </p:nvSpPr>
          <p:spPr>
            <a:xfrm>
              <a:off x="7356529" y="1814999"/>
              <a:ext cx="119224" cy="13714"/>
            </a:xfrm>
            <a:custGeom>
              <a:avLst/>
              <a:gdLst/>
              <a:ahLst/>
              <a:cxnLst/>
              <a:rect l="l" t="t" r="r" b="b"/>
              <a:pathLst>
                <a:path w="3147" h="362" extrusionOk="0">
                  <a:moveTo>
                    <a:pt x="199" y="1"/>
                  </a:moveTo>
                  <a:cubicBezTo>
                    <a:pt x="102" y="1"/>
                    <a:pt x="17" y="70"/>
                    <a:pt x="10" y="164"/>
                  </a:cubicBezTo>
                  <a:cubicBezTo>
                    <a:pt x="1" y="272"/>
                    <a:pt x="84" y="361"/>
                    <a:pt x="189" y="361"/>
                  </a:cubicBezTo>
                  <a:lnTo>
                    <a:pt x="2949" y="361"/>
                  </a:lnTo>
                  <a:cubicBezTo>
                    <a:pt x="3044" y="361"/>
                    <a:pt x="3129" y="292"/>
                    <a:pt x="3138" y="198"/>
                  </a:cubicBezTo>
                  <a:cubicBezTo>
                    <a:pt x="3147" y="91"/>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875;p65">
              <a:extLst>
                <a:ext uri="{FF2B5EF4-FFF2-40B4-BE49-F238E27FC236}">
                  <a16:creationId xmlns:a16="http://schemas.microsoft.com/office/drawing/2014/main" id="{5E291AD8-8311-4D69-C2C8-73EA668FE938}"/>
                </a:ext>
              </a:extLst>
            </p:cNvPr>
            <p:cNvSpPr/>
            <p:nvPr/>
          </p:nvSpPr>
          <p:spPr>
            <a:xfrm>
              <a:off x="7236055" y="1813711"/>
              <a:ext cx="43227" cy="42810"/>
            </a:xfrm>
            <a:custGeom>
              <a:avLst/>
              <a:gdLst/>
              <a:ahLst/>
              <a:cxnLst/>
              <a:rect l="l" t="t" r="r" b="b"/>
              <a:pathLst>
                <a:path w="1141" h="1130" extrusionOk="0">
                  <a:moveTo>
                    <a:pt x="939" y="0"/>
                  </a:moveTo>
                  <a:cubicBezTo>
                    <a:pt x="890" y="0"/>
                    <a:pt x="842" y="19"/>
                    <a:pt x="805" y="57"/>
                  </a:cubicBezTo>
                  <a:lnTo>
                    <a:pt x="572" y="301"/>
                  </a:lnTo>
                  <a:lnTo>
                    <a:pt x="337" y="57"/>
                  </a:lnTo>
                  <a:cubicBezTo>
                    <a:pt x="301" y="19"/>
                    <a:pt x="253" y="1"/>
                    <a:pt x="204" y="1"/>
                  </a:cubicBezTo>
                  <a:cubicBezTo>
                    <a:pt x="158" y="1"/>
                    <a:pt x="112" y="18"/>
                    <a:pt x="76" y="52"/>
                  </a:cubicBezTo>
                  <a:cubicBezTo>
                    <a:pt x="3" y="123"/>
                    <a:pt x="2" y="239"/>
                    <a:pt x="71" y="312"/>
                  </a:cubicBezTo>
                  <a:lnTo>
                    <a:pt x="315" y="565"/>
                  </a:lnTo>
                  <a:lnTo>
                    <a:pt x="71" y="818"/>
                  </a:lnTo>
                  <a:cubicBezTo>
                    <a:pt x="1" y="892"/>
                    <a:pt x="3" y="1008"/>
                    <a:pt x="76" y="1078"/>
                  </a:cubicBezTo>
                  <a:cubicBezTo>
                    <a:pt x="112" y="1113"/>
                    <a:pt x="158" y="1129"/>
                    <a:pt x="205" y="1129"/>
                  </a:cubicBezTo>
                  <a:cubicBezTo>
                    <a:pt x="253" y="1129"/>
                    <a:pt x="302" y="1112"/>
                    <a:pt x="337" y="1073"/>
                  </a:cubicBezTo>
                  <a:lnTo>
                    <a:pt x="572" y="830"/>
                  </a:lnTo>
                  <a:lnTo>
                    <a:pt x="805" y="1073"/>
                  </a:lnTo>
                  <a:cubicBezTo>
                    <a:pt x="842" y="1111"/>
                    <a:pt x="889" y="1129"/>
                    <a:pt x="938" y="1129"/>
                  </a:cubicBezTo>
                  <a:cubicBezTo>
                    <a:pt x="983" y="1129"/>
                    <a:pt x="1029" y="1113"/>
                    <a:pt x="1066" y="1078"/>
                  </a:cubicBezTo>
                  <a:cubicBezTo>
                    <a:pt x="1139" y="1008"/>
                    <a:pt x="1140" y="891"/>
                    <a:pt x="1071" y="818"/>
                  </a:cubicBezTo>
                  <a:lnTo>
                    <a:pt x="827" y="565"/>
                  </a:lnTo>
                  <a:lnTo>
                    <a:pt x="1071" y="312"/>
                  </a:lnTo>
                  <a:cubicBezTo>
                    <a:pt x="1140" y="238"/>
                    <a:pt x="1139" y="122"/>
                    <a:pt x="1066" y="52"/>
                  </a:cubicBezTo>
                  <a:cubicBezTo>
                    <a:pt x="1030" y="18"/>
                    <a:pt x="984" y="0"/>
                    <a:pt x="9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876;p65">
              <a:extLst>
                <a:ext uri="{FF2B5EF4-FFF2-40B4-BE49-F238E27FC236}">
                  <a16:creationId xmlns:a16="http://schemas.microsoft.com/office/drawing/2014/main" id="{2A292D61-9847-194B-E6B8-89419CAC15CA}"/>
                </a:ext>
              </a:extLst>
            </p:cNvPr>
            <p:cNvSpPr/>
            <p:nvPr/>
          </p:nvSpPr>
          <p:spPr>
            <a:xfrm>
              <a:off x="7549212" y="1528664"/>
              <a:ext cx="67094" cy="383737"/>
            </a:xfrm>
            <a:custGeom>
              <a:avLst/>
              <a:gdLst/>
              <a:ahLst/>
              <a:cxnLst/>
              <a:rect l="l" t="t" r="r" b="b"/>
              <a:pathLst>
                <a:path w="1771" h="10129" extrusionOk="0">
                  <a:moveTo>
                    <a:pt x="591" y="369"/>
                  </a:moveTo>
                  <a:cubicBezTo>
                    <a:pt x="718" y="369"/>
                    <a:pt x="821" y="469"/>
                    <a:pt x="821" y="592"/>
                  </a:cubicBezTo>
                  <a:lnTo>
                    <a:pt x="821" y="1236"/>
                  </a:lnTo>
                  <a:lnTo>
                    <a:pt x="362" y="1236"/>
                  </a:lnTo>
                  <a:lnTo>
                    <a:pt x="362" y="599"/>
                  </a:lnTo>
                  <a:cubicBezTo>
                    <a:pt x="362" y="501"/>
                    <a:pt x="424" y="410"/>
                    <a:pt x="518" y="380"/>
                  </a:cubicBezTo>
                  <a:cubicBezTo>
                    <a:pt x="543" y="373"/>
                    <a:pt x="568" y="369"/>
                    <a:pt x="591" y="369"/>
                  </a:cubicBezTo>
                  <a:close/>
                  <a:moveTo>
                    <a:pt x="732" y="9099"/>
                  </a:moveTo>
                  <a:lnTo>
                    <a:pt x="596" y="9448"/>
                  </a:lnTo>
                  <a:lnTo>
                    <a:pt x="459" y="9099"/>
                  </a:lnTo>
                  <a:close/>
                  <a:moveTo>
                    <a:pt x="592" y="1"/>
                  </a:moveTo>
                  <a:cubicBezTo>
                    <a:pt x="267" y="1"/>
                    <a:pt x="1" y="265"/>
                    <a:pt x="1" y="590"/>
                  </a:cubicBezTo>
                  <a:lnTo>
                    <a:pt x="1" y="2234"/>
                  </a:lnTo>
                  <a:cubicBezTo>
                    <a:pt x="1" y="2331"/>
                    <a:pt x="70" y="2415"/>
                    <a:pt x="164" y="2423"/>
                  </a:cubicBezTo>
                  <a:cubicBezTo>
                    <a:pt x="170" y="2423"/>
                    <a:pt x="175" y="2423"/>
                    <a:pt x="181" y="2423"/>
                  </a:cubicBezTo>
                  <a:cubicBezTo>
                    <a:pt x="281" y="2423"/>
                    <a:pt x="361" y="2343"/>
                    <a:pt x="361" y="2244"/>
                  </a:cubicBezTo>
                  <a:lnTo>
                    <a:pt x="361" y="1594"/>
                  </a:lnTo>
                  <a:lnTo>
                    <a:pt x="819" y="1594"/>
                  </a:lnTo>
                  <a:lnTo>
                    <a:pt x="819" y="8737"/>
                  </a:lnTo>
                  <a:lnTo>
                    <a:pt x="361" y="8737"/>
                  </a:lnTo>
                  <a:lnTo>
                    <a:pt x="361" y="3101"/>
                  </a:lnTo>
                  <a:cubicBezTo>
                    <a:pt x="361" y="3006"/>
                    <a:pt x="292" y="2920"/>
                    <a:pt x="198" y="2912"/>
                  </a:cubicBezTo>
                  <a:cubicBezTo>
                    <a:pt x="192" y="2911"/>
                    <a:pt x="187" y="2911"/>
                    <a:pt x="181" y="2911"/>
                  </a:cubicBezTo>
                  <a:cubicBezTo>
                    <a:pt x="81" y="2911"/>
                    <a:pt x="1" y="2993"/>
                    <a:pt x="1" y="3095"/>
                  </a:cubicBezTo>
                  <a:lnTo>
                    <a:pt x="1" y="8909"/>
                  </a:lnTo>
                  <a:lnTo>
                    <a:pt x="1" y="8910"/>
                  </a:lnTo>
                  <a:cubicBezTo>
                    <a:pt x="1" y="8931"/>
                    <a:pt x="5" y="8953"/>
                    <a:pt x="12" y="8973"/>
                  </a:cubicBezTo>
                  <a:cubicBezTo>
                    <a:pt x="12" y="8974"/>
                    <a:pt x="419" y="10010"/>
                    <a:pt x="420" y="10014"/>
                  </a:cubicBezTo>
                  <a:cubicBezTo>
                    <a:pt x="450" y="10091"/>
                    <a:pt x="520" y="10129"/>
                    <a:pt x="591" y="10129"/>
                  </a:cubicBezTo>
                  <a:cubicBezTo>
                    <a:pt x="662" y="10129"/>
                    <a:pt x="733" y="10091"/>
                    <a:pt x="763" y="10014"/>
                  </a:cubicBezTo>
                  <a:cubicBezTo>
                    <a:pt x="763" y="10014"/>
                    <a:pt x="1168" y="8977"/>
                    <a:pt x="1168" y="8976"/>
                  </a:cubicBezTo>
                  <a:cubicBezTo>
                    <a:pt x="1177" y="8955"/>
                    <a:pt x="1182" y="8931"/>
                    <a:pt x="1182" y="8909"/>
                  </a:cubicBezTo>
                  <a:lnTo>
                    <a:pt x="1182" y="1594"/>
                  </a:lnTo>
                  <a:lnTo>
                    <a:pt x="1410" y="1594"/>
                  </a:lnTo>
                  <a:lnTo>
                    <a:pt x="1410" y="4081"/>
                  </a:lnTo>
                  <a:cubicBezTo>
                    <a:pt x="1410" y="4176"/>
                    <a:pt x="1481" y="4261"/>
                    <a:pt x="1575" y="4269"/>
                  </a:cubicBezTo>
                  <a:cubicBezTo>
                    <a:pt x="1580" y="4270"/>
                    <a:pt x="1586" y="4270"/>
                    <a:pt x="1591" y="4270"/>
                  </a:cubicBezTo>
                  <a:cubicBezTo>
                    <a:pt x="1691" y="4270"/>
                    <a:pt x="1771" y="4189"/>
                    <a:pt x="1771" y="4090"/>
                  </a:cubicBezTo>
                  <a:lnTo>
                    <a:pt x="1771" y="1414"/>
                  </a:lnTo>
                  <a:cubicBezTo>
                    <a:pt x="1771" y="1317"/>
                    <a:pt x="1690" y="1236"/>
                    <a:pt x="1590" y="1236"/>
                  </a:cubicBezTo>
                  <a:lnTo>
                    <a:pt x="1180" y="1236"/>
                  </a:lnTo>
                  <a:lnTo>
                    <a:pt x="1180" y="605"/>
                  </a:lnTo>
                  <a:cubicBezTo>
                    <a:pt x="1180" y="299"/>
                    <a:pt x="952" y="32"/>
                    <a:pt x="646" y="3"/>
                  </a:cubicBezTo>
                  <a:cubicBezTo>
                    <a:pt x="628" y="2"/>
                    <a:pt x="609" y="1"/>
                    <a:pt x="5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Subtitle 47">
            <a:extLst>
              <a:ext uri="{FF2B5EF4-FFF2-40B4-BE49-F238E27FC236}">
                <a16:creationId xmlns:a16="http://schemas.microsoft.com/office/drawing/2014/main" id="{A9CD6E71-4F88-D45E-974A-519C859D7C4B}"/>
              </a:ext>
            </a:extLst>
          </p:cNvPr>
          <p:cNvSpPr>
            <a:spLocks noGrp="1"/>
          </p:cNvSpPr>
          <p:nvPr>
            <p:ph type="subTitle" idx="2"/>
          </p:nvPr>
        </p:nvSpPr>
        <p:spPr>
          <a:xfrm>
            <a:off x="652881" y="2438074"/>
            <a:ext cx="2340300" cy="1320600"/>
          </a:xfrm>
        </p:spPr>
        <p:txBody>
          <a:bodyPr/>
          <a:lstStyle/>
          <a:p>
            <a:r>
              <a:rPr lang="pt-BR" dirty="0"/>
              <a:t>A → B, C, D  </a:t>
            </a:r>
          </a:p>
          <a:p>
            <a:r>
              <a:rPr lang="pt-BR" dirty="0"/>
              <a:t>B → A, D  </a:t>
            </a:r>
          </a:p>
          <a:p>
            <a:r>
              <a:rPr lang="pt-BR" dirty="0"/>
              <a:t>C → A, D  </a:t>
            </a:r>
          </a:p>
          <a:p>
            <a:r>
              <a:rPr lang="pt-BR" dirty="0"/>
              <a:t>D → A, B, C, E  </a:t>
            </a:r>
          </a:p>
          <a:p>
            <a:r>
              <a:rPr lang="pt-BR" dirty="0"/>
              <a:t>E → D </a:t>
            </a:r>
            <a:endParaRPr lang="en-US" dirty="0"/>
          </a:p>
        </p:txBody>
      </p:sp>
      <p:graphicFrame>
        <p:nvGraphicFramePr>
          <p:cNvPr id="57" name="Table 56">
            <a:extLst>
              <a:ext uri="{FF2B5EF4-FFF2-40B4-BE49-F238E27FC236}">
                <a16:creationId xmlns:a16="http://schemas.microsoft.com/office/drawing/2014/main" id="{7CC15EE9-F18D-AEE5-6C78-37DFC51A4BE3}"/>
              </a:ext>
            </a:extLst>
          </p:cNvPr>
          <p:cNvGraphicFramePr>
            <a:graphicFrameLocks noGrp="1"/>
          </p:cNvGraphicFramePr>
          <p:nvPr>
            <p:extLst>
              <p:ext uri="{D42A27DB-BD31-4B8C-83A1-F6EECF244321}">
                <p14:modId xmlns:p14="http://schemas.microsoft.com/office/powerpoint/2010/main" val="1489958529"/>
              </p:ext>
            </p:extLst>
          </p:nvPr>
        </p:nvGraphicFramePr>
        <p:xfrm>
          <a:off x="3515800" y="2435088"/>
          <a:ext cx="2548566" cy="1828800"/>
        </p:xfrm>
        <a:graphic>
          <a:graphicData uri="http://schemas.openxmlformats.org/drawingml/2006/table">
            <a:tbl>
              <a:tblPr firstRow="1" bandRow="1">
                <a:tableStyleId>{6EFE41DD-7E56-40D3-B7D3-4092E75CE94B}</a:tableStyleId>
              </a:tblPr>
              <a:tblGrid>
                <a:gridCol w="424761">
                  <a:extLst>
                    <a:ext uri="{9D8B030D-6E8A-4147-A177-3AD203B41FA5}">
                      <a16:colId xmlns:a16="http://schemas.microsoft.com/office/drawing/2014/main" val="3687525483"/>
                    </a:ext>
                  </a:extLst>
                </a:gridCol>
                <a:gridCol w="424761">
                  <a:extLst>
                    <a:ext uri="{9D8B030D-6E8A-4147-A177-3AD203B41FA5}">
                      <a16:colId xmlns:a16="http://schemas.microsoft.com/office/drawing/2014/main" val="824336047"/>
                    </a:ext>
                  </a:extLst>
                </a:gridCol>
                <a:gridCol w="424761">
                  <a:extLst>
                    <a:ext uri="{9D8B030D-6E8A-4147-A177-3AD203B41FA5}">
                      <a16:colId xmlns:a16="http://schemas.microsoft.com/office/drawing/2014/main" val="1762109240"/>
                    </a:ext>
                  </a:extLst>
                </a:gridCol>
                <a:gridCol w="424761">
                  <a:extLst>
                    <a:ext uri="{9D8B030D-6E8A-4147-A177-3AD203B41FA5}">
                      <a16:colId xmlns:a16="http://schemas.microsoft.com/office/drawing/2014/main" val="1228451847"/>
                    </a:ext>
                  </a:extLst>
                </a:gridCol>
                <a:gridCol w="424761">
                  <a:extLst>
                    <a:ext uri="{9D8B030D-6E8A-4147-A177-3AD203B41FA5}">
                      <a16:colId xmlns:a16="http://schemas.microsoft.com/office/drawing/2014/main" val="2538520138"/>
                    </a:ext>
                  </a:extLst>
                </a:gridCol>
                <a:gridCol w="424761">
                  <a:extLst>
                    <a:ext uri="{9D8B030D-6E8A-4147-A177-3AD203B41FA5}">
                      <a16:colId xmlns:a16="http://schemas.microsoft.com/office/drawing/2014/main" val="3057223066"/>
                    </a:ext>
                  </a:extLst>
                </a:gridCol>
              </a:tblGrid>
              <a:tr h="257935">
                <a:tc>
                  <a:txBody>
                    <a:bodyPr/>
                    <a:lstStyle/>
                    <a:p>
                      <a:endParaRPr lang="en-US" dirty="0"/>
                    </a:p>
                  </a:txBody>
                  <a:tcPr/>
                </a:tc>
                <a:tc>
                  <a:txBody>
                    <a:bodyPr/>
                    <a:lstStyle/>
                    <a:p>
                      <a:r>
                        <a:rPr lang="en-US" dirty="0"/>
                        <a:t>A</a:t>
                      </a:r>
                    </a:p>
                  </a:txBody>
                  <a:tcPr/>
                </a:tc>
                <a:tc>
                  <a:txBody>
                    <a:bodyPr/>
                    <a:lstStyle/>
                    <a:p>
                      <a:r>
                        <a:rPr lang="en-US" dirty="0"/>
                        <a:t>B</a:t>
                      </a:r>
                    </a:p>
                  </a:txBody>
                  <a:tcPr/>
                </a:tc>
                <a:tc>
                  <a:txBody>
                    <a:bodyPr/>
                    <a:lstStyle/>
                    <a:p>
                      <a:r>
                        <a:rPr lang="en-US" dirty="0"/>
                        <a:t>C</a:t>
                      </a:r>
                    </a:p>
                  </a:txBody>
                  <a:tcPr/>
                </a:tc>
                <a:tc>
                  <a:txBody>
                    <a:bodyPr/>
                    <a:lstStyle/>
                    <a:p>
                      <a:r>
                        <a:rPr lang="en-US" dirty="0"/>
                        <a:t>D</a:t>
                      </a:r>
                    </a:p>
                  </a:txBody>
                  <a:tcPr/>
                </a:tc>
                <a:tc>
                  <a:txBody>
                    <a:bodyPr/>
                    <a:lstStyle/>
                    <a:p>
                      <a:r>
                        <a:rPr lang="en-US" dirty="0"/>
                        <a:t>E</a:t>
                      </a:r>
                    </a:p>
                  </a:txBody>
                  <a:tcPr/>
                </a:tc>
                <a:extLst>
                  <a:ext uri="{0D108BD9-81ED-4DB2-BD59-A6C34878D82A}">
                    <a16:rowId xmlns:a16="http://schemas.microsoft.com/office/drawing/2014/main" val="1157280274"/>
                  </a:ext>
                </a:extLst>
              </a:tr>
              <a:tr h="257935">
                <a:tc>
                  <a:txBody>
                    <a:bodyPr/>
                    <a:lstStyle/>
                    <a:p>
                      <a:r>
                        <a:rPr lang="pt-BR" dirty="0"/>
                        <a:t>A</a:t>
                      </a:r>
                      <a:endParaRPr lang="en-US" dirty="0"/>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4273374442"/>
                  </a:ext>
                </a:extLst>
              </a:tr>
              <a:tr h="257935">
                <a:tc>
                  <a:txBody>
                    <a:bodyPr/>
                    <a:lstStyle/>
                    <a:p>
                      <a:r>
                        <a:rPr lang="en-US" dirty="0"/>
                        <a:t>B</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637561115"/>
                  </a:ext>
                </a:extLst>
              </a:tr>
              <a:tr h="257935">
                <a:tc>
                  <a:txBody>
                    <a:bodyPr/>
                    <a:lstStyle/>
                    <a:p>
                      <a:r>
                        <a:rPr lang="en-US" dirty="0"/>
                        <a:t>C</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3374521540"/>
                  </a:ext>
                </a:extLst>
              </a:tr>
              <a:tr h="257935">
                <a:tc>
                  <a:txBody>
                    <a:bodyPr/>
                    <a:lstStyle/>
                    <a:p>
                      <a:r>
                        <a:rPr lang="en-US" dirty="0"/>
                        <a:t>D</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657534190"/>
                  </a:ext>
                </a:extLst>
              </a:tr>
              <a:tr h="257935">
                <a:tc>
                  <a:txBody>
                    <a:bodyPr/>
                    <a:lstStyle/>
                    <a:p>
                      <a:r>
                        <a:rPr lang="en-US" dirty="0"/>
                        <a:t>E</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3265761120"/>
                  </a:ext>
                </a:extLst>
              </a:tr>
            </a:tbl>
          </a:graphicData>
        </a:graphic>
      </p:graphicFrame>
      <p:pic>
        <p:nvPicPr>
          <p:cNvPr id="2050" name="Picture 2">
            <a:extLst>
              <a:ext uri="{FF2B5EF4-FFF2-40B4-BE49-F238E27FC236}">
                <a16:creationId xmlns:a16="http://schemas.microsoft.com/office/drawing/2014/main" id="{0E24D50D-539D-A39D-8886-9D5F46C5ED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55" b="12273"/>
          <a:stretch/>
        </p:blipFill>
        <p:spPr bwMode="auto">
          <a:xfrm>
            <a:off x="6143608" y="2031153"/>
            <a:ext cx="2743217" cy="2172753"/>
          </a:xfrm>
          <a:prstGeom prst="rect">
            <a:avLst/>
          </a:prstGeom>
          <a:noFill/>
          <a:extLst>
            <a:ext uri="{909E8E84-426E-40DD-AFC4-6F175D3DCCD1}">
              <a14:hiddenFill xmlns:a14="http://schemas.microsoft.com/office/drawing/2010/main">
                <a:solidFill>
                  <a:srgbClr val="FFFFFF"/>
                </a:solidFill>
              </a14:hiddenFill>
            </a:ext>
          </a:extLst>
        </p:spPr>
      </p:pic>
      <p:sp>
        <p:nvSpPr>
          <p:cNvPr id="60" name="Arc 59">
            <a:extLst>
              <a:ext uri="{FF2B5EF4-FFF2-40B4-BE49-F238E27FC236}">
                <a16:creationId xmlns:a16="http://schemas.microsoft.com/office/drawing/2014/main" id="{5912F55A-959C-C44F-D9A3-206C5C9FD27D}"/>
              </a:ext>
            </a:extLst>
          </p:cNvPr>
          <p:cNvSpPr/>
          <p:nvPr/>
        </p:nvSpPr>
        <p:spPr>
          <a:xfrm>
            <a:off x="8738235" y="2980053"/>
            <a:ext cx="148590" cy="310515"/>
          </a:xfrm>
          <a:prstGeom prst="arc">
            <a:avLst>
              <a:gd name="adj1" fmla="val 16200000"/>
              <a:gd name="adj2" fmla="val 2827298"/>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0079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7CC95D03-921C-9EB7-B647-2EE120532909}"/>
            </a:ext>
          </a:extLst>
        </p:cNvPr>
        <p:cNvGrpSpPr/>
        <p:nvPr/>
      </p:nvGrpSpPr>
      <p:grpSpPr>
        <a:xfrm>
          <a:off x="0" y="0"/>
          <a:ext cx="0" cy="0"/>
          <a:chOff x="0" y="0"/>
          <a:chExt cx="0" cy="0"/>
        </a:xfrm>
      </p:grpSpPr>
      <p:grpSp>
        <p:nvGrpSpPr>
          <p:cNvPr id="1484" name="Google Shape;1484;p38">
            <a:extLst>
              <a:ext uri="{FF2B5EF4-FFF2-40B4-BE49-F238E27FC236}">
                <a16:creationId xmlns:a16="http://schemas.microsoft.com/office/drawing/2014/main" id="{75E3F81B-B8B0-5033-073C-84C274BBC554}"/>
              </a:ext>
            </a:extLst>
          </p:cNvPr>
          <p:cNvGrpSpPr/>
          <p:nvPr/>
        </p:nvGrpSpPr>
        <p:grpSpPr>
          <a:xfrm>
            <a:off x="6487513" y="-1301175"/>
            <a:ext cx="4268216" cy="6666030"/>
            <a:chOff x="6128138" y="-1301175"/>
            <a:chExt cx="4268216" cy="6666030"/>
          </a:xfrm>
        </p:grpSpPr>
        <p:sp>
          <p:nvSpPr>
            <p:cNvPr id="1485" name="Google Shape;1485;p38">
              <a:extLst>
                <a:ext uri="{FF2B5EF4-FFF2-40B4-BE49-F238E27FC236}">
                  <a16:creationId xmlns:a16="http://schemas.microsoft.com/office/drawing/2014/main" id="{DD641B4E-B58C-44D5-AAB1-A01DF900B5FD}"/>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a:extLst>
                <a:ext uri="{FF2B5EF4-FFF2-40B4-BE49-F238E27FC236}">
                  <a16:creationId xmlns:a16="http://schemas.microsoft.com/office/drawing/2014/main" id="{67F2C2E8-6252-1132-D864-409120844D28}"/>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a:extLst>
                <a:ext uri="{FF2B5EF4-FFF2-40B4-BE49-F238E27FC236}">
                  <a16:creationId xmlns:a16="http://schemas.microsoft.com/office/drawing/2014/main" id="{DE0B7A78-2960-5BC7-1B6C-E38923CCD89C}"/>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a:extLst>
                <a:ext uri="{FF2B5EF4-FFF2-40B4-BE49-F238E27FC236}">
                  <a16:creationId xmlns:a16="http://schemas.microsoft.com/office/drawing/2014/main" id="{ABCF5DF1-BF67-8859-D874-CFAED7720E6D}"/>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a:extLst>
                <a:ext uri="{FF2B5EF4-FFF2-40B4-BE49-F238E27FC236}">
                  <a16:creationId xmlns:a16="http://schemas.microsoft.com/office/drawing/2014/main" id="{11DA1386-65F2-7804-9278-D7A5A0A5138C}"/>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a:extLst>
                <a:ext uri="{FF2B5EF4-FFF2-40B4-BE49-F238E27FC236}">
                  <a16:creationId xmlns:a16="http://schemas.microsoft.com/office/drawing/2014/main" id="{D4F5B3FB-0CA6-B1EE-9EF6-E646243BE0DF}"/>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a:extLst>
                <a:ext uri="{FF2B5EF4-FFF2-40B4-BE49-F238E27FC236}">
                  <a16:creationId xmlns:a16="http://schemas.microsoft.com/office/drawing/2014/main" id="{D31FA7E6-85F5-E65A-D39D-068A57037003}"/>
                </a:ext>
              </a:extLst>
            </p:cNvPr>
            <p:cNvGrpSpPr/>
            <p:nvPr/>
          </p:nvGrpSpPr>
          <p:grpSpPr>
            <a:xfrm rot="5400000">
              <a:off x="7873341" y="4254316"/>
              <a:ext cx="708100" cy="708500"/>
              <a:chOff x="3678700" y="407275"/>
              <a:chExt cx="708100" cy="708500"/>
            </a:xfrm>
          </p:grpSpPr>
          <p:sp>
            <p:nvSpPr>
              <p:cNvPr id="1492" name="Google Shape;1492;p38">
                <a:extLst>
                  <a:ext uri="{FF2B5EF4-FFF2-40B4-BE49-F238E27FC236}">
                    <a16:creationId xmlns:a16="http://schemas.microsoft.com/office/drawing/2014/main" id="{63A84E37-0D70-73CC-112F-3714E8314A4C}"/>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a:extLst>
                  <a:ext uri="{FF2B5EF4-FFF2-40B4-BE49-F238E27FC236}">
                    <a16:creationId xmlns:a16="http://schemas.microsoft.com/office/drawing/2014/main" id="{7E37E60F-624F-8EC9-7114-D09D7067F405}"/>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a:extLst>
                  <a:ext uri="{FF2B5EF4-FFF2-40B4-BE49-F238E27FC236}">
                    <a16:creationId xmlns:a16="http://schemas.microsoft.com/office/drawing/2014/main" id="{3FB7EF55-D641-ECB7-56DB-0745AAF881D6}"/>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A12B547D-DF99-6B80-BF7C-90C162EE5799}"/>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DF0C5481-16A1-78F5-E215-2D2E9938F79D}"/>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7904C4EA-FC8A-6AA1-73C7-B0500B0B138B}"/>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C444C660-19BB-1976-F3E8-F027DE4016F4}"/>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a:extLst>
                <a:ext uri="{FF2B5EF4-FFF2-40B4-BE49-F238E27FC236}">
                  <a16:creationId xmlns:a16="http://schemas.microsoft.com/office/drawing/2014/main" id="{4E8F841F-50E8-B52C-B3F5-3F1A4B67E1ED}"/>
                </a:ext>
              </a:extLst>
            </p:cNvPr>
            <p:cNvGrpSpPr/>
            <p:nvPr/>
          </p:nvGrpSpPr>
          <p:grpSpPr>
            <a:xfrm rot="5400000">
              <a:off x="8639847" y="3354200"/>
              <a:ext cx="457787" cy="458045"/>
              <a:chOff x="3678700" y="407275"/>
              <a:chExt cx="708100" cy="708500"/>
            </a:xfrm>
          </p:grpSpPr>
          <p:sp>
            <p:nvSpPr>
              <p:cNvPr id="1500" name="Google Shape;1500;p38">
                <a:extLst>
                  <a:ext uri="{FF2B5EF4-FFF2-40B4-BE49-F238E27FC236}">
                    <a16:creationId xmlns:a16="http://schemas.microsoft.com/office/drawing/2014/main" id="{62766693-2543-0724-FC07-1F799F77770A}"/>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a:extLst>
                  <a:ext uri="{FF2B5EF4-FFF2-40B4-BE49-F238E27FC236}">
                    <a16:creationId xmlns:a16="http://schemas.microsoft.com/office/drawing/2014/main" id="{52866C1C-4219-8FCA-D6D8-9FE3A9B267BA}"/>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D614E462-EDB8-9527-4E31-9FA265403CE1}"/>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350491BC-15D1-9BE4-EAB1-39898EF9EB82}"/>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B8ED8F44-DE04-D07A-0DF0-229A3D0A5BFB}"/>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4F6C4D2C-C10A-032A-0FAB-37D16CCF48E0}"/>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6C496583-1AEA-191B-FE31-FCF1C39DD8B7}"/>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a:extLst>
                <a:ext uri="{FF2B5EF4-FFF2-40B4-BE49-F238E27FC236}">
                  <a16:creationId xmlns:a16="http://schemas.microsoft.com/office/drawing/2014/main" id="{92B4E413-729C-66EB-79F6-0A163468C811}"/>
                </a:ext>
              </a:extLst>
            </p:cNvPr>
            <p:cNvGrpSpPr/>
            <p:nvPr/>
          </p:nvGrpSpPr>
          <p:grpSpPr>
            <a:xfrm>
              <a:off x="7787267" y="539497"/>
              <a:ext cx="208184" cy="208184"/>
              <a:chOff x="8356813" y="1074288"/>
              <a:chExt cx="351900" cy="351900"/>
            </a:xfrm>
          </p:grpSpPr>
          <p:sp>
            <p:nvSpPr>
              <p:cNvPr id="1508" name="Google Shape;1508;p38">
                <a:extLst>
                  <a:ext uri="{FF2B5EF4-FFF2-40B4-BE49-F238E27FC236}">
                    <a16:creationId xmlns:a16="http://schemas.microsoft.com/office/drawing/2014/main" id="{75470C2B-F631-9946-120B-FF66E1643C6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a:extLst>
                  <a:ext uri="{FF2B5EF4-FFF2-40B4-BE49-F238E27FC236}">
                    <a16:creationId xmlns:a16="http://schemas.microsoft.com/office/drawing/2014/main" id="{3765C319-66C8-1CD7-3B2B-EE632ACBEEB7}"/>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a:extLst>
                <a:ext uri="{FF2B5EF4-FFF2-40B4-BE49-F238E27FC236}">
                  <a16:creationId xmlns:a16="http://schemas.microsoft.com/office/drawing/2014/main" id="{AD259C48-30F7-D20C-2D56-5DB743C42A16}"/>
                </a:ext>
              </a:extLst>
            </p:cNvPr>
            <p:cNvGrpSpPr/>
            <p:nvPr/>
          </p:nvGrpSpPr>
          <p:grpSpPr>
            <a:xfrm>
              <a:off x="7194842" y="2467660"/>
              <a:ext cx="208184" cy="208184"/>
              <a:chOff x="8356813" y="1074288"/>
              <a:chExt cx="351900" cy="351900"/>
            </a:xfrm>
          </p:grpSpPr>
          <p:sp>
            <p:nvSpPr>
              <p:cNvPr id="1511" name="Google Shape;1511;p38">
                <a:extLst>
                  <a:ext uri="{FF2B5EF4-FFF2-40B4-BE49-F238E27FC236}">
                    <a16:creationId xmlns:a16="http://schemas.microsoft.com/office/drawing/2014/main" id="{319751B4-36C6-69E2-22D4-700CEC42F8A2}"/>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818F2797-AA27-8FA7-B0B7-27846AFEFF0B}"/>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a:extLst>
                <a:ext uri="{FF2B5EF4-FFF2-40B4-BE49-F238E27FC236}">
                  <a16:creationId xmlns:a16="http://schemas.microsoft.com/office/drawing/2014/main" id="{9F6B01CB-46A4-CE70-37F7-EDB106B1714C}"/>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a:extLst>
              <a:ext uri="{FF2B5EF4-FFF2-40B4-BE49-F238E27FC236}">
                <a16:creationId xmlns:a16="http://schemas.microsoft.com/office/drawing/2014/main" id="{10365695-9550-D838-D847-4001F35737CC}"/>
              </a:ext>
            </a:extLst>
          </p:cNvPr>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1515" name="Google Shape;1515;p38">
            <a:extLst>
              <a:ext uri="{FF2B5EF4-FFF2-40B4-BE49-F238E27FC236}">
                <a16:creationId xmlns:a16="http://schemas.microsoft.com/office/drawing/2014/main" id="{92717A87-2971-B98D-E037-5E377C7FE123}"/>
              </a:ext>
            </a:extLst>
          </p:cNvPr>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a:extLst>
              <a:ext uri="{FF2B5EF4-FFF2-40B4-BE49-F238E27FC236}">
                <a16:creationId xmlns:a16="http://schemas.microsoft.com/office/drawing/2014/main" id="{DFDFB18A-02C0-23DB-2211-1CC0A96E21EC}"/>
              </a:ext>
            </a:extLst>
          </p:cNvPr>
          <p:cNvSpPr txBox="1">
            <a:spLocks noGrp="1"/>
          </p:cNvSpPr>
          <p:nvPr>
            <p:ph type="title"/>
          </p:nvPr>
        </p:nvSpPr>
        <p:spPr>
          <a:xfrm>
            <a:off x="719999" y="2079325"/>
            <a:ext cx="10964001"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5400" dirty="0"/>
              <a:t>Graph Traversal</a:t>
            </a:r>
            <a:br>
              <a:rPr lang="en-US" sz="5400" dirty="0"/>
            </a:br>
            <a:r>
              <a:rPr lang="en-US" sz="5400" dirty="0"/>
              <a:t>Algorithms</a:t>
            </a:r>
          </a:p>
        </p:txBody>
      </p:sp>
      <p:grpSp>
        <p:nvGrpSpPr>
          <p:cNvPr id="1523" name="Google Shape;1523;p38">
            <a:extLst>
              <a:ext uri="{FF2B5EF4-FFF2-40B4-BE49-F238E27FC236}">
                <a16:creationId xmlns:a16="http://schemas.microsoft.com/office/drawing/2014/main" id="{236682EE-BE88-32A9-FBA9-7135850747A3}"/>
              </a:ext>
            </a:extLst>
          </p:cNvPr>
          <p:cNvGrpSpPr/>
          <p:nvPr/>
        </p:nvGrpSpPr>
        <p:grpSpPr>
          <a:xfrm>
            <a:off x="823957" y="3019701"/>
            <a:ext cx="6387123" cy="231449"/>
            <a:chOff x="796100" y="3019701"/>
            <a:chExt cx="4558967" cy="134100"/>
          </a:xfrm>
        </p:grpSpPr>
        <p:sp>
          <p:nvSpPr>
            <p:cNvPr id="1524" name="Google Shape;1524;p38">
              <a:extLst>
                <a:ext uri="{FF2B5EF4-FFF2-40B4-BE49-F238E27FC236}">
                  <a16:creationId xmlns:a16="http://schemas.microsoft.com/office/drawing/2014/main" id="{2D1DE6B7-35FD-8445-DAC7-936BE861350F}"/>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2222676C-9C76-9358-7399-94E64BC3DD4C}"/>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4EE0776B-B64C-BA69-7CCA-81CB26100445}"/>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39559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547C1-2F41-DFAB-890C-A7585053B632}"/>
              </a:ext>
            </a:extLst>
          </p:cNvPr>
          <p:cNvSpPr>
            <a:spLocks noGrp="1"/>
          </p:cNvSpPr>
          <p:nvPr>
            <p:ph type="title"/>
          </p:nvPr>
        </p:nvSpPr>
        <p:spPr>
          <a:xfrm>
            <a:off x="304120" y="919750"/>
            <a:ext cx="3145200" cy="1403400"/>
          </a:xfrm>
        </p:spPr>
        <p:txBody>
          <a:bodyPr/>
          <a:lstStyle/>
          <a:p>
            <a:r>
              <a:rPr lang="en-US" dirty="0"/>
              <a:t>Depth-First Search (DFS)</a:t>
            </a:r>
          </a:p>
        </p:txBody>
      </p:sp>
      <p:sp>
        <p:nvSpPr>
          <p:cNvPr id="3" name="Subtitle 2">
            <a:extLst>
              <a:ext uri="{FF2B5EF4-FFF2-40B4-BE49-F238E27FC236}">
                <a16:creationId xmlns:a16="http://schemas.microsoft.com/office/drawing/2014/main" id="{5C1E3FD4-C840-CD53-0611-A2E5B7BA7CFE}"/>
              </a:ext>
            </a:extLst>
          </p:cNvPr>
          <p:cNvSpPr>
            <a:spLocks noGrp="1"/>
          </p:cNvSpPr>
          <p:nvPr>
            <p:ph type="subTitle" idx="1"/>
          </p:nvPr>
        </p:nvSpPr>
        <p:spPr>
          <a:xfrm>
            <a:off x="91440" y="2628350"/>
            <a:ext cx="3773760" cy="1832332"/>
          </a:xfrm>
        </p:spPr>
        <p:txBody>
          <a:bodyPr/>
          <a:lstStyle/>
          <a:p>
            <a:pPr marL="139700" indent="0">
              <a:buNone/>
            </a:pPr>
            <a:r>
              <a:rPr lang="en-US" dirty="0"/>
              <a:t>DFS starts from a specific node, processing all children randomly, and ensures that each child is fully processed before moving to another. The traversal order can vary based on the structure of the graph, showcasing how deeply it explores each branch.</a:t>
            </a:r>
          </a:p>
        </p:txBody>
      </p:sp>
      <p:pic>
        <p:nvPicPr>
          <p:cNvPr id="3076" name="Picture 4" descr="Depth-First Search on Graph. The depth-first search algorithm is… | by  Practicetrackerever | Medium">
            <a:extLst>
              <a:ext uri="{FF2B5EF4-FFF2-40B4-BE49-F238E27FC236}">
                <a16:creationId xmlns:a16="http://schemas.microsoft.com/office/drawing/2014/main" id="{B72E0639-23EC-D14F-66AC-69D5DA6B1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0578" y="2514600"/>
            <a:ext cx="4764061" cy="1946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51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1EB82-C2B4-01E1-3DDF-A69FB9707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0F5BC-B1C4-DF29-8109-D8E70A2E89BF}"/>
              </a:ext>
            </a:extLst>
          </p:cNvPr>
          <p:cNvSpPr>
            <a:spLocks noGrp="1"/>
          </p:cNvSpPr>
          <p:nvPr>
            <p:ph type="title"/>
          </p:nvPr>
        </p:nvSpPr>
        <p:spPr>
          <a:xfrm>
            <a:off x="304120" y="919750"/>
            <a:ext cx="3145200" cy="1403400"/>
          </a:xfrm>
        </p:spPr>
        <p:txBody>
          <a:bodyPr/>
          <a:lstStyle/>
          <a:p>
            <a:r>
              <a:rPr lang="en-US" dirty="0"/>
              <a:t>DFS Example</a:t>
            </a:r>
          </a:p>
        </p:txBody>
      </p:sp>
      <p:sp>
        <p:nvSpPr>
          <p:cNvPr id="3" name="Subtitle 2">
            <a:extLst>
              <a:ext uri="{FF2B5EF4-FFF2-40B4-BE49-F238E27FC236}">
                <a16:creationId xmlns:a16="http://schemas.microsoft.com/office/drawing/2014/main" id="{303F2F90-C59E-3C0C-30AD-6F14CDF5AB76}"/>
              </a:ext>
            </a:extLst>
          </p:cNvPr>
          <p:cNvSpPr>
            <a:spLocks noGrp="1"/>
          </p:cNvSpPr>
          <p:nvPr>
            <p:ph type="subTitle" idx="1"/>
          </p:nvPr>
        </p:nvSpPr>
        <p:spPr>
          <a:xfrm>
            <a:off x="490219" y="2934031"/>
            <a:ext cx="2959101" cy="906449"/>
          </a:xfrm>
        </p:spPr>
        <p:txBody>
          <a:bodyPr/>
          <a:lstStyle/>
          <a:p>
            <a:pPr marL="139700" indent="0">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Traversal order:</a:t>
            </a:r>
            <a:br>
              <a:rPr lang="en-US" sz="1800" b="1" kern="100" dirty="0">
                <a:effectLst/>
                <a:latin typeface="Aptos" panose="020B0004020202020204" pitchFamily="34" charset="0"/>
                <a:ea typeface="Aptos" panose="020B0004020202020204" pitchFamily="34" charset="0"/>
                <a:cs typeface="Arial" panose="020B0604020202020204" pitchFamily="34" charset="0"/>
              </a:rPr>
            </a:br>
            <a:r>
              <a:rPr lang="en-US" sz="1800" b="1"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A B F I J K E C G D H</a:t>
            </a:r>
            <a:endParaRPr lang="en-US" sz="1800"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pic>
        <p:nvPicPr>
          <p:cNvPr id="7" name="Picture 6" descr="A diagram of a diagram&#10;&#10;AI-generated content may be incorrect.">
            <a:extLst>
              <a:ext uri="{FF2B5EF4-FFF2-40B4-BE49-F238E27FC236}">
                <a16:creationId xmlns:a16="http://schemas.microsoft.com/office/drawing/2014/main" id="{45CF871A-0FBC-B167-9907-F42F785AF0B2}"/>
              </a:ext>
            </a:extLst>
          </p:cNvPr>
          <p:cNvPicPr>
            <a:picLocks noChangeAspect="1"/>
          </p:cNvPicPr>
          <p:nvPr/>
        </p:nvPicPr>
        <p:blipFill>
          <a:blip r:embed="rId2"/>
          <a:stretch>
            <a:fillRect/>
          </a:stretch>
        </p:blipFill>
        <p:spPr>
          <a:xfrm>
            <a:off x="3725463" y="447675"/>
            <a:ext cx="4514850" cy="4248150"/>
          </a:xfrm>
          <a:prstGeom prst="rect">
            <a:avLst/>
          </a:prstGeom>
        </p:spPr>
      </p:pic>
    </p:spTree>
    <p:extLst>
      <p:ext uri="{BB962C8B-B14F-4D97-AF65-F5344CB8AC3E}">
        <p14:creationId xmlns:p14="http://schemas.microsoft.com/office/powerpoint/2010/main" val="3993314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4386FE37-D809-E4D9-D0A7-6C75E0CF2B90}"/>
            </a:ext>
          </a:extLst>
        </p:cNvPr>
        <p:cNvGrpSpPr/>
        <p:nvPr/>
      </p:nvGrpSpPr>
      <p:grpSpPr>
        <a:xfrm>
          <a:off x="0" y="0"/>
          <a:ext cx="0" cy="0"/>
          <a:chOff x="0" y="0"/>
          <a:chExt cx="0" cy="0"/>
        </a:xfrm>
      </p:grpSpPr>
      <p:sp>
        <p:nvSpPr>
          <p:cNvPr id="1635" name="Google Shape;1635;p41">
            <a:extLst>
              <a:ext uri="{FF2B5EF4-FFF2-40B4-BE49-F238E27FC236}">
                <a16:creationId xmlns:a16="http://schemas.microsoft.com/office/drawing/2014/main" id="{17E2D187-83A4-CF21-73FD-6B420580C2E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Topological Sort Overview</a:t>
            </a:r>
          </a:p>
        </p:txBody>
      </p:sp>
      <p:sp>
        <p:nvSpPr>
          <p:cNvPr id="1637" name="Google Shape;1637;p41">
            <a:extLst>
              <a:ext uri="{FF2B5EF4-FFF2-40B4-BE49-F238E27FC236}">
                <a16:creationId xmlns:a16="http://schemas.microsoft.com/office/drawing/2014/main" id="{50D5ACDA-9F8E-9160-3DE1-664C78B1A080}"/>
              </a:ext>
            </a:extLst>
          </p:cNvPr>
          <p:cNvSpPr txBox="1">
            <a:spLocks noGrp="1"/>
          </p:cNvSpPr>
          <p:nvPr>
            <p:ph type="subTitle" idx="2"/>
          </p:nvPr>
        </p:nvSpPr>
        <p:spPr>
          <a:xfrm>
            <a:off x="1178960" y="1564780"/>
            <a:ext cx="6722980" cy="1320600"/>
          </a:xfrm>
          <a:prstGeom prst="rect">
            <a:avLst/>
          </a:prstGeom>
        </p:spPr>
        <p:txBody>
          <a:bodyPr spcFirstLastPara="1" wrap="square" lIns="91425" tIns="91425" rIns="91425" bIns="91425" anchor="t" anchorCtr="0">
            <a:noAutofit/>
          </a:bodyPr>
          <a:lstStyle/>
          <a:p>
            <a:pPr marL="0" lvl="0" indent="0">
              <a:lnSpc>
                <a:spcPct val="107000"/>
              </a:lnSpc>
              <a:spcAft>
                <a:spcPts val="800"/>
              </a:spcAft>
              <a:buSzPts val="1000"/>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Create a sequence of nodes where each node comes before its children.</a:t>
            </a:r>
          </a:p>
          <a:p>
            <a:pPr marL="0" lvl="0" indent="0">
              <a:lnSpc>
                <a:spcPct val="107000"/>
              </a:lnSpc>
              <a:spcAft>
                <a:spcPts val="800"/>
              </a:spcAft>
              <a:buSzPts val="1000"/>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Perform DFS, and when a node is done, place it at the back (as if you push in a stack).</a:t>
            </a:r>
          </a:p>
        </p:txBody>
      </p:sp>
      <p:sp>
        <p:nvSpPr>
          <p:cNvPr id="44" name="Google Shape;10541;p77">
            <a:extLst>
              <a:ext uri="{FF2B5EF4-FFF2-40B4-BE49-F238E27FC236}">
                <a16:creationId xmlns:a16="http://schemas.microsoft.com/office/drawing/2014/main" id="{B31FA6F0-BCE9-C337-D329-803DF5636C50}"/>
              </a:ext>
            </a:extLst>
          </p:cNvPr>
          <p:cNvSpPr/>
          <p:nvPr/>
        </p:nvSpPr>
        <p:spPr>
          <a:xfrm>
            <a:off x="1135524" y="1803686"/>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0543;p77">
            <a:extLst>
              <a:ext uri="{FF2B5EF4-FFF2-40B4-BE49-F238E27FC236}">
                <a16:creationId xmlns:a16="http://schemas.microsoft.com/office/drawing/2014/main" id="{24E01C6D-63DE-3C37-088B-6D31EC547305}"/>
              </a:ext>
            </a:extLst>
          </p:cNvPr>
          <p:cNvSpPr/>
          <p:nvPr/>
        </p:nvSpPr>
        <p:spPr>
          <a:xfrm>
            <a:off x="1135524" y="2416548"/>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9841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8E158D99-1259-52D8-B037-36B4A923FC68}"/>
            </a:ext>
          </a:extLst>
        </p:cNvPr>
        <p:cNvGrpSpPr/>
        <p:nvPr/>
      </p:nvGrpSpPr>
      <p:grpSpPr>
        <a:xfrm>
          <a:off x="0" y="0"/>
          <a:ext cx="0" cy="0"/>
          <a:chOff x="0" y="0"/>
          <a:chExt cx="0" cy="0"/>
        </a:xfrm>
      </p:grpSpPr>
      <p:sp>
        <p:nvSpPr>
          <p:cNvPr id="1635" name="Google Shape;1635;p41">
            <a:extLst>
              <a:ext uri="{FF2B5EF4-FFF2-40B4-BE49-F238E27FC236}">
                <a16:creationId xmlns:a16="http://schemas.microsoft.com/office/drawing/2014/main" id="{9252A1F0-0423-0BFC-9744-CB45C143FCD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Topological Sort Overview</a:t>
            </a:r>
          </a:p>
        </p:txBody>
      </p:sp>
      <p:sp>
        <p:nvSpPr>
          <p:cNvPr id="1637" name="Google Shape;1637;p41">
            <a:extLst>
              <a:ext uri="{FF2B5EF4-FFF2-40B4-BE49-F238E27FC236}">
                <a16:creationId xmlns:a16="http://schemas.microsoft.com/office/drawing/2014/main" id="{A985A29F-20CD-CF3E-FC64-B46BB328C819}"/>
              </a:ext>
            </a:extLst>
          </p:cNvPr>
          <p:cNvSpPr txBox="1">
            <a:spLocks noGrp="1"/>
          </p:cNvSpPr>
          <p:nvPr>
            <p:ph type="subTitle" idx="2"/>
          </p:nvPr>
        </p:nvSpPr>
        <p:spPr>
          <a:xfrm>
            <a:off x="1210510" y="2860843"/>
            <a:ext cx="6722980" cy="1320600"/>
          </a:xfrm>
          <a:prstGeom prst="rect">
            <a:avLst/>
          </a:prstGeom>
        </p:spPr>
        <p:txBody>
          <a:bodyPr spcFirstLastPara="1" wrap="square" lIns="91425" tIns="91425" rIns="91425" bIns="91425" anchor="t" anchorCtr="0">
            <a:noAutofit/>
          </a:bodyPr>
          <a:lstStyle/>
          <a:p>
            <a:pPr marL="0" lvl="0" indent="0">
              <a:lnSpc>
                <a:spcPct val="107000"/>
              </a:lnSpc>
              <a:spcAft>
                <a:spcPts val="800"/>
              </a:spcAft>
              <a:buSzPts val="1000"/>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Sorted order:</a:t>
            </a:r>
          </a:p>
          <a:p>
            <a:pPr marL="0" lvl="0" indent="0">
              <a:lnSpc>
                <a:spcPct val="107000"/>
              </a:lnSpc>
              <a:spcAft>
                <a:spcPts val="800"/>
              </a:spcAft>
              <a:buSzPts val="1000"/>
              <a:tabLst>
                <a:tab pos="457200" algn="l"/>
              </a:tabLst>
            </a:pPr>
            <a:r>
              <a:rPr lang="en-US" sz="1800" b="1"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A D H C G B E F J K I</a:t>
            </a:r>
          </a:p>
          <a:p>
            <a:pPr marL="0" lvl="0" indent="0">
              <a:lnSpc>
                <a:spcPct val="107000"/>
              </a:lnSpc>
              <a:spcAft>
                <a:spcPts val="800"/>
              </a:spcAft>
              <a:buSzPts val="1000"/>
              <a:tabLst>
                <a:tab pos="457200" algn="l"/>
              </a:tabLst>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2" name="Picture 1" descr="A diagram of a diagram&#10;&#10;AI-generated content may be incorrect.">
            <a:extLst>
              <a:ext uri="{FF2B5EF4-FFF2-40B4-BE49-F238E27FC236}">
                <a16:creationId xmlns:a16="http://schemas.microsoft.com/office/drawing/2014/main" id="{CAE10793-A9E2-AF7C-33E6-7E1DF47EF8C7}"/>
              </a:ext>
            </a:extLst>
          </p:cNvPr>
          <p:cNvPicPr>
            <a:picLocks noChangeAspect="1"/>
          </p:cNvPicPr>
          <p:nvPr/>
        </p:nvPicPr>
        <p:blipFill>
          <a:blip r:embed="rId3"/>
          <a:stretch>
            <a:fillRect/>
          </a:stretch>
        </p:blipFill>
        <p:spPr>
          <a:xfrm>
            <a:off x="4130980" y="634797"/>
            <a:ext cx="3947545" cy="3714357"/>
          </a:xfrm>
          <a:prstGeom prst="rect">
            <a:avLst/>
          </a:prstGeom>
        </p:spPr>
      </p:pic>
    </p:spTree>
    <p:extLst>
      <p:ext uri="{BB962C8B-B14F-4D97-AF65-F5344CB8AC3E}">
        <p14:creationId xmlns:p14="http://schemas.microsoft.com/office/powerpoint/2010/main" val="457459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31F38-336E-D705-D59A-7653E9732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243F2-BC71-FF14-2698-4C3615135BBA}"/>
              </a:ext>
            </a:extLst>
          </p:cNvPr>
          <p:cNvSpPr>
            <a:spLocks noGrp="1"/>
          </p:cNvSpPr>
          <p:nvPr>
            <p:ph type="title"/>
          </p:nvPr>
        </p:nvSpPr>
        <p:spPr>
          <a:xfrm>
            <a:off x="304120" y="919750"/>
            <a:ext cx="3460160" cy="1403400"/>
          </a:xfrm>
        </p:spPr>
        <p:txBody>
          <a:bodyPr/>
          <a:lstStyle/>
          <a:p>
            <a:r>
              <a:rPr lang="en-US" dirty="0"/>
              <a:t>Breadth-First Search (BFS)</a:t>
            </a:r>
          </a:p>
        </p:txBody>
      </p:sp>
      <p:sp>
        <p:nvSpPr>
          <p:cNvPr id="3" name="Subtitle 2">
            <a:extLst>
              <a:ext uri="{FF2B5EF4-FFF2-40B4-BE49-F238E27FC236}">
                <a16:creationId xmlns:a16="http://schemas.microsoft.com/office/drawing/2014/main" id="{610F94E6-1F4C-4A15-E417-AF7243AC71EC}"/>
              </a:ext>
            </a:extLst>
          </p:cNvPr>
          <p:cNvSpPr>
            <a:spLocks noGrp="1"/>
          </p:cNvSpPr>
          <p:nvPr>
            <p:ph type="subTitle" idx="1"/>
          </p:nvPr>
        </p:nvSpPr>
        <p:spPr>
          <a:xfrm>
            <a:off x="91440" y="2628350"/>
            <a:ext cx="3840480" cy="1832332"/>
          </a:xfrm>
        </p:spPr>
        <p:txBody>
          <a:bodyPr/>
          <a:lstStyle/>
          <a:p>
            <a:pPr marL="139700" indent="0">
              <a:buNone/>
            </a:pPr>
            <a:r>
              <a:rPr lang="en-US" dirty="0"/>
              <a:t>BFS traverses all the children of a node before moving on to their children, using a queue data structure. </a:t>
            </a:r>
          </a:p>
          <a:p>
            <a:pPr marL="139700" indent="0">
              <a:buNone/>
            </a:pPr>
            <a:r>
              <a:rPr lang="en-US" dirty="0"/>
              <a:t>This method is particularly useful for finding the shortest path in an unweighted graph, allowing for systematic exploration.</a:t>
            </a:r>
          </a:p>
        </p:txBody>
      </p:sp>
    </p:spTree>
    <p:extLst>
      <p:ext uri="{BB962C8B-B14F-4D97-AF65-F5344CB8AC3E}">
        <p14:creationId xmlns:p14="http://schemas.microsoft.com/office/powerpoint/2010/main" val="1529239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0C14-991C-6290-B36A-EB10B2B5F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BB2F8-94F1-7585-C6E4-AF704B8903BB}"/>
              </a:ext>
            </a:extLst>
          </p:cNvPr>
          <p:cNvSpPr>
            <a:spLocks noGrp="1"/>
          </p:cNvSpPr>
          <p:nvPr>
            <p:ph type="title"/>
          </p:nvPr>
        </p:nvSpPr>
        <p:spPr>
          <a:xfrm>
            <a:off x="304120" y="919750"/>
            <a:ext cx="3145200" cy="1403400"/>
          </a:xfrm>
        </p:spPr>
        <p:txBody>
          <a:bodyPr/>
          <a:lstStyle/>
          <a:p>
            <a:r>
              <a:rPr lang="en-US" dirty="0"/>
              <a:t>BFS Example</a:t>
            </a:r>
          </a:p>
        </p:txBody>
      </p:sp>
      <p:sp>
        <p:nvSpPr>
          <p:cNvPr id="3" name="Subtitle 2">
            <a:extLst>
              <a:ext uri="{FF2B5EF4-FFF2-40B4-BE49-F238E27FC236}">
                <a16:creationId xmlns:a16="http://schemas.microsoft.com/office/drawing/2014/main" id="{9F06CF6B-C44D-F63B-360F-AC839AE283B5}"/>
              </a:ext>
            </a:extLst>
          </p:cNvPr>
          <p:cNvSpPr>
            <a:spLocks noGrp="1"/>
          </p:cNvSpPr>
          <p:nvPr>
            <p:ph type="subTitle" idx="1"/>
          </p:nvPr>
        </p:nvSpPr>
        <p:spPr>
          <a:xfrm>
            <a:off x="490219" y="2934031"/>
            <a:ext cx="2959101" cy="906449"/>
          </a:xfrm>
        </p:spPr>
        <p:txBody>
          <a:bodyPr/>
          <a:lstStyle/>
          <a:p>
            <a:pPr marL="139700" indent="0">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Traversal order:</a:t>
            </a:r>
            <a:br>
              <a:rPr lang="en-US" sz="1800" b="1" kern="100" dirty="0">
                <a:effectLst/>
                <a:latin typeface="Aptos" panose="020B0004020202020204" pitchFamily="34" charset="0"/>
                <a:ea typeface="Aptos" panose="020B0004020202020204" pitchFamily="34" charset="0"/>
                <a:cs typeface="Arial" panose="020B0604020202020204" pitchFamily="34" charset="0"/>
              </a:rPr>
            </a:br>
            <a:r>
              <a:rPr lang="pt-BR" sz="1800" b="1" i="0" u="none" strike="noStrike" dirty="0">
                <a:solidFill>
                  <a:srgbClr val="EB9109"/>
                </a:solidFill>
                <a:effectLst/>
                <a:latin typeface="Arial" panose="020B0604020202020204" pitchFamily="34" charset="0"/>
              </a:rPr>
              <a:t>A B C D E F G H I J</a:t>
            </a:r>
            <a:endParaRPr lang="en-US" sz="1800"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F9F5F22-CF5D-C579-4B42-FC889F6A7F50}"/>
              </a:ext>
            </a:extLst>
          </p:cNvPr>
          <p:cNvPicPr>
            <a:picLocks noChangeAspect="1"/>
          </p:cNvPicPr>
          <p:nvPr/>
        </p:nvPicPr>
        <p:blipFill rotWithShape="1">
          <a:blip r:embed="rId2">
            <a:extLst>
              <a:ext uri="{28A0092B-C50C-407E-A947-70E740481C1C}">
                <a14:useLocalDpi xmlns:a14="http://schemas.microsoft.com/office/drawing/2010/main" val="0"/>
              </a:ext>
            </a:extLst>
          </a:blip>
          <a:srcRect t="12246" r="14887"/>
          <a:stretch/>
        </p:blipFill>
        <p:spPr bwMode="auto">
          <a:xfrm>
            <a:off x="4027488" y="1435785"/>
            <a:ext cx="3592512" cy="29625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40572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D88F28-437C-8928-99CB-2E1C72B75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227BB-5DF5-36D0-186A-F3245B690496}"/>
              </a:ext>
            </a:extLst>
          </p:cNvPr>
          <p:cNvSpPr>
            <a:spLocks noGrp="1"/>
          </p:cNvSpPr>
          <p:nvPr>
            <p:ph type="title"/>
          </p:nvPr>
        </p:nvSpPr>
        <p:spPr>
          <a:xfrm>
            <a:off x="471760" y="0"/>
            <a:ext cx="3145200" cy="1403400"/>
          </a:xfrm>
        </p:spPr>
        <p:txBody>
          <a:bodyPr/>
          <a:lstStyle/>
          <a:p>
            <a:r>
              <a:rPr lang="en-US" dirty="0"/>
              <a:t>BFS Vs DFS</a:t>
            </a:r>
          </a:p>
        </p:txBody>
      </p:sp>
      <p:pic>
        <p:nvPicPr>
          <p:cNvPr id="12" name="Picture 11" descr="A diagram of a diagram&#10;&#10;AI-generated content may be incorrect.">
            <a:extLst>
              <a:ext uri="{FF2B5EF4-FFF2-40B4-BE49-F238E27FC236}">
                <a16:creationId xmlns:a16="http://schemas.microsoft.com/office/drawing/2014/main" id="{A4F15418-2B35-1550-CE58-F53164701B2F}"/>
              </a:ext>
            </a:extLst>
          </p:cNvPr>
          <p:cNvPicPr>
            <a:picLocks noChangeAspect="1"/>
          </p:cNvPicPr>
          <p:nvPr/>
        </p:nvPicPr>
        <p:blipFill>
          <a:blip r:embed="rId2">
            <a:grayscl/>
          </a:blip>
          <a:stretch>
            <a:fillRect/>
          </a:stretch>
        </p:blipFill>
        <p:spPr>
          <a:xfrm>
            <a:off x="1899285" y="1481219"/>
            <a:ext cx="5345430" cy="2979328"/>
          </a:xfrm>
          <a:prstGeom prst="rect">
            <a:avLst/>
          </a:prstGeom>
        </p:spPr>
      </p:pic>
    </p:spTree>
    <p:extLst>
      <p:ext uri="{BB962C8B-B14F-4D97-AF65-F5344CB8AC3E}">
        <p14:creationId xmlns:p14="http://schemas.microsoft.com/office/powerpoint/2010/main" val="3799623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83CFBFF1-7F37-20E1-6D47-8764955B284C}"/>
            </a:ext>
          </a:extLst>
        </p:cNvPr>
        <p:cNvGrpSpPr/>
        <p:nvPr/>
      </p:nvGrpSpPr>
      <p:grpSpPr>
        <a:xfrm>
          <a:off x="0" y="0"/>
          <a:ext cx="0" cy="0"/>
          <a:chOff x="0" y="0"/>
          <a:chExt cx="0" cy="0"/>
        </a:xfrm>
      </p:grpSpPr>
      <p:grpSp>
        <p:nvGrpSpPr>
          <p:cNvPr id="1484" name="Google Shape;1484;p38">
            <a:extLst>
              <a:ext uri="{FF2B5EF4-FFF2-40B4-BE49-F238E27FC236}">
                <a16:creationId xmlns:a16="http://schemas.microsoft.com/office/drawing/2014/main" id="{2B205623-81D6-C561-8A71-24C0F13DD6C3}"/>
              </a:ext>
            </a:extLst>
          </p:cNvPr>
          <p:cNvGrpSpPr/>
          <p:nvPr/>
        </p:nvGrpSpPr>
        <p:grpSpPr>
          <a:xfrm>
            <a:off x="6487513" y="-1301175"/>
            <a:ext cx="4268216" cy="6666030"/>
            <a:chOff x="6128138" y="-1301175"/>
            <a:chExt cx="4268216" cy="6666030"/>
          </a:xfrm>
        </p:grpSpPr>
        <p:sp>
          <p:nvSpPr>
            <p:cNvPr id="1485" name="Google Shape;1485;p38">
              <a:extLst>
                <a:ext uri="{FF2B5EF4-FFF2-40B4-BE49-F238E27FC236}">
                  <a16:creationId xmlns:a16="http://schemas.microsoft.com/office/drawing/2014/main" id="{F59B2E05-C1FB-1B2E-F505-8AF0C7B0F8E8}"/>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a:extLst>
                <a:ext uri="{FF2B5EF4-FFF2-40B4-BE49-F238E27FC236}">
                  <a16:creationId xmlns:a16="http://schemas.microsoft.com/office/drawing/2014/main" id="{4BBF341C-2AE1-09A5-3A58-E3B533C3CAB2}"/>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a:extLst>
                <a:ext uri="{FF2B5EF4-FFF2-40B4-BE49-F238E27FC236}">
                  <a16:creationId xmlns:a16="http://schemas.microsoft.com/office/drawing/2014/main" id="{E57987E0-7FEB-B4AB-4CA1-36CED075F675}"/>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a:extLst>
                <a:ext uri="{FF2B5EF4-FFF2-40B4-BE49-F238E27FC236}">
                  <a16:creationId xmlns:a16="http://schemas.microsoft.com/office/drawing/2014/main" id="{3DAB1196-6B6B-6B99-035B-AC733DADCCA8}"/>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a:extLst>
                <a:ext uri="{FF2B5EF4-FFF2-40B4-BE49-F238E27FC236}">
                  <a16:creationId xmlns:a16="http://schemas.microsoft.com/office/drawing/2014/main" id="{18D9A757-56F6-C8EB-8957-BC1013F71B22}"/>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a:extLst>
                <a:ext uri="{FF2B5EF4-FFF2-40B4-BE49-F238E27FC236}">
                  <a16:creationId xmlns:a16="http://schemas.microsoft.com/office/drawing/2014/main" id="{C4489078-9A8C-848D-74EB-5974DF8AC52F}"/>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a:extLst>
                <a:ext uri="{FF2B5EF4-FFF2-40B4-BE49-F238E27FC236}">
                  <a16:creationId xmlns:a16="http://schemas.microsoft.com/office/drawing/2014/main" id="{F761F7A1-1C3E-7880-A971-7004DA2F3E88}"/>
                </a:ext>
              </a:extLst>
            </p:cNvPr>
            <p:cNvGrpSpPr/>
            <p:nvPr/>
          </p:nvGrpSpPr>
          <p:grpSpPr>
            <a:xfrm rot="5400000">
              <a:off x="7873341" y="4254316"/>
              <a:ext cx="708100" cy="708500"/>
              <a:chOff x="3678700" y="407275"/>
              <a:chExt cx="708100" cy="708500"/>
            </a:xfrm>
          </p:grpSpPr>
          <p:sp>
            <p:nvSpPr>
              <p:cNvPr id="1492" name="Google Shape;1492;p38">
                <a:extLst>
                  <a:ext uri="{FF2B5EF4-FFF2-40B4-BE49-F238E27FC236}">
                    <a16:creationId xmlns:a16="http://schemas.microsoft.com/office/drawing/2014/main" id="{B63A864C-755A-D1E1-FF1B-2DB469F46537}"/>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a:extLst>
                  <a:ext uri="{FF2B5EF4-FFF2-40B4-BE49-F238E27FC236}">
                    <a16:creationId xmlns:a16="http://schemas.microsoft.com/office/drawing/2014/main" id="{A2369C94-D4B4-4992-5970-868ADA74DE6B}"/>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a:extLst>
                  <a:ext uri="{FF2B5EF4-FFF2-40B4-BE49-F238E27FC236}">
                    <a16:creationId xmlns:a16="http://schemas.microsoft.com/office/drawing/2014/main" id="{EA0CAC82-60CA-529B-06A8-6AEB96834396}"/>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4CEC8B41-DAAB-3451-D68F-0115A5DDE535}"/>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CAD154ED-FA35-5C93-591C-BB7FB87669CB}"/>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64F806A1-0EEC-1B31-3F01-84A651F6C91D}"/>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910961BB-232A-DEC2-3D51-78C4DDB8A2E2}"/>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a:extLst>
                <a:ext uri="{FF2B5EF4-FFF2-40B4-BE49-F238E27FC236}">
                  <a16:creationId xmlns:a16="http://schemas.microsoft.com/office/drawing/2014/main" id="{E1253055-85CA-95E1-C826-5B4876141633}"/>
                </a:ext>
              </a:extLst>
            </p:cNvPr>
            <p:cNvGrpSpPr/>
            <p:nvPr/>
          </p:nvGrpSpPr>
          <p:grpSpPr>
            <a:xfrm rot="5400000">
              <a:off x="8639847" y="3354200"/>
              <a:ext cx="457787" cy="458045"/>
              <a:chOff x="3678700" y="407275"/>
              <a:chExt cx="708100" cy="708500"/>
            </a:xfrm>
          </p:grpSpPr>
          <p:sp>
            <p:nvSpPr>
              <p:cNvPr id="1500" name="Google Shape;1500;p38">
                <a:extLst>
                  <a:ext uri="{FF2B5EF4-FFF2-40B4-BE49-F238E27FC236}">
                    <a16:creationId xmlns:a16="http://schemas.microsoft.com/office/drawing/2014/main" id="{81E7E9D5-E70C-C394-D814-9CAA6F478376}"/>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a:extLst>
                  <a:ext uri="{FF2B5EF4-FFF2-40B4-BE49-F238E27FC236}">
                    <a16:creationId xmlns:a16="http://schemas.microsoft.com/office/drawing/2014/main" id="{AA69EB18-5D40-3199-2332-CC42E66F9C7E}"/>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08C98FDF-F307-0143-54EA-7D230AA9C1D8}"/>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21F8E7F1-4FE6-42BE-D39F-BE39A4A569D9}"/>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DB9A7430-59BF-BC1A-782B-B1FAC9B8F0F4}"/>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E2ADF73D-7D1C-4B1E-45C5-CF874AD9AE1D}"/>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276D2AF1-AB4B-D48B-F1C5-4517AEA3E8C8}"/>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a:extLst>
                <a:ext uri="{FF2B5EF4-FFF2-40B4-BE49-F238E27FC236}">
                  <a16:creationId xmlns:a16="http://schemas.microsoft.com/office/drawing/2014/main" id="{10E40541-1AC5-DC31-28C4-EA4DB9475D61}"/>
                </a:ext>
              </a:extLst>
            </p:cNvPr>
            <p:cNvGrpSpPr/>
            <p:nvPr/>
          </p:nvGrpSpPr>
          <p:grpSpPr>
            <a:xfrm>
              <a:off x="7787267" y="539497"/>
              <a:ext cx="208184" cy="208184"/>
              <a:chOff x="8356813" y="1074288"/>
              <a:chExt cx="351900" cy="351900"/>
            </a:xfrm>
          </p:grpSpPr>
          <p:sp>
            <p:nvSpPr>
              <p:cNvPr id="1508" name="Google Shape;1508;p38">
                <a:extLst>
                  <a:ext uri="{FF2B5EF4-FFF2-40B4-BE49-F238E27FC236}">
                    <a16:creationId xmlns:a16="http://schemas.microsoft.com/office/drawing/2014/main" id="{96B2EDC2-E7E5-E231-C558-5E69A4963691}"/>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a:extLst>
                  <a:ext uri="{FF2B5EF4-FFF2-40B4-BE49-F238E27FC236}">
                    <a16:creationId xmlns:a16="http://schemas.microsoft.com/office/drawing/2014/main" id="{E2743FFC-842E-C62F-1CCA-D7B30DC94CEA}"/>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a:extLst>
                <a:ext uri="{FF2B5EF4-FFF2-40B4-BE49-F238E27FC236}">
                  <a16:creationId xmlns:a16="http://schemas.microsoft.com/office/drawing/2014/main" id="{B8ED817A-63E3-7730-A747-8CC7F33F030A}"/>
                </a:ext>
              </a:extLst>
            </p:cNvPr>
            <p:cNvGrpSpPr/>
            <p:nvPr/>
          </p:nvGrpSpPr>
          <p:grpSpPr>
            <a:xfrm>
              <a:off x="7194842" y="2467660"/>
              <a:ext cx="208184" cy="208184"/>
              <a:chOff x="8356813" y="1074288"/>
              <a:chExt cx="351900" cy="351900"/>
            </a:xfrm>
          </p:grpSpPr>
          <p:sp>
            <p:nvSpPr>
              <p:cNvPr id="1511" name="Google Shape;1511;p38">
                <a:extLst>
                  <a:ext uri="{FF2B5EF4-FFF2-40B4-BE49-F238E27FC236}">
                    <a16:creationId xmlns:a16="http://schemas.microsoft.com/office/drawing/2014/main" id="{3D5F61A8-8BB8-2E20-76EC-159F781E9459}"/>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184C3CF0-A6E9-03D9-E0A0-440C766A0EA6}"/>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a:extLst>
                <a:ext uri="{FF2B5EF4-FFF2-40B4-BE49-F238E27FC236}">
                  <a16:creationId xmlns:a16="http://schemas.microsoft.com/office/drawing/2014/main" id="{DA9FF677-820D-6F8F-D5FC-0BF9EBD9D012}"/>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a:extLst>
              <a:ext uri="{FF2B5EF4-FFF2-40B4-BE49-F238E27FC236}">
                <a16:creationId xmlns:a16="http://schemas.microsoft.com/office/drawing/2014/main" id="{2BB9493A-89E1-4E46-E8A9-86E596BEAAB1}"/>
              </a:ext>
            </a:extLst>
          </p:cNvPr>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1515" name="Google Shape;1515;p38">
            <a:extLst>
              <a:ext uri="{FF2B5EF4-FFF2-40B4-BE49-F238E27FC236}">
                <a16:creationId xmlns:a16="http://schemas.microsoft.com/office/drawing/2014/main" id="{300C3735-C587-C0FC-7AD2-BD4943D99917}"/>
              </a:ext>
            </a:extLst>
          </p:cNvPr>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a:extLst>
              <a:ext uri="{FF2B5EF4-FFF2-40B4-BE49-F238E27FC236}">
                <a16:creationId xmlns:a16="http://schemas.microsoft.com/office/drawing/2014/main" id="{6C60FB47-F47C-E234-9D6F-A0B7F8482B6F}"/>
              </a:ext>
            </a:extLst>
          </p:cNvPr>
          <p:cNvSpPr txBox="1">
            <a:spLocks noGrp="1"/>
          </p:cNvSpPr>
          <p:nvPr>
            <p:ph type="title"/>
          </p:nvPr>
        </p:nvSpPr>
        <p:spPr>
          <a:xfrm>
            <a:off x="719999" y="2079325"/>
            <a:ext cx="10964001"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5400" dirty="0"/>
              <a:t>Advanced Graph </a:t>
            </a:r>
            <a:br>
              <a:rPr lang="en-US" sz="5400" dirty="0"/>
            </a:br>
            <a:r>
              <a:rPr lang="en-US" sz="5400" dirty="0"/>
              <a:t>Concepts</a:t>
            </a:r>
          </a:p>
        </p:txBody>
      </p:sp>
      <p:grpSp>
        <p:nvGrpSpPr>
          <p:cNvPr id="1523" name="Google Shape;1523;p38">
            <a:extLst>
              <a:ext uri="{FF2B5EF4-FFF2-40B4-BE49-F238E27FC236}">
                <a16:creationId xmlns:a16="http://schemas.microsoft.com/office/drawing/2014/main" id="{89527B1C-4296-D39D-2D99-61B2EAB50B10}"/>
              </a:ext>
            </a:extLst>
          </p:cNvPr>
          <p:cNvGrpSpPr/>
          <p:nvPr/>
        </p:nvGrpSpPr>
        <p:grpSpPr>
          <a:xfrm>
            <a:off x="823957" y="3019701"/>
            <a:ext cx="6387123" cy="231449"/>
            <a:chOff x="796100" y="3019701"/>
            <a:chExt cx="4558967" cy="134100"/>
          </a:xfrm>
        </p:grpSpPr>
        <p:sp>
          <p:nvSpPr>
            <p:cNvPr id="1524" name="Google Shape;1524;p38">
              <a:extLst>
                <a:ext uri="{FF2B5EF4-FFF2-40B4-BE49-F238E27FC236}">
                  <a16:creationId xmlns:a16="http://schemas.microsoft.com/office/drawing/2014/main" id="{40C7A6BE-7605-3B40-ADDE-63B653B91A91}"/>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EBA769B1-9F00-BAA7-ED1C-CA182175A6EC}"/>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451288E2-E9ED-0017-9A92-86BBC25AF306}"/>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46438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34"/>
        <p:cNvGrpSpPr/>
        <p:nvPr/>
      </p:nvGrpSpPr>
      <p:grpSpPr>
        <a:xfrm>
          <a:off x="0" y="0"/>
          <a:ext cx="0" cy="0"/>
          <a:chOff x="0" y="0"/>
          <a:chExt cx="0" cy="0"/>
        </a:xfrm>
      </p:grpSpPr>
      <p:sp>
        <p:nvSpPr>
          <p:cNvPr id="1635" name="Google Shape;163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Connectivity Concepts</a:t>
            </a:r>
          </a:p>
        </p:txBody>
      </p:sp>
      <p:sp>
        <p:nvSpPr>
          <p:cNvPr id="1637" name="Google Shape;1637;p41"/>
          <p:cNvSpPr txBox="1">
            <a:spLocks noGrp="1"/>
          </p:cNvSpPr>
          <p:nvPr>
            <p:ph type="subTitle" idx="2"/>
          </p:nvPr>
        </p:nvSpPr>
        <p:spPr>
          <a:xfrm>
            <a:off x="1178960" y="1564780"/>
            <a:ext cx="6722980" cy="1320600"/>
          </a:xfrm>
          <a:prstGeom prst="rect">
            <a:avLst/>
          </a:prstGeom>
        </p:spPr>
        <p:txBody>
          <a:bodyPr spcFirstLastPara="1" wrap="square" lIns="91425" tIns="91425" rIns="91425" bIns="91425" anchor="t" anchorCtr="0">
            <a:noAutofit/>
          </a:bodyPr>
          <a:lstStyle/>
          <a:p>
            <a:pPr marL="0" indent="0" algn="just">
              <a:lnSpc>
                <a:spcPct val="150000"/>
              </a:lnSpc>
            </a:pPr>
            <a:r>
              <a:rPr lang="en-US" dirty="0"/>
              <a:t>Two nodes are connected if there is a path between them.</a:t>
            </a:r>
          </a:p>
          <a:p>
            <a:pPr marL="0" indent="0" algn="just">
              <a:lnSpc>
                <a:spcPct val="150000"/>
              </a:lnSpc>
            </a:pPr>
            <a:r>
              <a:rPr lang="en-US" dirty="0"/>
              <a:t>A graph is connected when all nodes are interconnected.</a:t>
            </a:r>
          </a:p>
          <a:p>
            <a:pPr marL="0" indent="0">
              <a:lnSpc>
                <a:spcPct val="150000"/>
              </a:lnSpc>
            </a:pPr>
            <a:r>
              <a:rPr lang="en-US" dirty="0"/>
              <a:t>Connected components are subsets of nodes that are connected.</a:t>
            </a:r>
          </a:p>
        </p:txBody>
      </p:sp>
      <p:sp>
        <p:nvSpPr>
          <p:cNvPr id="44" name="Google Shape;10541;p77">
            <a:extLst>
              <a:ext uri="{FF2B5EF4-FFF2-40B4-BE49-F238E27FC236}">
                <a16:creationId xmlns:a16="http://schemas.microsoft.com/office/drawing/2014/main" id="{D6C3AF15-B43F-3E2E-631E-32577C62B380}"/>
              </a:ext>
            </a:extLst>
          </p:cNvPr>
          <p:cNvSpPr/>
          <p:nvPr/>
        </p:nvSpPr>
        <p:spPr>
          <a:xfrm>
            <a:off x="1135524" y="1803686"/>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542;p77">
            <a:extLst>
              <a:ext uri="{FF2B5EF4-FFF2-40B4-BE49-F238E27FC236}">
                <a16:creationId xmlns:a16="http://schemas.microsoft.com/office/drawing/2014/main" id="{7263F396-AAED-6E96-2CD5-F60D6751BA82}"/>
              </a:ext>
            </a:extLst>
          </p:cNvPr>
          <p:cNvSpPr/>
          <p:nvPr/>
        </p:nvSpPr>
        <p:spPr>
          <a:xfrm>
            <a:off x="1135524" y="2123291"/>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0543;p77">
            <a:extLst>
              <a:ext uri="{FF2B5EF4-FFF2-40B4-BE49-F238E27FC236}">
                <a16:creationId xmlns:a16="http://schemas.microsoft.com/office/drawing/2014/main" id="{336147C9-7E7B-E555-CCFB-EBD181F327DE}"/>
              </a:ext>
            </a:extLst>
          </p:cNvPr>
          <p:cNvSpPr/>
          <p:nvPr/>
        </p:nvSpPr>
        <p:spPr>
          <a:xfrm>
            <a:off x="1135524" y="2416548"/>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A68FF4D8-4A06-97CB-9FD4-C4E68952ECC0}"/>
            </a:ext>
          </a:extLst>
        </p:cNvPr>
        <p:cNvGrpSpPr/>
        <p:nvPr/>
      </p:nvGrpSpPr>
      <p:grpSpPr>
        <a:xfrm>
          <a:off x="0" y="0"/>
          <a:ext cx="0" cy="0"/>
          <a:chOff x="0" y="0"/>
          <a:chExt cx="0" cy="0"/>
        </a:xfrm>
      </p:grpSpPr>
      <p:sp>
        <p:nvSpPr>
          <p:cNvPr id="1635" name="Google Shape;1635;p41">
            <a:extLst>
              <a:ext uri="{FF2B5EF4-FFF2-40B4-BE49-F238E27FC236}">
                <a16:creationId xmlns:a16="http://schemas.microsoft.com/office/drawing/2014/main" id="{631E2F5B-4B05-A921-21B3-B1AFE8CB70E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Strongly Connected Component (SCC)</a:t>
            </a:r>
          </a:p>
        </p:txBody>
      </p:sp>
      <p:sp>
        <p:nvSpPr>
          <p:cNvPr id="1637" name="Google Shape;1637;p41">
            <a:extLst>
              <a:ext uri="{FF2B5EF4-FFF2-40B4-BE49-F238E27FC236}">
                <a16:creationId xmlns:a16="http://schemas.microsoft.com/office/drawing/2014/main" id="{C54B7A7C-011B-8E87-2D3F-E7E9CD4EAB0C}"/>
              </a:ext>
            </a:extLst>
          </p:cNvPr>
          <p:cNvSpPr txBox="1">
            <a:spLocks noGrp="1"/>
          </p:cNvSpPr>
          <p:nvPr>
            <p:ph type="subTitle" idx="2"/>
          </p:nvPr>
        </p:nvSpPr>
        <p:spPr>
          <a:xfrm>
            <a:off x="1178960" y="1564780"/>
            <a:ext cx="6722980" cy="1320600"/>
          </a:xfrm>
          <a:prstGeom prst="rect">
            <a:avLst/>
          </a:prstGeom>
        </p:spPr>
        <p:txBody>
          <a:bodyPr spcFirstLastPara="1" wrap="square" lIns="91425" tIns="91425" rIns="91425" bIns="91425" anchor="t" anchorCtr="0">
            <a:noAutofit/>
          </a:bodyPr>
          <a:lstStyle/>
          <a:p>
            <a:pPr marL="0" indent="0" algn="just">
              <a:lnSpc>
                <a:spcPct val="150000"/>
              </a:lnSpc>
            </a:pPr>
            <a:r>
              <a:rPr lang="en-US" dirty="0"/>
              <a:t>A subgraph where every node is reachable from every other node.</a:t>
            </a:r>
          </a:p>
          <a:p>
            <a:pPr marL="0" indent="0" algn="just">
              <a:lnSpc>
                <a:spcPct val="150000"/>
              </a:lnSpc>
            </a:pPr>
            <a:r>
              <a:rPr lang="en-US" dirty="0"/>
              <a:t>It is important for analyzing networks and flow structures.</a:t>
            </a:r>
          </a:p>
          <a:p>
            <a:pPr marL="0" indent="0" algn="just">
              <a:lnSpc>
                <a:spcPct val="150000"/>
              </a:lnSpc>
            </a:pPr>
            <a:r>
              <a:rPr lang="en-US" dirty="0"/>
              <a:t>Used in applications like social networks and circuit design.</a:t>
            </a:r>
          </a:p>
        </p:txBody>
      </p:sp>
      <p:sp>
        <p:nvSpPr>
          <p:cNvPr id="44" name="Google Shape;10541;p77">
            <a:extLst>
              <a:ext uri="{FF2B5EF4-FFF2-40B4-BE49-F238E27FC236}">
                <a16:creationId xmlns:a16="http://schemas.microsoft.com/office/drawing/2014/main" id="{D7D9E259-D1FD-E49A-B6E8-058255BDB074}"/>
              </a:ext>
            </a:extLst>
          </p:cNvPr>
          <p:cNvSpPr/>
          <p:nvPr/>
        </p:nvSpPr>
        <p:spPr>
          <a:xfrm>
            <a:off x="1135524" y="1803686"/>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542;p77">
            <a:extLst>
              <a:ext uri="{FF2B5EF4-FFF2-40B4-BE49-F238E27FC236}">
                <a16:creationId xmlns:a16="http://schemas.microsoft.com/office/drawing/2014/main" id="{DD0E20B6-B192-8BC9-16D1-916CFBE42D87}"/>
              </a:ext>
            </a:extLst>
          </p:cNvPr>
          <p:cNvSpPr/>
          <p:nvPr/>
        </p:nvSpPr>
        <p:spPr>
          <a:xfrm>
            <a:off x="1135524" y="2123291"/>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0543;p77">
            <a:extLst>
              <a:ext uri="{FF2B5EF4-FFF2-40B4-BE49-F238E27FC236}">
                <a16:creationId xmlns:a16="http://schemas.microsoft.com/office/drawing/2014/main" id="{600D5B45-5ED4-EA52-F7AA-D5F8A5592E7B}"/>
              </a:ext>
            </a:extLst>
          </p:cNvPr>
          <p:cNvSpPr/>
          <p:nvPr/>
        </p:nvSpPr>
        <p:spPr>
          <a:xfrm>
            <a:off x="1135524" y="2431441"/>
            <a:ext cx="80700" cy="80700"/>
          </a:xfrm>
          <a:prstGeom prst="rect">
            <a:avLst/>
          </a:pr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2814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6"/>
        <p:cNvGrpSpPr/>
        <p:nvPr/>
      </p:nvGrpSpPr>
      <p:grpSpPr>
        <a:xfrm>
          <a:off x="0" y="0"/>
          <a:ext cx="0" cy="0"/>
          <a:chOff x="0" y="0"/>
          <a:chExt cx="0" cy="0"/>
        </a:xfrm>
      </p:grpSpPr>
      <p:sp>
        <p:nvSpPr>
          <p:cNvPr id="2227" name="Google Shape;2227;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Types of Edges in DFS</a:t>
            </a:r>
          </a:p>
        </p:txBody>
      </p:sp>
      <p:sp>
        <p:nvSpPr>
          <p:cNvPr id="2260" name="Google Shape;2260;p59"/>
          <p:cNvSpPr txBox="1"/>
          <p:nvPr/>
        </p:nvSpPr>
        <p:spPr>
          <a:xfrm>
            <a:off x="720000" y="2713441"/>
            <a:ext cx="1573200" cy="475500"/>
          </a:xfrm>
          <a:prstGeom prst="rect">
            <a:avLst/>
          </a:prstGeom>
          <a:noFill/>
          <a:ln>
            <a:noFill/>
          </a:ln>
        </p:spPr>
        <p:txBody>
          <a:bodyPr spcFirstLastPara="1" wrap="square" lIns="91425" tIns="91425" rIns="91425" bIns="91425" anchor="b" anchorCtr="0">
            <a:noAutofit/>
          </a:bodyPr>
          <a:lstStyle/>
          <a:p>
            <a:pPr lvl="0" algn="ctr" rtl="0">
              <a:lnSpc>
                <a:spcPct val="115000"/>
              </a:lnSpc>
              <a:spcBef>
                <a:spcPts val="0"/>
              </a:spcBef>
              <a:spcAft>
                <a:spcPts val="0"/>
              </a:spcAft>
            </a:pPr>
            <a:r>
              <a:rPr lang="en-US" sz="2000" b="1" dirty="0">
                <a:solidFill>
                  <a:schemeClr val="dk1"/>
                </a:solidFill>
                <a:latin typeface="IBM Plex Mono"/>
                <a:ea typeface="IBM Plex Mono"/>
                <a:cs typeface="IBM Plex Mono"/>
                <a:sym typeface="IBM Plex Mono"/>
              </a:rPr>
              <a:t>Tree edge</a:t>
            </a:r>
          </a:p>
        </p:txBody>
      </p:sp>
      <p:sp>
        <p:nvSpPr>
          <p:cNvPr id="2261" name="Google Shape;2261;p59"/>
          <p:cNvSpPr txBox="1"/>
          <p:nvPr/>
        </p:nvSpPr>
        <p:spPr>
          <a:xfrm>
            <a:off x="716958" y="3448410"/>
            <a:ext cx="1573200" cy="869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 An edge  present in the DFS tree</a:t>
            </a:r>
            <a:endParaRPr lang="en-US" b="1" dirty="0">
              <a:solidFill>
                <a:schemeClr val="dk1"/>
              </a:solidFill>
              <a:latin typeface="Poppins"/>
              <a:ea typeface="Poppins"/>
              <a:cs typeface="Poppins"/>
              <a:sym typeface="Poppins"/>
            </a:endParaRPr>
          </a:p>
        </p:txBody>
      </p:sp>
      <p:sp>
        <p:nvSpPr>
          <p:cNvPr id="2262" name="Google Shape;2262;p59"/>
          <p:cNvSpPr txBox="1"/>
          <p:nvPr/>
        </p:nvSpPr>
        <p:spPr>
          <a:xfrm>
            <a:off x="2665990" y="2979034"/>
            <a:ext cx="1806348" cy="476105"/>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Forward edge</a:t>
            </a:r>
          </a:p>
        </p:txBody>
      </p:sp>
      <p:sp>
        <p:nvSpPr>
          <p:cNvPr id="2263" name="Google Shape;2263;p59"/>
          <p:cNvSpPr txBox="1"/>
          <p:nvPr/>
        </p:nvSpPr>
        <p:spPr>
          <a:xfrm>
            <a:off x="2760038" y="3386719"/>
            <a:ext cx="1573200" cy="869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Connects a node to a descendant</a:t>
            </a:r>
          </a:p>
        </p:txBody>
      </p:sp>
      <p:sp>
        <p:nvSpPr>
          <p:cNvPr id="2264" name="Google Shape;2264;p59"/>
          <p:cNvSpPr txBox="1"/>
          <p:nvPr/>
        </p:nvSpPr>
        <p:spPr>
          <a:xfrm>
            <a:off x="734163"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Poppins"/>
                <a:ea typeface="Poppins"/>
                <a:cs typeface="Poppins"/>
                <a:sym typeface="Poppins"/>
              </a:rPr>
              <a:t>01</a:t>
            </a:r>
            <a:endParaRPr sz="3000" b="1">
              <a:solidFill>
                <a:schemeClr val="lt2"/>
              </a:solidFill>
              <a:latin typeface="Poppins"/>
              <a:ea typeface="Poppins"/>
              <a:cs typeface="Poppins"/>
              <a:sym typeface="Poppins"/>
            </a:endParaRPr>
          </a:p>
        </p:txBody>
      </p:sp>
      <p:sp>
        <p:nvSpPr>
          <p:cNvPr id="2265" name="Google Shape;2265;p59"/>
          <p:cNvSpPr txBox="1"/>
          <p:nvPr/>
        </p:nvSpPr>
        <p:spPr>
          <a:xfrm>
            <a:off x="4618064" y="2974243"/>
            <a:ext cx="1954757" cy="475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Backward edge</a:t>
            </a:r>
          </a:p>
        </p:txBody>
      </p:sp>
      <p:sp>
        <p:nvSpPr>
          <p:cNvPr id="2266" name="Google Shape;2266;p59"/>
          <p:cNvSpPr txBox="1"/>
          <p:nvPr/>
        </p:nvSpPr>
        <p:spPr>
          <a:xfrm>
            <a:off x="4744196" y="3347210"/>
            <a:ext cx="1689730" cy="869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 Connects to an ancestor, forming a cycle</a:t>
            </a:r>
          </a:p>
        </p:txBody>
      </p:sp>
      <p:sp>
        <p:nvSpPr>
          <p:cNvPr id="2267" name="Google Shape;2267;p59"/>
          <p:cNvSpPr txBox="1"/>
          <p:nvPr/>
        </p:nvSpPr>
        <p:spPr>
          <a:xfrm>
            <a:off x="6705784" y="2701900"/>
            <a:ext cx="1834912" cy="4755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Cross edge</a:t>
            </a:r>
          </a:p>
        </p:txBody>
      </p:sp>
      <p:sp>
        <p:nvSpPr>
          <p:cNvPr id="2268" name="Google Shape;2268;p59"/>
          <p:cNvSpPr txBox="1"/>
          <p:nvPr/>
        </p:nvSpPr>
        <p:spPr>
          <a:xfrm>
            <a:off x="6560058" y="3347210"/>
            <a:ext cx="2209616" cy="869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Connects nodes in the DFS tree without ancestor/descendant relationship</a:t>
            </a:r>
          </a:p>
        </p:txBody>
      </p:sp>
      <p:sp>
        <p:nvSpPr>
          <p:cNvPr id="2269" name="Google Shape;2269;p59"/>
          <p:cNvSpPr txBox="1"/>
          <p:nvPr/>
        </p:nvSpPr>
        <p:spPr>
          <a:xfrm>
            <a:off x="2768315"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Poppins"/>
                <a:ea typeface="Poppins"/>
                <a:cs typeface="Poppins"/>
                <a:sym typeface="Poppins"/>
              </a:rPr>
              <a:t>02</a:t>
            </a:r>
            <a:endParaRPr sz="3000" b="1">
              <a:solidFill>
                <a:schemeClr val="lt2"/>
              </a:solidFill>
              <a:latin typeface="Poppins"/>
              <a:ea typeface="Poppins"/>
              <a:cs typeface="Poppins"/>
              <a:sym typeface="Poppins"/>
            </a:endParaRPr>
          </a:p>
        </p:txBody>
      </p:sp>
      <p:sp>
        <p:nvSpPr>
          <p:cNvPr id="2270" name="Google Shape;2270;p59"/>
          <p:cNvSpPr txBox="1"/>
          <p:nvPr/>
        </p:nvSpPr>
        <p:spPr>
          <a:xfrm>
            <a:off x="4802461"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Poppins"/>
                <a:ea typeface="Poppins"/>
                <a:cs typeface="Poppins"/>
                <a:sym typeface="Poppins"/>
              </a:rPr>
              <a:t>03</a:t>
            </a:r>
            <a:endParaRPr sz="3000" b="1">
              <a:solidFill>
                <a:schemeClr val="lt2"/>
              </a:solidFill>
              <a:latin typeface="Poppins"/>
              <a:ea typeface="Poppins"/>
              <a:cs typeface="Poppins"/>
              <a:sym typeface="Poppins"/>
            </a:endParaRPr>
          </a:p>
        </p:txBody>
      </p:sp>
      <p:sp>
        <p:nvSpPr>
          <p:cNvPr id="2271" name="Google Shape;2271;p59"/>
          <p:cNvSpPr txBox="1"/>
          <p:nvPr/>
        </p:nvSpPr>
        <p:spPr>
          <a:xfrm>
            <a:off x="6836640" y="1243875"/>
            <a:ext cx="1573200" cy="48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000" b="1">
                <a:solidFill>
                  <a:schemeClr val="lt2"/>
                </a:solidFill>
                <a:latin typeface="Poppins"/>
                <a:ea typeface="Poppins"/>
                <a:cs typeface="Poppins"/>
                <a:sym typeface="Poppins"/>
              </a:rPr>
              <a:t>04</a:t>
            </a:r>
            <a:endParaRPr sz="3000" b="1">
              <a:solidFill>
                <a:schemeClr val="lt2"/>
              </a:solidFill>
              <a:latin typeface="Poppins"/>
              <a:ea typeface="Poppins"/>
              <a:cs typeface="Poppins"/>
              <a:sym typeface="Poppins"/>
            </a:endParaRPr>
          </a:p>
        </p:txBody>
      </p:sp>
      <p:cxnSp>
        <p:nvCxnSpPr>
          <p:cNvPr id="2275" name="Google Shape;2275;p59"/>
          <p:cNvCxnSpPr>
            <a:cxnSpLocks/>
          </p:cNvCxnSpPr>
          <p:nvPr/>
        </p:nvCxnSpPr>
        <p:spPr>
          <a:xfrm rot="-5400000" flipH="1">
            <a:off x="1284810" y="2427925"/>
            <a:ext cx="468900" cy="600"/>
          </a:xfrm>
          <a:prstGeom prst="bentConnector3">
            <a:avLst>
              <a:gd name="adj1" fmla="val 50011"/>
            </a:avLst>
          </a:prstGeom>
          <a:noFill/>
          <a:ln w="9525" cap="flat" cmpd="sng">
            <a:solidFill>
              <a:schemeClr val="lt2"/>
            </a:solidFill>
            <a:prstDash val="solid"/>
            <a:round/>
            <a:headEnd type="none" w="med" len="med"/>
            <a:tailEnd type="oval" w="med" len="med"/>
          </a:ln>
        </p:spPr>
      </p:cxnSp>
      <p:cxnSp>
        <p:nvCxnSpPr>
          <p:cNvPr id="2276" name="Google Shape;2276;p59"/>
          <p:cNvCxnSpPr>
            <a:cxnSpLocks/>
          </p:cNvCxnSpPr>
          <p:nvPr/>
        </p:nvCxnSpPr>
        <p:spPr>
          <a:xfrm rot="16200000" flipH="1">
            <a:off x="3318901" y="2429192"/>
            <a:ext cx="468395" cy="15"/>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277" name="Google Shape;2277;p59"/>
          <p:cNvCxnSpPr>
            <a:cxnSpLocks/>
          </p:cNvCxnSpPr>
          <p:nvPr/>
        </p:nvCxnSpPr>
        <p:spPr>
          <a:xfrm rot="-5400000" flipH="1">
            <a:off x="5359484" y="2435922"/>
            <a:ext cx="468900" cy="600"/>
          </a:xfrm>
          <a:prstGeom prst="bentConnector3">
            <a:avLst>
              <a:gd name="adj1" fmla="val 50011"/>
            </a:avLst>
          </a:prstGeom>
          <a:noFill/>
          <a:ln w="9525" cap="flat" cmpd="sng">
            <a:solidFill>
              <a:schemeClr val="lt2"/>
            </a:solidFill>
            <a:prstDash val="solid"/>
            <a:round/>
            <a:headEnd type="none" w="med" len="med"/>
            <a:tailEnd type="oval" w="med" len="med"/>
          </a:ln>
        </p:spPr>
      </p:cxnSp>
      <p:cxnSp>
        <p:nvCxnSpPr>
          <p:cNvPr id="2278" name="Google Shape;2278;p59"/>
          <p:cNvCxnSpPr>
            <a:cxnSpLocks/>
          </p:cNvCxnSpPr>
          <p:nvPr/>
        </p:nvCxnSpPr>
        <p:spPr>
          <a:xfrm rot="5400000">
            <a:off x="7387290" y="2438023"/>
            <a:ext cx="472503" cy="1"/>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279" name="Google Shape;2279;p59"/>
          <p:cNvCxnSpPr>
            <a:cxnSpLocks/>
            <a:stCxn id="2269" idx="2"/>
          </p:cNvCxnSpPr>
          <p:nvPr/>
        </p:nvCxnSpPr>
        <p:spPr>
          <a:xfrm rot="-5400000" flipH="1">
            <a:off x="3317465" y="19673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cxnSp>
        <p:nvCxnSpPr>
          <p:cNvPr id="2280" name="Google Shape;2280;p59"/>
          <p:cNvCxnSpPr>
            <a:cxnSpLocks/>
          </p:cNvCxnSpPr>
          <p:nvPr/>
        </p:nvCxnSpPr>
        <p:spPr>
          <a:xfrm rot="-5400000" flipH="1">
            <a:off x="5357993" y="19673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cxnSp>
        <p:nvCxnSpPr>
          <p:cNvPr id="2281" name="Google Shape;2281;p59"/>
          <p:cNvCxnSpPr>
            <a:cxnSpLocks/>
            <a:stCxn id="2271" idx="2"/>
          </p:cNvCxnSpPr>
          <p:nvPr/>
        </p:nvCxnSpPr>
        <p:spPr>
          <a:xfrm rot="-5400000" flipH="1">
            <a:off x="7385790" y="19673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cxnSp>
        <p:nvCxnSpPr>
          <p:cNvPr id="18" name="Google Shape;2279;p59">
            <a:extLst>
              <a:ext uri="{FF2B5EF4-FFF2-40B4-BE49-F238E27FC236}">
                <a16:creationId xmlns:a16="http://schemas.microsoft.com/office/drawing/2014/main" id="{22BE8607-6230-B6BC-46B8-8610A2797B7D}"/>
              </a:ext>
            </a:extLst>
          </p:cNvPr>
          <p:cNvCxnSpPr>
            <a:cxnSpLocks/>
          </p:cNvCxnSpPr>
          <p:nvPr/>
        </p:nvCxnSpPr>
        <p:spPr>
          <a:xfrm rot="-5400000" flipH="1">
            <a:off x="1282110" y="1955725"/>
            <a:ext cx="475500" cy="600"/>
          </a:xfrm>
          <a:prstGeom prst="bentConnector3">
            <a:avLst>
              <a:gd name="adj1" fmla="val 49987"/>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26">
          <a:extLst>
            <a:ext uri="{FF2B5EF4-FFF2-40B4-BE49-F238E27FC236}">
              <a16:creationId xmlns:a16="http://schemas.microsoft.com/office/drawing/2014/main" id="{CA36D400-0D80-117B-E3D5-6442A8CC0A76}"/>
            </a:ext>
          </a:extLst>
        </p:cNvPr>
        <p:cNvGrpSpPr/>
        <p:nvPr/>
      </p:nvGrpSpPr>
      <p:grpSpPr>
        <a:xfrm>
          <a:off x="0" y="0"/>
          <a:ext cx="0" cy="0"/>
          <a:chOff x="0" y="0"/>
          <a:chExt cx="0" cy="0"/>
        </a:xfrm>
      </p:grpSpPr>
      <p:sp>
        <p:nvSpPr>
          <p:cNvPr id="2227" name="Google Shape;2227;p59">
            <a:extLst>
              <a:ext uri="{FF2B5EF4-FFF2-40B4-BE49-F238E27FC236}">
                <a16:creationId xmlns:a16="http://schemas.microsoft.com/office/drawing/2014/main" id="{B5446BFB-A160-78C9-13BB-39EF371CA39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Types of Edges in DFS</a:t>
            </a:r>
          </a:p>
        </p:txBody>
      </p:sp>
      <p:grpSp>
        <p:nvGrpSpPr>
          <p:cNvPr id="4" name="Group 3">
            <a:extLst>
              <a:ext uri="{FF2B5EF4-FFF2-40B4-BE49-F238E27FC236}">
                <a16:creationId xmlns:a16="http://schemas.microsoft.com/office/drawing/2014/main" id="{24F2B903-A605-F3E5-BF9B-9D0A93491BC5}"/>
              </a:ext>
            </a:extLst>
          </p:cNvPr>
          <p:cNvGrpSpPr/>
          <p:nvPr/>
        </p:nvGrpSpPr>
        <p:grpSpPr>
          <a:xfrm>
            <a:off x="1670640" y="1259291"/>
            <a:ext cx="5802720" cy="3439184"/>
            <a:chOff x="1489440" y="1017725"/>
            <a:chExt cx="5802720" cy="3439184"/>
          </a:xfrm>
        </p:grpSpPr>
        <p:pic>
          <p:nvPicPr>
            <p:cNvPr id="3074" name="Picture 2" descr="Depth First Search - InterviewBit">
              <a:extLst>
                <a:ext uri="{FF2B5EF4-FFF2-40B4-BE49-F238E27FC236}">
                  <a16:creationId xmlns:a16="http://schemas.microsoft.com/office/drawing/2014/main" id="{5372AE34-E8BB-4F23-82B7-B622F3064B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29" t="4296" r="950" b="8777"/>
            <a:stretch/>
          </p:blipFill>
          <p:spPr bwMode="auto">
            <a:xfrm>
              <a:off x="1489440" y="1017725"/>
              <a:ext cx="5802720" cy="3439184"/>
            </a:xfrm>
            <a:prstGeom prst="snip1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E6C412C-6770-C25A-1D42-2777D808A8B0}"/>
                </a:ext>
              </a:extLst>
            </p:cNvPr>
            <p:cNvSpPr/>
            <p:nvPr/>
          </p:nvSpPr>
          <p:spPr>
            <a:xfrm>
              <a:off x="5949680" y="1017725"/>
              <a:ext cx="1342480" cy="90424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67302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cxnSp>
        <p:nvCxnSpPr>
          <p:cNvPr id="56" name="Straight Arrow Connector 55">
            <a:extLst>
              <a:ext uri="{FF2B5EF4-FFF2-40B4-BE49-F238E27FC236}">
                <a16:creationId xmlns:a16="http://schemas.microsoft.com/office/drawing/2014/main" id="{FF1C0D01-6ECC-829E-A34C-F36F4B909E39}"/>
              </a:ext>
            </a:extLst>
          </p:cNvPr>
          <p:cNvCxnSpPr>
            <a:cxnSpLocks/>
            <a:stCxn id="27" idx="3"/>
            <a:endCxn id="28" idx="0"/>
          </p:cNvCxnSpPr>
          <p:nvPr/>
        </p:nvCxnSpPr>
        <p:spPr>
          <a:xfrm flipH="1">
            <a:off x="2907125" y="1743008"/>
            <a:ext cx="501357" cy="11274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5" name="Connector: Curved 1764">
            <a:extLst>
              <a:ext uri="{FF2B5EF4-FFF2-40B4-BE49-F238E27FC236}">
                <a16:creationId xmlns:a16="http://schemas.microsoft.com/office/drawing/2014/main" id="{6A0B299B-F168-AD37-04C8-47FF4F557AC0}"/>
              </a:ext>
            </a:extLst>
          </p:cNvPr>
          <p:cNvCxnSpPr>
            <a:stCxn id="33" idx="0"/>
            <a:endCxn id="27" idx="6"/>
          </p:cNvCxnSpPr>
          <p:nvPr/>
        </p:nvCxnSpPr>
        <p:spPr>
          <a:xfrm rot="16200000" flipV="1">
            <a:off x="3550219" y="1813490"/>
            <a:ext cx="1666169" cy="1261711"/>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73BADA48-3FAA-EDAB-8129-1D09843DBFEF}"/>
              </a:ext>
            </a:extLst>
          </p:cNvPr>
          <p:cNvSpPr/>
          <p:nvPr/>
        </p:nvSpPr>
        <p:spPr>
          <a:xfrm>
            <a:off x="2008409" y="23107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24" name="Oval 23">
            <a:extLst>
              <a:ext uri="{FF2B5EF4-FFF2-40B4-BE49-F238E27FC236}">
                <a16:creationId xmlns:a16="http://schemas.microsoft.com/office/drawing/2014/main" id="{F4D30B43-FE2B-A4B1-250B-7041C298801A}"/>
              </a:ext>
            </a:extLst>
          </p:cNvPr>
          <p:cNvSpPr/>
          <p:nvPr/>
        </p:nvSpPr>
        <p:spPr>
          <a:xfrm>
            <a:off x="1305561" y="286562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v</a:t>
            </a:r>
          </a:p>
        </p:txBody>
      </p:sp>
      <p:sp>
        <p:nvSpPr>
          <p:cNvPr id="27" name="Oval 26">
            <a:extLst>
              <a:ext uri="{FF2B5EF4-FFF2-40B4-BE49-F238E27FC236}">
                <a16:creationId xmlns:a16="http://schemas.microsoft.com/office/drawing/2014/main" id="{3D63E487-1DEF-EF3F-9F78-0913995863B7}"/>
              </a:ext>
            </a:extLst>
          </p:cNvPr>
          <p:cNvSpPr/>
          <p:nvPr/>
        </p:nvSpPr>
        <p:spPr>
          <a:xfrm>
            <a:off x="3349467" y="142494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q</a:t>
            </a:r>
          </a:p>
        </p:txBody>
      </p:sp>
      <p:sp>
        <p:nvSpPr>
          <p:cNvPr id="28" name="Oval 27">
            <a:extLst>
              <a:ext uri="{FF2B5EF4-FFF2-40B4-BE49-F238E27FC236}">
                <a16:creationId xmlns:a16="http://schemas.microsoft.com/office/drawing/2014/main" id="{F404FD03-2566-CDA9-7B1C-F381F0887205}"/>
              </a:ext>
            </a:extLst>
          </p:cNvPr>
          <p:cNvSpPr/>
          <p:nvPr/>
        </p:nvSpPr>
        <p:spPr>
          <a:xfrm>
            <a:off x="2705634" y="287047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w</a:t>
            </a:r>
          </a:p>
        </p:txBody>
      </p:sp>
      <p:sp>
        <p:nvSpPr>
          <p:cNvPr id="30" name="Oval 29">
            <a:extLst>
              <a:ext uri="{FF2B5EF4-FFF2-40B4-BE49-F238E27FC236}">
                <a16:creationId xmlns:a16="http://schemas.microsoft.com/office/drawing/2014/main" id="{4B5DBF25-2A65-A75F-1A97-3EBBC9277642}"/>
              </a:ext>
            </a:extLst>
          </p:cNvPr>
          <p:cNvSpPr/>
          <p:nvPr/>
        </p:nvSpPr>
        <p:spPr>
          <a:xfrm>
            <a:off x="4081012" y="23821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31" name="Oval 30">
            <a:extLst>
              <a:ext uri="{FF2B5EF4-FFF2-40B4-BE49-F238E27FC236}">
                <a16:creationId xmlns:a16="http://schemas.microsoft.com/office/drawing/2014/main" id="{AD426CD5-2276-EA10-A2C4-F44E0F617676}"/>
              </a:ext>
            </a:extLst>
          </p:cNvPr>
          <p:cNvSpPr/>
          <p:nvPr/>
        </p:nvSpPr>
        <p:spPr>
          <a:xfrm>
            <a:off x="4081012" y="351987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x</a:t>
            </a:r>
          </a:p>
        </p:txBody>
      </p:sp>
      <p:sp>
        <p:nvSpPr>
          <p:cNvPr id="32" name="Oval 31">
            <a:extLst>
              <a:ext uri="{FF2B5EF4-FFF2-40B4-BE49-F238E27FC236}">
                <a16:creationId xmlns:a16="http://schemas.microsoft.com/office/drawing/2014/main" id="{7E81702E-ACBD-3201-1E2D-1F57B1A82657}"/>
              </a:ext>
            </a:extLst>
          </p:cNvPr>
          <p:cNvSpPr/>
          <p:nvPr/>
        </p:nvSpPr>
        <p:spPr>
          <a:xfrm>
            <a:off x="4081012" y="428497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z</a:t>
            </a:r>
          </a:p>
        </p:txBody>
      </p:sp>
      <p:sp>
        <p:nvSpPr>
          <p:cNvPr id="33" name="Oval 32">
            <a:extLst>
              <a:ext uri="{FF2B5EF4-FFF2-40B4-BE49-F238E27FC236}">
                <a16:creationId xmlns:a16="http://schemas.microsoft.com/office/drawing/2014/main" id="{3F4FCC4F-0C5D-4D17-183E-87840E8F8F73}"/>
              </a:ext>
            </a:extLst>
          </p:cNvPr>
          <p:cNvSpPr/>
          <p:nvPr/>
        </p:nvSpPr>
        <p:spPr>
          <a:xfrm>
            <a:off x="4812668" y="327743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y</a:t>
            </a:r>
          </a:p>
        </p:txBody>
      </p:sp>
      <p:sp>
        <p:nvSpPr>
          <p:cNvPr id="34" name="Oval 33">
            <a:extLst>
              <a:ext uri="{FF2B5EF4-FFF2-40B4-BE49-F238E27FC236}">
                <a16:creationId xmlns:a16="http://schemas.microsoft.com/office/drawing/2014/main" id="{8449D7CB-606E-E3BC-7A8C-E04C02F908FF}"/>
              </a:ext>
            </a:extLst>
          </p:cNvPr>
          <p:cNvSpPr/>
          <p:nvPr/>
        </p:nvSpPr>
        <p:spPr>
          <a:xfrm>
            <a:off x="5525184" y="252035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r</a:t>
            </a:r>
          </a:p>
        </p:txBody>
      </p:sp>
      <p:sp>
        <p:nvSpPr>
          <p:cNvPr id="35" name="Oval 34">
            <a:extLst>
              <a:ext uri="{FF2B5EF4-FFF2-40B4-BE49-F238E27FC236}">
                <a16:creationId xmlns:a16="http://schemas.microsoft.com/office/drawing/2014/main" id="{27ABE9AD-881C-10E2-36AE-97C712931BE7}"/>
              </a:ext>
            </a:extLst>
          </p:cNvPr>
          <p:cNvSpPr/>
          <p:nvPr/>
        </p:nvSpPr>
        <p:spPr>
          <a:xfrm>
            <a:off x="6127359" y="327099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u</a:t>
            </a:r>
          </a:p>
        </p:txBody>
      </p:sp>
      <p:cxnSp>
        <p:nvCxnSpPr>
          <p:cNvPr id="37" name="Straight Arrow Connector 36">
            <a:extLst>
              <a:ext uri="{FF2B5EF4-FFF2-40B4-BE49-F238E27FC236}">
                <a16:creationId xmlns:a16="http://schemas.microsoft.com/office/drawing/2014/main" id="{067323D9-AA47-66BC-2BAF-EFB71D032D3E}"/>
              </a:ext>
            </a:extLst>
          </p:cNvPr>
          <p:cNvCxnSpPr>
            <a:cxnSpLocks/>
            <a:stCxn id="27" idx="2"/>
            <a:endCxn id="23" idx="7"/>
          </p:cNvCxnSpPr>
          <p:nvPr/>
        </p:nvCxnSpPr>
        <p:spPr>
          <a:xfrm flipH="1">
            <a:off x="2352375" y="1611260"/>
            <a:ext cx="997092" cy="754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FF64B92A-3579-A09D-D0EC-BD1A2CC74808}"/>
              </a:ext>
            </a:extLst>
          </p:cNvPr>
          <p:cNvCxnSpPr>
            <a:stCxn id="23" idx="3"/>
            <a:endCxn id="24" idx="7"/>
          </p:cNvCxnSpPr>
          <p:nvPr/>
        </p:nvCxnSpPr>
        <p:spPr>
          <a:xfrm flipH="1">
            <a:off x="1649527" y="2628828"/>
            <a:ext cx="417897" cy="291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43A63CC8-020C-6C4F-9E3F-6FC61511F6BC}"/>
              </a:ext>
            </a:extLst>
          </p:cNvPr>
          <p:cNvCxnSpPr>
            <a:stCxn id="24" idx="6"/>
            <a:endCxn id="28" idx="2"/>
          </p:cNvCxnSpPr>
          <p:nvPr/>
        </p:nvCxnSpPr>
        <p:spPr>
          <a:xfrm>
            <a:off x="1708542" y="3051946"/>
            <a:ext cx="997092" cy="48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14E99EE8-3E83-91A4-C25F-6C184A993C5F}"/>
              </a:ext>
            </a:extLst>
          </p:cNvPr>
          <p:cNvCxnSpPr>
            <a:cxnSpLocks/>
            <a:stCxn id="28" idx="1"/>
            <a:endCxn id="23" idx="5"/>
          </p:cNvCxnSpPr>
          <p:nvPr/>
        </p:nvCxnSpPr>
        <p:spPr>
          <a:xfrm flipH="1" flipV="1">
            <a:off x="2352375" y="2628828"/>
            <a:ext cx="412274" cy="2962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1F9E6283-8805-8D14-6A6C-1C001BEEBEBF}"/>
              </a:ext>
            </a:extLst>
          </p:cNvPr>
          <p:cNvCxnSpPr>
            <a:stCxn id="27" idx="5"/>
            <a:endCxn id="30" idx="1"/>
          </p:cNvCxnSpPr>
          <p:nvPr/>
        </p:nvCxnSpPr>
        <p:spPr>
          <a:xfrm>
            <a:off x="3693433" y="1743008"/>
            <a:ext cx="446595" cy="6937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33A8A966-C1F2-DD21-1D33-B42E65BE96F6}"/>
              </a:ext>
            </a:extLst>
          </p:cNvPr>
          <p:cNvCxnSpPr>
            <a:stCxn id="30" idx="4"/>
            <a:endCxn id="31" idx="0"/>
          </p:cNvCxnSpPr>
          <p:nvPr/>
        </p:nvCxnSpPr>
        <p:spPr>
          <a:xfrm>
            <a:off x="4282502" y="2754780"/>
            <a:ext cx="0" cy="765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35C1B361-96B7-2B89-C74B-1001B57F0EAE}"/>
              </a:ext>
            </a:extLst>
          </p:cNvPr>
          <p:cNvCxnSpPr>
            <a:stCxn id="31" idx="4"/>
            <a:endCxn id="32" idx="0"/>
          </p:cNvCxnSpPr>
          <p:nvPr/>
        </p:nvCxnSpPr>
        <p:spPr>
          <a:xfrm>
            <a:off x="4282502" y="3892516"/>
            <a:ext cx="0" cy="3924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1" name="Straight Arrow Connector 1730">
            <a:extLst>
              <a:ext uri="{FF2B5EF4-FFF2-40B4-BE49-F238E27FC236}">
                <a16:creationId xmlns:a16="http://schemas.microsoft.com/office/drawing/2014/main" id="{0C465C2D-3248-F618-8210-B7409DB0E412}"/>
              </a:ext>
            </a:extLst>
          </p:cNvPr>
          <p:cNvCxnSpPr>
            <a:stCxn id="30" idx="5"/>
            <a:endCxn id="33" idx="1"/>
          </p:cNvCxnSpPr>
          <p:nvPr/>
        </p:nvCxnSpPr>
        <p:spPr>
          <a:xfrm>
            <a:off x="4424977" y="2700208"/>
            <a:ext cx="446707" cy="6317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3" name="Straight Arrow Connector 1742">
            <a:extLst>
              <a:ext uri="{FF2B5EF4-FFF2-40B4-BE49-F238E27FC236}">
                <a16:creationId xmlns:a16="http://schemas.microsoft.com/office/drawing/2014/main" id="{3AE90D41-7F8B-0B3C-ECDC-43DB96036366}"/>
              </a:ext>
            </a:extLst>
          </p:cNvPr>
          <p:cNvCxnSpPr>
            <a:cxnSpLocks/>
            <a:stCxn id="34" idx="3"/>
            <a:endCxn id="33" idx="7"/>
          </p:cNvCxnSpPr>
          <p:nvPr/>
        </p:nvCxnSpPr>
        <p:spPr>
          <a:xfrm flipH="1">
            <a:off x="5156634" y="2838420"/>
            <a:ext cx="427565" cy="4935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5" name="Straight Arrow Connector 1744">
            <a:extLst>
              <a:ext uri="{FF2B5EF4-FFF2-40B4-BE49-F238E27FC236}">
                <a16:creationId xmlns:a16="http://schemas.microsoft.com/office/drawing/2014/main" id="{4C57C8FA-B2DE-69C0-E0C1-C4BFFA6481AD}"/>
              </a:ext>
            </a:extLst>
          </p:cNvPr>
          <p:cNvCxnSpPr>
            <a:cxnSpLocks/>
            <a:stCxn id="34" idx="5"/>
          </p:cNvCxnSpPr>
          <p:nvPr/>
        </p:nvCxnSpPr>
        <p:spPr>
          <a:xfrm>
            <a:off x="5869149" y="2838420"/>
            <a:ext cx="368550" cy="4325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7" name="Straight Arrow Connector 1746">
            <a:extLst>
              <a:ext uri="{FF2B5EF4-FFF2-40B4-BE49-F238E27FC236}">
                <a16:creationId xmlns:a16="http://schemas.microsoft.com/office/drawing/2014/main" id="{4BA72E5D-29F9-D331-EA57-2204E205783A}"/>
              </a:ext>
            </a:extLst>
          </p:cNvPr>
          <p:cNvCxnSpPr>
            <a:stCxn id="35" idx="2"/>
            <a:endCxn id="33" idx="6"/>
          </p:cNvCxnSpPr>
          <p:nvPr/>
        </p:nvCxnSpPr>
        <p:spPr>
          <a:xfrm flipH="1">
            <a:off x="5215649" y="3457317"/>
            <a:ext cx="911710" cy="6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9" name="Connector: Curved 1768">
            <a:extLst>
              <a:ext uri="{FF2B5EF4-FFF2-40B4-BE49-F238E27FC236}">
                <a16:creationId xmlns:a16="http://schemas.microsoft.com/office/drawing/2014/main" id="{596ACB51-568E-06D5-924F-2CE0A75016C2}"/>
              </a:ext>
            </a:extLst>
          </p:cNvPr>
          <p:cNvCxnSpPr>
            <a:stCxn id="32" idx="6"/>
            <a:endCxn id="31" idx="6"/>
          </p:cNvCxnSpPr>
          <p:nvPr/>
        </p:nvCxnSpPr>
        <p:spPr>
          <a:xfrm flipV="1">
            <a:off x="4483993" y="3706196"/>
            <a:ext cx="14216" cy="765096"/>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4" name="Google Shape;1735;p43">
            <a:extLst>
              <a:ext uri="{FF2B5EF4-FFF2-40B4-BE49-F238E27FC236}">
                <a16:creationId xmlns:a16="http://schemas.microsoft.com/office/drawing/2014/main" id="{4107807E-2260-1877-02AB-0C9B57E083D9}"/>
              </a:ext>
            </a:extLst>
          </p:cNvPr>
          <p:cNvSpPr txBox="1">
            <a:spLocks/>
          </p:cNvSpPr>
          <p:nvPr/>
        </p:nvSpPr>
        <p:spPr>
          <a:xfrm>
            <a:off x="872400" y="5974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dirty="0"/>
              <a:t>Example</a:t>
            </a:r>
          </a:p>
        </p:txBody>
      </p:sp>
      <p:sp>
        <p:nvSpPr>
          <p:cNvPr id="2" name="Google Shape;2148;p55">
            <a:extLst>
              <a:ext uri="{FF2B5EF4-FFF2-40B4-BE49-F238E27FC236}">
                <a16:creationId xmlns:a16="http://schemas.microsoft.com/office/drawing/2014/main" id="{150D7838-B46F-5B98-205E-F67697013B1E}"/>
              </a:ext>
            </a:extLst>
          </p:cNvPr>
          <p:cNvSpPr txBox="1"/>
          <p:nvPr/>
        </p:nvSpPr>
        <p:spPr>
          <a:xfrm>
            <a:off x="428650" y="955177"/>
            <a:ext cx="4219680" cy="572700"/>
          </a:xfrm>
          <a:prstGeom prst="rect">
            <a:avLst/>
          </a:prstGeom>
          <a:noFill/>
          <a:ln>
            <a:noFill/>
          </a:ln>
        </p:spPr>
        <p:txBody>
          <a:bodyPr spcFirstLastPara="1" wrap="square" lIns="91425" tIns="91425" rIns="91425" bIns="91425" anchor="b" anchorCtr="0">
            <a:noAutofit/>
          </a:bodyPr>
          <a:lstStyle/>
          <a:p>
            <a:pPr algn="ctr">
              <a:lnSpc>
                <a:spcPct val="115000"/>
              </a:lnSpc>
            </a:pPr>
            <a:r>
              <a:rPr lang="en-US" kern="100" dirty="0">
                <a:effectLst/>
                <a:latin typeface="Aptos" panose="020B0004020202020204" pitchFamily="34" charset="0"/>
                <a:ea typeface="Aptos" panose="020B0004020202020204" pitchFamily="34" charset="0"/>
                <a:cs typeface="Arial" panose="020B0604020202020204" pitchFamily="34" charset="0"/>
              </a:rPr>
              <a:t>Find the </a:t>
            </a:r>
            <a:r>
              <a:rPr lang="en-US" sz="1400" dirty="0"/>
              <a:t>Strongly connected component</a:t>
            </a:r>
            <a:r>
              <a:rPr lang="en-US" kern="100" dirty="0">
                <a:effectLst/>
                <a:latin typeface="Aptos" panose="020B0004020202020204" pitchFamily="34" charset="0"/>
                <a:ea typeface="Aptos" panose="020B0004020202020204" pitchFamily="34" charset="0"/>
                <a:cs typeface="Arial" panose="020B0604020202020204" pitchFamily="34" charset="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3D76A8E7-F4A3-5AC9-5793-14062CE27605}"/>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683FFA97-4CCE-6FA0-CAD8-8D46A20C4DB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US" dirty="0"/>
            </a:br>
            <a:endParaRPr lang="en-US" dirty="0"/>
          </a:p>
        </p:txBody>
      </p:sp>
      <p:cxnSp>
        <p:nvCxnSpPr>
          <p:cNvPr id="56" name="Straight Arrow Connector 55">
            <a:extLst>
              <a:ext uri="{FF2B5EF4-FFF2-40B4-BE49-F238E27FC236}">
                <a16:creationId xmlns:a16="http://schemas.microsoft.com/office/drawing/2014/main" id="{2CEDE615-621E-4BF4-EFBD-8838AC506E30}"/>
              </a:ext>
            </a:extLst>
          </p:cNvPr>
          <p:cNvCxnSpPr>
            <a:cxnSpLocks/>
            <a:stCxn id="27" idx="3"/>
            <a:endCxn id="28" idx="0"/>
          </p:cNvCxnSpPr>
          <p:nvPr/>
        </p:nvCxnSpPr>
        <p:spPr>
          <a:xfrm flipH="1">
            <a:off x="2907125" y="1743008"/>
            <a:ext cx="501357" cy="11274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5" name="Connector: Curved 1764">
            <a:extLst>
              <a:ext uri="{FF2B5EF4-FFF2-40B4-BE49-F238E27FC236}">
                <a16:creationId xmlns:a16="http://schemas.microsoft.com/office/drawing/2014/main" id="{E9818F9F-4F75-0F71-9366-0DB6C620D021}"/>
              </a:ext>
            </a:extLst>
          </p:cNvPr>
          <p:cNvCxnSpPr>
            <a:stCxn id="33" idx="0"/>
            <a:endCxn id="27" idx="6"/>
          </p:cNvCxnSpPr>
          <p:nvPr/>
        </p:nvCxnSpPr>
        <p:spPr>
          <a:xfrm rot="16200000" flipV="1">
            <a:off x="3550219" y="1813490"/>
            <a:ext cx="1666169" cy="1261711"/>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C36CE1F2-4C5D-090A-9949-FB9FBFDE942B}"/>
              </a:ext>
            </a:extLst>
          </p:cNvPr>
          <p:cNvSpPr/>
          <p:nvPr/>
        </p:nvSpPr>
        <p:spPr>
          <a:xfrm>
            <a:off x="2008409" y="23107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24" name="Oval 23">
            <a:extLst>
              <a:ext uri="{FF2B5EF4-FFF2-40B4-BE49-F238E27FC236}">
                <a16:creationId xmlns:a16="http://schemas.microsoft.com/office/drawing/2014/main" id="{021E652D-A358-B259-ED7F-725AAFB30275}"/>
              </a:ext>
            </a:extLst>
          </p:cNvPr>
          <p:cNvSpPr/>
          <p:nvPr/>
        </p:nvSpPr>
        <p:spPr>
          <a:xfrm>
            <a:off x="1301491" y="286838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v</a:t>
            </a:r>
          </a:p>
        </p:txBody>
      </p:sp>
      <p:sp>
        <p:nvSpPr>
          <p:cNvPr id="27" name="Oval 26">
            <a:extLst>
              <a:ext uri="{FF2B5EF4-FFF2-40B4-BE49-F238E27FC236}">
                <a16:creationId xmlns:a16="http://schemas.microsoft.com/office/drawing/2014/main" id="{F73C2F78-EA52-B62C-311B-3F39F131F35D}"/>
              </a:ext>
            </a:extLst>
          </p:cNvPr>
          <p:cNvSpPr/>
          <p:nvPr/>
        </p:nvSpPr>
        <p:spPr>
          <a:xfrm>
            <a:off x="3349467" y="142494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q</a:t>
            </a:r>
          </a:p>
        </p:txBody>
      </p:sp>
      <p:sp>
        <p:nvSpPr>
          <p:cNvPr id="28" name="Oval 27">
            <a:extLst>
              <a:ext uri="{FF2B5EF4-FFF2-40B4-BE49-F238E27FC236}">
                <a16:creationId xmlns:a16="http://schemas.microsoft.com/office/drawing/2014/main" id="{1E662347-D4B9-EF91-20FB-CEB0212EC164}"/>
              </a:ext>
            </a:extLst>
          </p:cNvPr>
          <p:cNvSpPr/>
          <p:nvPr/>
        </p:nvSpPr>
        <p:spPr>
          <a:xfrm>
            <a:off x="2705634" y="287047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w</a:t>
            </a:r>
          </a:p>
        </p:txBody>
      </p:sp>
      <p:sp>
        <p:nvSpPr>
          <p:cNvPr id="30" name="Oval 29">
            <a:extLst>
              <a:ext uri="{FF2B5EF4-FFF2-40B4-BE49-F238E27FC236}">
                <a16:creationId xmlns:a16="http://schemas.microsoft.com/office/drawing/2014/main" id="{164A1F70-99F5-C4E8-E63C-E41DE7C2E5A9}"/>
              </a:ext>
            </a:extLst>
          </p:cNvPr>
          <p:cNvSpPr/>
          <p:nvPr/>
        </p:nvSpPr>
        <p:spPr>
          <a:xfrm>
            <a:off x="4081012" y="23821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31" name="Oval 30">
            <a:extLst>
              <a:ext uri="{FF2B5EF4-FFF2-40B4-BE49-F238E27FC236}">
                <a16:creationId xmlns:a16="http://schemas.microsoft.com/office/drawing/2014/main" id="{6E1C48BE-7AAF-DEA8-3432-2D69AF549224}"/>
              </a:ext>
            </a:extLst>
          </p:cNvPr>
          <p:cNvSpPr/>
          <p:nvPr/>
        </p:nvSpPr>
        <p:spPr>
          <a:xfrm>
            <a:off x="4081012" y="351987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x</a:t>
            </a:r>
          </a:p>
        </p:txBody>
      </p:sp>
      <p:sp>
        <p:nvSpPr>
          <p:cNvPr id="32" name="Oval 31">
            <a:extLst>
              <a:ext uri="{FF2B5EF4-FFF2-40B4-BE49-F238E27FC236}">
                <a16:creationId xmlns:a16="http://schemas.microsoft.com/office/drawing/2014/main" id="{BBDE8BBC-5257-1093-0999-FCC9EE1CC670}"/>
              </a:ext>
            </a:extLst>
          </p:cNvPr>
          <p:cNvSpPr/>
          <p:nvPr/>
        </p:nvSpPr>
        <p:spPr>
          <a:xfrm>
            <a:off x="4081012" y="428497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z</a:t>
            </a:r>
          </a:p>
        </p:txBody>
      </p:sp>
      <p:sp>
        <p:nvSpPr>
          <p:cNvPr id="33" name="Oval 32">
            <a:extLst>
              <a:ext uri="{FF2B5EF4-FFF2-40B4-BE49-F238E27FC236}">
                <a16:creationId xmlns:a16="http://schemas.microsoft.com/office/drawing/2014/main" id="{FECB87BE-F782-F1F2-BCE5-271835D0C46B}"/>
              </a:ext>
            </a:extLst>
          </p:cNvPr>
          <p:cNvSpPr/>
          <p:nvPr/>
        </p:nvSpPr>
        <p:spPr>
          <a:xfrm>
            <a:off x="4812668" y="327743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y</a:t>
            </a:r>
          </a:p>
        </p:txBody>
      </p:sp>
      <p:sp>
        <p:nvSpPr>
          <p:cNvPr id="34" name="Oval 33">
            <a:extLst>
              <a:ext uri="{FF2B5EF4-FFF2-40B4-BE49-F238E27FC236}">
                <a16:creationId xmlns:a16="http://schemas.microsoft.com/office/drawing/2014/main" id="{744FC33A-7EDD-43F1-F719-780860A4DF46}"/>
              </a:ext>
            </a:extLst>
          </p:cNvPr>
          <p:cNvSpPr/>
          <p:nvPr/>
        </p:nvSpPr>
        <p:spPr>
          <a:xfrm>
            <a:off x="5525184" y="252035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r</a:t>
            </a:r>
          </a:p>
        </p:txBody>
      </p:sp>
      <p:sp>
        <p:nvSpPr>
          <p:cNvPr id="35" name="Oval 34">
            <a:extLst>
              <a:ext uri="{FF2B5EF4-FFF2-40B4-BE49-F238E27FC236}">
                <a16:creationId xmlns:a16="http://schemas.microsoft.com/office/drawing/2014/main" id="{911C2E65-3701-2B1C-A9BC-04D34B5EDDEC}"/>
              </a:ext>
            </a:extLst>
          </p:cNvPr>
          <p:cNvSpPr/>
          <p:nvPr/>
        </p:nvSpPr>
        <p:spPr>
          <a:xfrm>
            <a:off x="6127359" y="327099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u</a:t>
            </a:r>
          </a:p>
        </p:txBody>
      </p:sp>
      <p:cxnSp>
        <p:nvCxnSpPr>
          <p:cNvPr id="37" name="Straight Arrow Connector 36">
            <a:extLst>
              <a:ext uri="{FF2B5EF4-FFF2-40B4-BE49-F238E27FC236}">
                <a16:creationId xmlns:a16="http://schemas.microsoft.com/office/drawing/2014/main" id="{7884F955-A38A-6AA7-9099-396EA375C392}"/>
              </a:ext>
            </a:extLst>
          </p:cNvPr>
          <p:cNvCxnSpPr>
            <a:cxnSpLocks/>
            <a:stCxn id="27" idx="2"/>
            <a:endCxn id="23" idx="7"/>
          </p:cNvCxnSpPr>
          <p:nvPr/>
        </p:nvCxnSpPr>
        <p:spPr>
          <a:xfrm flipH="1">
            <a:off x="2352375" y="1611260"/>
            <a:ext cx="997092" cy="754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C4F73032-5361-0669-30F0-44479E35DF16}"/>
              </a:ext>
            </a:extLst>
          </p:cNvPr>
          <p:cNvCxnSpPr>
            <a:cxnSpLocks/>
            <a:stCxn id="23" idx="3"/>
            <a:endCxn id="24" idx="7"/>
          </p:cNvCxnSpPr>
          <p:nvPr/>
        </p:nvCxnSpPr>
        <p:spPr>
          <a:xfrm flipH="1">
            <a:off x="1645457" y="2628828"/>
            <a:ext cx="421967" cy="2941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EFC159D9-E746-DFEF-FA86-D3E7C5EB6827}"/>
              </a:ext>
            </a:extLst>
          </p:cNvPr>
          <p:cNvCxnSpPr>
            <a:stCxn id="24" idx="6"/>
            <a:endCxn id="28" idx="2"/>
          </p:cNvCxnSpPr>
          <p:nvPr/>
        </p:nvCxnSpPr>
        <p:spPr>
          <a:xfrm>
            <a:off x="1704472" y="3054708"/>
            <a:ext cx="1001162" cy="2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698DA459-D04B-73B2-702C-ECF5F6768A6D}"/>
              </a:ext>
            </a:extLst>
          </p:cNvPr>
          <p:cNvCxnSpPr>
            <a:cxnSpLocks/>
            <a:stCxn id="28" idx="1"/>
            <a:endCxn id="23" idx="5"/>
          </p:cNvCxnSpPr>
          <p:nvPr/>
        </p:nvCxnSpPr>
        <p:spPr>
          <a:xfrm flipH="1" flipV="1">
            <a:off x="2352375" y="2628828"/>
            <a:ext cx="412274" cy="2962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5734A868-B505-0AE4-961A-445FCC9F3B16}"/>
              </a:ext>
            </a:extLst>
          </p:cNvPr>
          <p:cNvCxnSpPr>
            <a:stCxn id="27" idx="5"/>
            <a:endCxn id="30" idx="1"/>
          </p:cNvCxnSpPr>
          <p:nvPr/>
        </p:nvCxnSpPr>
        <p:spPr>
          <a:xfrm>
            <a:off x="3693433" y="1743008"/>
            <a:ext cx="446595" cy="6937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3F2D74E0-213E-C74B-0C1F-5BD6B9ACF42B}"/>
              </a:ext>
            </a:extLst>
          </p:cNvPr>
          <p:cNvCxnSpPr>
            <a:stCxn id="30" idx="4"/>
            <a:endCxn id="31" idx="0"/>
          </p:cNvCxnSpPr>
          <p:nvPr/>
        </p:nvCxnSpPr>
        <p:spPr>
          <a:xfrm>
            <a:off x="4282502" y="2754780"/>
            <a:ext cx="0" cy="765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16A1070C-683B-EA48-E675-7D61E324BD10}"/>
              </a:ext>
            </a:extLst>
          </p:cNvPr>
          <p:cNvCxnSpPr>
            <a:stCxn id="31" idx="4"/>
            <a:endCxn id="32" idx="0"/>
          </p:cNvCxnSpPr>
          <p:nvPr/>
        </p:nvCxnSpPr>
        <p:spPr>
          <a:xfrm>
            <a:off x="4282502" y="3892516"/>
            <a:ext cx="0" cy="3924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1" name="Straight Arrow Connector 1730">
            <a:extLst>
              <a:ext uri="{FF2B5EF4-FFF2-40B4-BE49-F238E27FC236}">
                <a16:creationId xmlns:a16="http://schemas.microsoft.com/office/drawing/2014/main" id="{97793062-52DB-102D-9930-6B1FF36243C9}"/>
              </a:ext>
            </a:extLst>
          </p:cNvPr>
          <p:cNvCxnSpPr>
            <a:stCxn id="30" idx="5"/>
            <a:endCxn id="33" idx="1"/>
          </p:cNvCxnSpPr>
          <p:nvPr/>
        </p:nvCxnSpPr>
        <p:spPr>
          <a:xfrm>
            <a:off x="4424977" y="2700208"/>
            <a:ext cx="446707" cy="6317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3" name="Straight Arrow Connector 1742">
            <a:extLst>
              <a:ext uri="{FF2B5EF4-FFF2-40B4-BE49-F238E27FC236}">
                <a16:creationId xmlns:a16="http://schemas.microsoft.com/office/drawing/2014/main" id="{DEFC6062-6401-7483-7D1C-F7CA803815AC}"/>
              </a:ext>
            </a:extLst>
          </p:cNvPr>
          <p:cNvCxnSpPr>
            <a:cxnSpLocks/>
            <a:stCxn id="34" idx="3"/>
            <a:endCxn id="33" idx="7"/>
          </p:cNvCxnSpPr>
          <p:nvPr/>
        </p:nvCxnSpPr>
        <p:spPr>
          <a:xfrm flipH="1">
            <a:off x="5156634" y="2838420"/>
            <a:ext cx="427565" cy="4935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5" name="Straight Arrow Connector 1744">
            <a:extLst>
              <a:ext uri="{FF2B5EF4-FFF2-40B4-BE49-F238E27FC236}">
                <a16:creationId xmlns:a16="http://schemas.microsoft.com/office/drawing/2014/main" id="{CE12250C-23E7-8F9C-A991-03020D2650FE}"/>
              </a:ext>
            </a:extLst>
          </p:cNvPr>
          <p:cNvCxnSpPr>
            <a:cxnSpLocks/>
            <a:stCxn id="34" idx="5"/>
          </p:cNvCxnSpPr>
          <p:nvPr/>
        </p:nvCxnSpPr>
        <p:spPr>
          <a:xfrm>
            <a:off x="5869149" y="2838420"/>
            <a:ext cx="368550" cy="4325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7" name="Straight Arrow Connector 1746">
            <a:extLst>
              <a:ext uri="{FF2B5EF4-FFF2-40B4-BE49-F238E27FC236}">
                <a16:creationId xmlns:a16="http://schemas.microsoft.com/office/drawing/2014/main" id="{8565ECD8-6E20-C2FF-CE4F-F240392FF202}"/>
              </a:ext>
            </a:extLst>
          </p:cNvPr>
          <p:cNvCxnSpPr>
            <a:stCxn id="35" idx="2"/>
            <a:endCxn id="33" idx="6"/>
          </p:cNvCxnSpPr>
          <p:nvPr/>
        </p:nvCxnSpPr>
        <p:spPr>
          <a:xfrm flipH="1">
            <a:off x="5215649" y="3457317"/>
            <a:ext cx="911710" cy="6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9" name="Connector: Curved 1768">
            <a:extLst>
              <a:ext uri="{FF2B5EF4-FFF2-40B4-BE49-F238E27FC236}">
                <a16:creationId xmlns:a16="http://schemas.microsoft.com/office/drawing/2014/main" id="{8588D6EC-9844-A5EA-E7AF-10768973D680}"/>
              </a:ext>
            </a:extLst>
          </p:cNvPr>
          <p:cNvCxnSpPr>
            <a:stCxn id="32" idx="6"/>
            <a:endCxn id="31" idx="6"/>
          </p:cNvCxnSpPr>
          <p:nvPr/>
        </p:nvCxnSpPr>
        <p:spPr>
          <a:xfrm flipV="1">
            <a:off x="4483993" y="3706196"/>
            <a:ext cx="14216" cy="765096"/>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775" name="TextBox 1774">
            <a:extLst>
              <a:ext uri="{FF2B5EF4-FFF2-40B4-BE49-F238E27FC236}">
                <a16:creationId xmlns:a16="http://schemas.microsoft.com/office/drawing/2014/main" id="{23160DC5-DEA2-0205-A9E0-EDBF68B09F77}"/>
              </a:ext>
            </a:extLst>
          </p:cNvPr>
          <p:cNvSpPr txBox="1"/>
          <p:nvPr/>
        </p:nvSpPr>
        <p:spPr>
          <a:xfrm>
            <a:off x="3269544" y="1145215"/>
            <a:ext cx="402981"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a:t>
            </a:r>
          </a:p>
        </p:txBody>
      </p:sp>
      <p:sp>
        <p:nvSpPr>
          <p:cNvPr id="1776" name="TextBox 1775">
            <a:extLst>
              <a:ext uri="{FF2B5EF4-FFF2-40B4-BE49-F238E27FC236}">
                <a16:creationId xmlns:a16="http://schemas.microsoft.com/office/drawing/2014/main" id="{CFD1FFCB-D601-1C3C-2890-97493187EB19}"/>
              </a:ext>
            </a:extLst>
          </p:cNvPr>
          <p:cNvSpPr txBox="1"/>
          <p:nvPr/>
        </p:nvSpPr>
        <p:spPr>
          <a:xfrm>
            <a:off x="1613332" y="2212862"/>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2/</a:t>
            </a:r>
          </a:p>
        </p:txBody>
      </p:sp>
      <p:sp>
        <p:nvSpPr>
          <p:cNvPr id="1777" name="TextBox 1776">
            <a:extLst>
              <a:ext uri="{FF2B5EF4-FFF2-40B4-BE49-F238E27FC236}">
                <a16:creationId xmlns:a16="http://schemas.microsoft.com/office/drawing/2014/main" id="{8EF2D7DA-0309-4D43-7C05-251E8CE59565}"/>
              </a:ext>
            </a:extLst>
          </p:cNvPr>
          <p:cNvSpPr txBox="1"/>
          <p:nvPr/>
        </p:nvSpPr>
        <p:spPr>
          <a:xfrm>
            <a:off x="701039" y="2887454"/>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3/</a:t>
            </a:r>
          </a:p>
        </p:txBody>
      </p:sp>
      <p:sp>
        <p:nvSpPr>
          <p:cNvPr id="1796" name="TextBox 1795">
            <a:extLst>
              <a:ext uri="{FF2B5EF4-FFF2-40B4-BE49-F238E27FC236}">
                <a16:creationId xmlns:a16="http://schemas.microsoft.com/office/drawing/2014/main" id="{2808D6FD-2759-114D-E259-F0AB07F52931}"/>
              </a:ext>
            </a:extLst>
          </p:cNvPr>
          <p:cNvSpPr txBox="1"/>
          <p:nvPr/>
        </p:nvSpPr>
        <p:spPr>
          <a:xfrm>
            <a:off x="2539252" y="3277430"/>
            <a:ext cx="504894"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4/</a:t>
            </a:r>
          </a:p>
        </p:txBody>
      </p:sp>
      <p:sp>
        <p:nvSpPr>
          <p:cNvPr id="1797" name="TextBox 1796">
            <a:extLst>
              <a:ext uri="{FF2B5EF4-FFF2-40B4-BE49-F238E27FC236}">
                <a16:creationId xmlns:a16="http://schemas.microsoft.com/office/drawing/2014/main" id="{68C25838-D7C0-1393-8C91-403CC232864B}"/>
              </a:ext>
            </a:extLst>
          </p:cNvPr>
          <p:cNvSpPr txBox="1"/>
          <p:nvPr/>
        </p:nvSpPr>
        <p:spPr>
          <a:xfrm>
            <a:off x="2764650" y="3277540"/>
            <a:ext cx="504894"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5</a:t>
            </a:r>
          </a:p>
        </p:txBody>
      </p:sp>
      <p:sp>
        <p:nvSpPr>
          <p:cNvPr id="1798" name="TextBox 1797">
            <a:extLst>
              <a:ext uri="{FF2B5EF4-FFF2-40B4-BE49-F238E27FC236}">
                <a16:creationId xmlns:a16="http://schemas.microsoft.com/office/drawing/2014/main" id="{FCF5AAD8-1D02-F9B2-530F-43CCF9C2B01E}"/>
              </a:ext>
            </a:extLst>
          </p:cNvPr>
          <p:cNvSpPr txBox="1"/>
          <p:nvPr/>
        </p:nvSpPr>
        <p:spPr>
          <a:xfrm>
            <a:off x="899453" y="2887454"/>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6</a:t>
            </a:r>
          </a:p>
        </p:txBody>
      </p:sp>
      <p:sp>
        <p:nvSpPr>
          <p:cNvPr id="1799" name="TextBox 1798">
            <a:extLst>
              <a:ext uri="{FF2B5EF4-FFF2-40B4-BE49-F238E27FC236}">
                <a16:creationId xmlns:a16="http://schemas.microsoft.com/office/drawing/2014/main" id="{4E038225-E33C-A6E7-EFFD-F4D2F2859956}"/>
              </a:ext>
            </a:extLst>
          </p:cNvPr>
          <p:cNvSpPr txBox="1"/>
          <p:nvPr/>
        </p:nvSpPr>
        <p:spPr>
          <a:xfrm>
            <a:off x="1822209" y="2210185"/>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7</a:t>
            </a:r>
          </a:p>
        </p:txBody>
      </p:sp>
      <p:sp>
        <p:nvSpPr>
          <p:cNvPr id="1800" name="TextBox 1799">
            <a:extLst>
              <a:ext uri="{FF2B5EF4-FFF2-40B4-BE49-F238E27FC236}">
                <a16:creationId xmlns:a16="http://schemas.microsoft.com/office/drawing/2014/main" id="{8DB8D2F7-6F6E-E9A2-2AF4-2D48E0AF413A}"/>
              </a:ext>
            </a:extLst>
          </p:cNvPr>
          <p:cNvSpPr txBox="1"/>
          <p:nvPr/>
        </p:nvSpPr>
        <p:spPr>
          <a:xfrm>
            <a:off x="4057769" y="2055543"/>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8/</a:t>
            </a:r>
          </a:p>
        </p:txBody>
      </p:sp>
      <p:sp>
        <p:nvSpPr>
          <p:cNvPr id="1801" name="TextBox 1800">
            <a:extLst>
              <a:ext uri="{FF2B5EF4-FFF2-40B4-BE49-F238E27FC236}">
                <a16:creationId xmlns:a16="http://schemas.microsoft.com/office/drawing/2014/main" id="{7AEBBD77-E9B3-A373-0DA5-6E2786EDF014}"/>
              </a:ext>
            </a:extLst>
          </p:cNvPr>
          <p:cNvSpPr txBox="1"/>
          <p:nvPr/>
        </p:nvSpPr>
        <p:spPr>
          <a:xfrm>
            <a:off x="3574477" y="3561181"/>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9/</a:t>
            </a:r>
          </a:p>
        </p:txBody>
      </p:sp>
      <p:sp>
        <p:nvSpPr>
          <p:cNvPr id="1802" name="TextBox 1801">
            <a:extLst>
              <a:ext uri="{FF2B5EF4-FFF2-40B4-BE49-F238E27FC236}">
                <a16:creationId xmlns:a16="http://schemas.microsoft.com/office/drawing/2014/main" id="{F1EF1038-3F5E-6F78-5064-A424B8567608}"/>
              </a:ext>
            </a:extLst>
          </p:cNvPr>
          <p:cNvSpPr txBox="1"/>
          <p:nvPr/>
        </p:nvSpPr>
        <p:spPr>
          <a:xfrm>
            <a:off x="3548462" y="4248263"/>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10/</a:t>
            </a:r>
          </a:p>
        </p:txBody>
      </p:sp>
      <p:sp>
        <p:nvSpPr>
          <p:cNvPr id="1803" name="TextBox 1802">
            <a:extLst>
              <a:ext uri="{FF2B5EF4-FFF2-40B4-BE49-F238E27FC236}">
                <a16:creationId xmlns:a16="http://schemas.microsoft.com/office/drawing/2014/main" id="{0919B968-4D3E-D026-C687-4DDF4B8B8069}"/>
              </a:ext>
            </a:extLst>
          </p:cNvPr>
          <p:cNvSpPr txBox="1"/>
          <p:nvPr/>
        </p:nvSpPr>
        <p:spPr>
          <a:xfrm>
            <a:off x="3846158" y="4241044"/>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11</a:t>
            </a:r>
          </a:p>
        </p:txBody>
      </p:sp>
      <p:sp>
        <p:nvSpPr>
          <p:cNvPr id="1804" name="TextBox 1803">
            <a:extLst>
              <a:ext uri="{FF2B5EF4-FFF2-40B4-BE49-F238E27FC236}">
                <a16:creationId xmlns:a16="http://schemas.microsoft.com/office/drawing/2014/main" id="{215ED296-59F7-93BD-E2F3-A3CD165154CB}"/>
              </a:ext>
            </a:extLst>
          </p:cNvPr>
          <p:cNvSpPr txBox="1"/>
          <p:nvPr/>
        </p:nvSpPr>
        <p:spPr>
          <a:xfrm>
            <a:off x="3782918" y="3557170"/>
            <a:ext cx="609624"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12</a:t>
            </a:r>
          </a:p>
        </p:txBody>
      </p:sp>
      <p:sp>
        <p:nvSpPr>
          <p:cNvPr id="1805" name="TextBox 1804">
            <a:extLst>
              <a:ext uri="{FF2B5EF4-FFF2-40B4-BE49-F238E27FC236}">
                <a16:creationId xmlns:a16="http://schemas.microsoft.com/office/drawing/2014/main" id="{4C30A830-3B74-1ECC-A107-0F9C2D6CB598}"/>
              </a:ext>
            </a:extLst>
          </p:cNvPr>
          <p:cNvSpPr txBox="1"/>
          <p:nvPr/>
        </p:nvSpPr>
        <p:spPr>
          <a:xfrm>
            <a:off x="4272157" y="2061463"/>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15</a:t>
            </a:r>
          </a:p>
        </p:txBody>
      </p:sp>
      <p:sp>
        <p:nvSpPr>
          <p:cNvPr id="1806" name="TextBox 1805">
            <a:extLst>
              <a:ext uri="{FF2B5EF4-FFF2-40B4-BE49-F238E27FC236}">
                <a16:creationId xmlns:a16="http://schemas.microsoft.com/office/drawing/2014/main" id="{7201A3C8-A57D-0C0B-23E8-ADCB01873791}"/>
              </a:ext>
            </a:extLst>
          </p:cNvPr>
          <p:cNvSpPr txBox="1"/>
          <p:nvPr/>
        </p:nvSpPr>
        <p:spPr>
          <a:xfrm>
            <a:off x="5069182" y="3660198"/>
            <a:ext cx="687170"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14</a:t>
            </a:r>
          </a:p>
        </p:txBody>
      </p:sp>
      <p:sp>
        <p:nvSpPr>
          <p:cNvPr id="1808" name="TextBox 1807">
            <a:extLst>
              <a:ext uri="{FF2B5EF4-FFF2-40B4-BE49-F238E27FC236}">
                <a16:creationId xmlns:a16="http://schemas.microsoft.com/office/drawing/2014/main" id="{759BE55D-D017-CBA5-6C86-74A3A1857613}"/>
              </a:ext>
            </a:extLst>
          </p:cNvPr>
          <p:cNvSpPr txBox="1"/>
          <p:nvPr/>
        </p:nvSpPr>
        <p:spPr>
          <a:xfrm>
            <a:off x="4768492" y="3660198"/>
            <a:ext cx="629108"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13/</a:t>
            </a:r>
          </a:p>
        </p:txBody>
      </p:sp>
      <p:sp>
        <p:nvSpPr>
          <p:cNvPr id="1812" name="TextBox 1811">
            <a:extLst>
              <a:ext uri="{FF2B5EF4-FFF2-40B4-BE49-F238E27FC236}">
                <a16:creationId xmlns:a16="http://schemas.microsoft.com/office/drawing/2014/main" id="{42CA904C-82E9-68CE-1432-572CA6C4E63B}"/>
              </a:ext>
            </a:extLst>
          </p:cNvPr>
          <p:cNvSpPr txBox="1"/>
          <p:nvPr/>
        </p:nvSpPr>
        <p:spPr>
          <a:xfrm>
            <a:off x="3426778" y="1146991"/>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16</a:t>
            </a:r>
          </a:p>
        </p:txBody>
      </p:sp>
      <p:sp>
        <p:nvSpPr>
          <p:cNvPr id="1813" name="TextBox 1812">
            <a:extLst>
              <a:ext uri="{FF2B5EF4-FFF2-40B4-BE49-F238E27FC236}">
                <a16:creationId xmlns:a16="http://schemas.microsoft.com/office/drawing/2014/main" id="{9A82F2D4-83F7-CE1E-AA8E-19D5921AFDC1}"/>
              </a:ext>
            </a:extLst>
          </p:cNvPr>
          <p:cNvSpPr txBox="1"/>
          <p:nvPr/>
        </p:nvSpPr>
        <p:spPr>
          <a:xfrm>
            <a:off x="5529496" y="2221400"/>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17/</a:t>
            </a:r>
          </a:p>
        </p:txBody>
      </p:sp>
      <p:sp>
        <p:nvSpPr>
          <p:cNvPr id="1814" name="TextBox 1813">
            <a:extLst>
              <a:ext uri="{FF2B5EF4-FFF2-40B4-BE49-F238E27FC236}">
                <a16:creationId xmlns:a16="http://schemas.microsoft.com/office/drawing/2014/main" id="{3875D40D-DBA2-0351-56B5-2068318A07AF}"/>
              </a:ext>
            </a:extLst>
          </p:cNvPr>
          <p:cNvSpPr txBox="1"/>
          <p:nvPr/>
        </p:nvSpPr>
        <p:spPr>
          <a:xfrm>
            <a:off x="6016768" y="3643636"/>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18/</a:t>
            </a:r>
          </a:p>
        </p:txBody>
      </p:sp>
      <p:sp>
        <p:nvSpPr>
          <p:cNvPr id="1815" name="TextBox 1814">
            <a:extLst>
              <a:ext uri="{FF2B5EF4-FFF2-40B4-BE49-F238E27FC236}">
                <a16:creationId xmlns:a16="http://schemas.microsoft.com/office/drawing/2014/main" id="{0C6FD74C-3AAB-9168-1137-2DD5C2DAFA33}"/>
              </a:ext>
            </a:extLst>
          </p:cNvPr>
          <p:cNvSpPr txBox="1"/>
          <p:nvPr/>
        </p:nvSpPr>
        <p:spPr>
          <a:xfrm>
            <a:off x="6326303" y="3643636"/>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19</a:t>
            </a:r>
          </a:p>
        </p:txBody>
      </p:sp>
      <p:sp>
        <p:nvSpPr>
          <p:cNvPr id="1817" name="TextBox 1816">
            <a:extLst>
              <a:ext uri="{FF2B5EF4-FFF2-40B4-BE49-F238E27FC236}">
                <a16:creationId xmlns:a16="http://schemas.microsoft.com/office/drawing/2014/main" id="{D7B8DF6B-EEA6-E2AD-F20E-0E212ECA9497}"/>
              </a:ext>
            </a:extLst>
          </p:cNvPr>
          <p:cNvSpPr txBox="1"/>
          <p:nvPr/>
        </p:nvSpPr>
        <p:spPr>
          <a:xfrm>
            <a:off x="5802983" y="2220819"/>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20</a:t>
            </a:r>
          </a:p>
        </p:txBody>
      </p:sp>
      <p:sp>
        <p:nvSpPr>
          <p:cNvPr id="3" name="TextBox 2">
            <a:extLst>
              <a:ext uri="{FF2B5EF4-FFF2-40B4-BE49-F238E27FC236}">
                <a16:creationId xmlns:a16="http://schemas.microsoft.com/office/drawing/2014/main" id="{2AEB9916-036D-A823-02F6-B6330B51BFF2}"/>
              </a:ext>
            </a:extLst>
          </p:cNvPr>
          <p:cNvSpPr txBox="1"/>
          <p:nvPr/>
        </p:nvSpPr>
        <p:spPr>
          <a:xfrm>
            <a:off x="4645937" y="1784673"/>
            <a:ext cx="370614" cy="400110"/>
          </a:xfrm>
          <a:prstGeom prst="rect">
            <a:avLst/>
          </a:prstGeom>
          <a:noFill/>
        </p:spPr>
        <p:txBody>
          <a:bodyPr wrap="none" rtlCol="0">
            <a:spAutoFit/>
          </a:bodyPr>
          <a:lstStyle/>
          <a:p>
            <a:r>
              <a:rPr lang="en-US" sz="2000" b="1" dirty="0">
                <a:solidFill>
                  <a:schemeClr val="tx2"/>
                </a:solidFill>
              </a:rPr>
              <a:t>B</a:t>
            </a:r>
          </a:p>
        </p:txBody>
      </p:sp>
      <p:sp>
        <p:nvSpPr>
          <p:cNvPr id="5" name="TextBox 4">
            <a:extLst>
              <a:ext uri="{FF2B5EF4-FFF2-40B4-BE49-F238E27FC236}">
                <a16:creationId xmlns:a16="http://schemas.microsoft.com/office/drawing/2014/main" id="{9C35A13C-E83D-4C86-2F4C-490A4A567F22}"/>
              </a:ext>
            </a:extLst>
          </p:cNvPr>
          <p:cNvSpPr txBox="1"/>
          <p:nvPr/>
        </p:nvSpPr>
        <p:spPr>
          <a:xfrm>
            <a:off x="3138881" y="2424792"/>
            <a:ext cx="341760" cy="400110"/>
          </a:xfrm>
          <a:prstGeom prst="rect">
            <a:avLst/>
          </a:prstGeom>
          <a:noFill/>
        </p:spPr>
        <p:txBody>
          <a:bodyPr wrap="none" rtlCol="0">
            <a:spAutoFit/>
          </a:bodyPr>
          <a:lstStyle/>
          <a:p>
            <a:r>
              <a:rPr lang="en-US" sz="2000" b="1" dirty="0">
                <a:solidFill>
                  <a:schemeClr val="tx2"/>
                </a:solidFill>
              </a:rPr>
              <a:t>F</a:t>
            </a:r>
          </a:p>
        </p:txBody>
      </p:sp>
      <p:sp>
        <p:nvSpPr>
          <p:cNvPr id="6" name="TextBox 5">
            <a:extLst>
              <a:ext uri="{FF2B5EF4-FFF2-40B4-BE49-F238E27FC236}">
                <a16:creationId xmlns:a16="http://schemas.microsoft.com/office/drawing/2014/main" id="{E1ADB393-31B6-8258-186D-833D173B16C2}"/>
              </a:ext>
            </a:extLst>
          </p:cNvPr>
          <p:cNvSpPr txBox="1"/>
          <p:nvPr/>
        </p:nvSpPr>
        <p:spPr>
          <a:xfrm>
            <a:off x="4684934" y="3928154"/>
            <a:ext cx="370614" cy="400110"/>
          </a:xfrm>
          <a:prstGeom prst="rect">
            <a:avLst/>
          </a:prstGeom>
          <a:noFill/>
        </p:spPr>
        <p:txBody>
          <a:bodyPr wrap="none" rtlCol="0">
            <a:spAutoFit/>
          </a:bodyPr>
          <a:lstStyle/>
          <a:p>
            <a:r>
              <a:rPr lang="en-US" sz="2000" b="1" dirty="0">
                <a:solidFill>
                  <a:schemeClr val="tx2"/>
                </a:solidFill>
              </a:rPr>
              <a:t>B</a:t>
            </a:r>
          </a:p>
        </p:txBody>
      </p:sp>
      <p:sp>
        <p:nvSpPr>
          <p:cNvPr id="7" name="TextBox 6">
            <a:extLst>
              <a:ext uri="{FF2B5EF4-FFF2-40B4-BE49-F238E27FC236}">
                <a16:creationId xmlns:a16="http://schemas.microsoft.com/office/drawing/2014/main" id="{01E65110-C522-95DA-0FCC-3F2F6B694702}"/>
              </a:ext>
            </a:extLst>
          </p:cNvPr>
          <p:cNvSpPr txBox="1"/>
          <p:nvPr/>
        </p:nvSpPr>
        <p:spPr>
          <a:xfrm>
            <a:off x="2489086" y="1693246"/>
            <a:ext cx="341760" cy="400110"/>
          </a:xfrm>
          <a:prstGeom prst="rect">
            <a:avLst/>
          </a:prstGeom>
          <a:noFill/>
        </p:spPr>
        <p:txBody>
          <a:bodyPr wrap="none" rtlCol="0">
            <a:spAutoFit/>
          </a:bodyPr>
          <a:lstStyle/>
          <a:p>
            <a:r>
              <a:rPr lang="en-US" sz="2000" b="1" dirty="0">
                <a:solidFill>
                  <a:schemeClr val="tx2"/>
                </a:solidFill>
              </a:rPr>
              <a:t>T</a:t>
            </a:r>
          </a:p>
        </p:txBody>
      </p:sp>
      <p:sp>
        <p:nvSpPr>
          <p:cNvPr id="8" name="TextBox 7">
            <a:extLst>
              <a:ext uri="{FF2B5EF4-FFF2-40B4-BE49-F238E27FC236}">
                <a16:creationId xmlns:a16="http://schemas.microsoft.com/office/drawing/2014/main" id="{24FD9000-2162-CE0D-ABF8-FB37E3171E6A}"/>
              </a:ext>
            </a:extLst>
          </p:cNvPr>
          <p:cNvSpPr txBox="1"/>
          <p:nvPr/>
        </p:nvSpPr>
        <p:spPr>
          <a:xfrm>
            <a:off x="5508191" y="3510350"/>
            <a:ext cx="370614" cy="400110"/>
          </a:xfrm>
          <a:prstGeom prst="rect">
            <a:avLst/>
          </a:prstGeom>
          <a:noFill/>
        </p:spPr>
        <p:txBody>
          <a:bodyPr wrap="none" rtlCol="0">
            <a:spAutoFit/>
          </a:bodyPr>
          <a:lstStyle/>
          <a:p>
            <a:r>
              <a:rPr lang="en-US" sz="2000" b="1" dirty="0">
                <a:solidFill>
                  <a:schemeClr val="tx2"/>
                </a:solidFill>
              </a:rPr>
              <a:t>C</a:t>
            </a:r>
          </a:p>
        </p:txBody>
      </p:sp>
      <p:sp>
        <p:nvSpPr>
          <p:cNvPr id="2" name="Google Shape;1735;p43">
            <a:extLst>
              <a:ext uri="{FF2B5EF4-FFF2-40B4-BE49-F238E27FC236}">
                <a16:creationId xmlns:a16="http://schemas.microsoft.com/office/drawing/2014/main" id="{21F89F28-41B5-1928-92F8-0793EFD9D11B}"/>
              </a:ext>
            </a:extLst>
          </p:cNvPr>
          <p:cNvSpPr txBox="1">
            <a:spLocks/>
          </p:cNvSpPr>
          <p:nvPr/>
        </p:nvSpPr>
        <p:spPr>
          <a:xfrm>
            <a:off x="872400" y="5974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dirty="0"/>
              <a:t>Example</a:t>
            </a:r>
          </a:p>
        </p:txBody>
      </p:sp>
    </p:spTree>
    <p:extLst>
      <p:ext uri="{BB962C8B-B14F-4D97-AF65-F5344CB8AC3E}">
        <p14:creationId xmlns:p14="http://schemas.microsoft.com/office/powerpoint/2010/main" val="3901424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27"/>
                                        </p:tgtEl>
                                        <p:attrNameLst>
                                          <p:attrName>style.color</p:attrName>
                                        </p:attrNameLst>
                                      </p:cBhvr>
                                      <p:by>
                                        <p:hsl h="0" s="-12549" l="-25098"/>
                                      </p:by>
                                    </p:animClr>
                                    <p:animClr clrSpc="hsl" dir="cw">
                                      <p:cBhvr>
                                        <p:cTn id="7" dur="500" fill="hold"/>
                                        <p:tgtEl>
                                          <p:spTgt spid="27"/>
                                        </p:tgtEl>
                                        <p:attrNameLst>
                                          <p:attrName>fillcolor</p:attrName>
                                        </p:attrNameLst>
                                      </p:cBhvr>
                                      <p:by>
                                        <p:hsl h="0" s="-12549" l="-25098"/>
                                      </p:by>
                                    </p:animClr>
                                    <p:animClr clrSpc="hsl" dir="cw">
                                      <p:cBhvr>
                                        <p:cTn id="8" dur="500" fill="hold"/>
                                        <p:tgtEl>
                                          <p:spTgt spid="27"/>
                                        </p:tgtEl>
                                        <p:attrNameLst>
                                          <p:attrName>stroke.color</p:attrName>
                                        </p:attrNameLst>
                                      </p:cBhvr>
                                      <p:by>
                                        <p:hsl h="0" s="-12549" l="-25098"/>
                                      </p:by>
                                    </p:animClr>
                                    <p:set>
                                      <p:cBhvr>
                                        <p:cTn id="9" dur="500" fill="hold"/>
                                        <p:tgtEl>
                                          <p:spTgt spid="2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775"/>
                                        </p:tgtEl>
                                        <p:attrNameLst>
                                          <p:attrName>style.visibility</p:attrName>
                                        </p:attrNameLst>
                                      </p:cBhvr>
                                      <p:to>
                                        <p:strVal val="visible"/>
                                      </p:to>
                                    </p:set>
                                    <p:animEffect transition="in" filter="fade">
                                      <p:cBhvr>
                                        <p:cTn id="14" dur="500"/>
                                        <p:tgtEl>
                                          <p:spTgt spid="1775"/>
                                        </p:tgtEl>
                                      </p:cBhvr>
                                    </p:animEffect>
                                  </p:childTnLst>
                                </p:cTn>
                              </p:par>
                            </p:childTnLst>
                          </p:cTn>
                        </p:par>
                        <p:par>
                          <p:cTn id="15" fill="hold">
                            <p:stCondLst>
                              <p:cond delay="5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4" presetClass="emph" presetSubtype="0" fill="hold" grpId="0" nodeType="clickEffect">
                                  <p:stCondLst>
                                    <p:cond delay="0"/>
                                  </p:stCondLst>
                                  <p:childTnLst>
                                    <p:animClr clrSpc="hsl" dir="cw">
                                      <p:cBhvr override="childStyle">
                                        <p:cTn id="22" dur="500" fill="hold"/>
                                        <p:tgtEl>
                                          <p:spTgt spid="23"/>
                                        </p:tgtEl>
                                        <p:attrNameLst>
                                          <p:attrName>style.color</p:attrName>
                                        </p:attrNameLst>
                                      </p:cBhvr>
                                      <p:by>
                                        <p:hsl h="0" s="-12549" l="-25098"/>
                                      </p:by>
                                    </p:animClr>
                                    <p:animClr clrSpc="hsl" dir="cw">
                                      <p:cBhvr>
                                        <p:cTn id="23" dur="500" fill="hold"/>
                                        <p:tgtEl>
                                          <p:spTgt spid="23"/>
                                        </p:tgtEl>
                                        <p:attrNameLst>
                                          <p:attrName>fillcolor</p:attrName>
                                        </p:attrNameLst>
                                      </p:cBhvr>
                                      <p:by>
                                        <p:hsl h="0" s="-12549" l="-25098"/>
                                      </p:by>
                                    </p:animClr>
                                    <p:animClr clrSpc="hsl" dir="cw">
                                      <p:cBhvr>
                                        <p:cTn id="24" dur="500" fill="hold"/>
                                        <p:tgtEl>
                                          <p:spTgt spid="23"/>
                                        </p:tgtEl>
                                        <p:attrNameLst>
                                          <p:attrName>stroke.color</p:attrName>
                                        </p:attrNameLst>
                                      </p:cBhvr>
                                      <p:by>
                                        <p:hsl h="0" s="-12549" l="-25098"/>
                                      </p:by>
                                    </p:animClr>
                                    <p:set>
                                      <p:cBhvr>
                                        <p:cTn id="25" dur="500" fill="hold"/>
                                        <p:tgtEl>
                                          <p:spTgt spid="23"/>
                                        </p:tgtEl>
                                        <p:attrNameLst>
                                          <p:attrName>fill.type</p:attrName>
                                        </p:attrNameLst>
                                      </p:cBhvr>
                                      <p:to>
                                        <p:strVal val="solid"/>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76"/>
                                        </p:tgtEl>
                                        <p:attrNameLst>
                                          <p:attrName>style.visibility</p:attrName>
                                        </p:attrNameLst>
                                      </p:cBhvr>
                                      <p:to>
                                        <p:strVal val="visible"/>
                                      </p:to>
                                    </p:set>
                                    <p:animEffect transition="in" filter="fade">
                                      <p:cBhvr>
                                        <p:cTn id="30" dur="500"/>
                                        <p:tgtEl>
                                          <p:spTgt spid="1776"/>
                                        </p:tgtEl>
                                      </p:cBhvr>
                                    </p:animEffect>
                                  </p:childTnLst>
                                </p:cTn>
                              </p:par>
                            </p:childTnLst>
                          </p:cTn>
                        </p:par>
                      </p:childTnLst>
                    </p:cTn>
                  </p:par>
                  <p:par>
                    <p:cTn id="31" fill="hold">
                      <p:stCondLst>
                        <p:cond delay="indefinite"/>
                      </p:stCondLst>
                      <p:childTnLst>
                        <p:par>
                          <p:cTn id="32" fill="hold">
                            <p:stCondLst>
                              <p:cond delay="0"/>
                            </p:stCondLst>
                            <p:childTnLst>
                              <p:par>
                                <p:cTn id="33" presetID="24" presetClass="emph" presetSubtype="0" fill="hold" grpId="0" nodeType="clickEffect">
                                  <p:stCondLst>
                                    <p:cond delay="0"/>
                                  </p:stCondLst>
                                  <p:childTnLst>
                                    <p:animClr clrSpc="hsl" dir="cw">
                                      <p:cBhvr override="childStyle">
                                        <p:cTn id="34" dur="500" fill="hold"/>
                                        <p:tgtEl>
                                          <p:spTgt spid="24"/>
                                        </p:tgtEl>
                                        <p:attrNameLst>
                                          <p:attrName>style.color</p:attrName>
                                        </p:attrNameLst>
                                      </p:cBhvr>
                                      <p:by>
                                        <p:hsl h="0" s="-12549" l="-25098"/>
                                      </p:by>
                                    </p:animClr>
                                    <p:animClr clrSpc="hsl" dir="cw">
                                      <p:cBhvr>
                                        <p:cTn id="35" dur="500" fill="hold"/>
                                        <p:tgtEl>
                                          <p:spTgt spid="24"/>
                                        </p:tgtEl>
                                        <p:attrNameLst>
                                          <p:attrName>fillcolor</p:attrName>
                                        </p:attrNameLst>
                                      </p:cBhvr>
                                      <p:by>
                                        <p:hsl h="0" s="-12549" l="-25098"/>
                                      </p:by>
                                    </p:animClr>
                                    <p:animClr clrSpc="hsl" dir="cw">
                                      <p:cBhvr>
                                        <p:cTn id="36" dur="500" fill="hold"/>
                                        <p:tgtEl>
                                          <p:spTgt spid="24"/>
                                        </p:tgtEl>
                                        <p:attrNameLst>
                                          <p:attrName>stroke.color</p:attrName>
                                        </p:attrNameLst>
                                      </p:cBhvr>
                                      <p:by>
                                        <p:hsl h="0" s="-12549" l="-25098"/>
                                      </p:by>
                                    </p:animClr>
                                    <p:set>
                                      <p:cBhvr>
                                        <p:cTn id="37" dur="500" fill="hold"/>
                                        <p:tgtEl>
                                          <p:spTgt spid="24"/>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77"/>
                                        </p:tgtEl>
                                        <p:attrNameLst>
                                          <p:attrName>style.visibility</p:attrName>
                                        </p:attrNameLst>
                                      </p:cBhvr>
                                      <p:to>
                                        <p:strVal val="visible"/>
                                      </p:to>
                                    </p:set>
                                    <p:animEffect transition="in" filter="fade">
                                      <p:cBhvr>
                                        <p:cTn id="42" dur="500"/>
                                        <p:tgtEl>
                                          <p:spTgt spid="1777"/>
                                        </p:tgtEl>
                                      </p:cBhvr>
                                    </p:animEffect>
                                  </p:childTnLst>
                                </p:cTn>
                              </p:par>
                            </p:childTnLst>
                          </p:cTn>
                        </p:par>
                      </p:childTnLst>
                    </p:cTn>
                  </p:par>
                  <p:par>
                    <p:cTn id="43" fill="hold">
                      <p:stCondLst>
                        <p:cond delay="indefinite"/>
                      </p:stCondLst>
                      <p:childTnLst>
                        <p:par>
                          <p:cTn id="44" fill="hold">
                            <p:stCondLst>
                              <p:cond delay="0"/>
                            </p:stCondLst>
                            <p:childTnLst>
                              <p:par>
                                <p:cTn id="45" presetID="24" presetClass="emph" presetSubtype="0" fill="hold" grpId="0" nodeType="clickEffect">
                                  <p:stCondLst>
                                    <p:cond delay="0"/>
                                  </p:stCondLst>
                                  <p:childTnLst>
                                    <p:animClr clrSpc="hsl" dir="cw">
                                      <p:cBhvr override="childStyle">
                                        <p:cTn id="46" dur="500" fill="hold"/>
                                        <p:tgtEl>
                                          <p:spTgt spid="28"/>
                                        </p:tgtEl>
                                        <p:attrNameLst>
                                          <p:attrName>style.color</p:attrName>
                                        </p:attrNameLst>
                                      </p:cBhvr>
                                      <p:by>
                                        <p:hsl h="0" s="-12549" l="-25098"/>
                                      </p:by>
                                    </p:animClr>
                                    <p:animClr clrSpc="hsl" dir="cw">
                                      <p:cBhvr>
                                        <p:cTn id="47" dur="500" fill="hold"/>
                                        <p:tgtEl>
                                          <p:spTgt spid="28"/>
                                        </p:tgtEl>
                                        <p:attrNameLst>
                                          <p:attrName>fillcolor</p:attrName>
                                        </p:attrNameLst>
                                      </p:cBhvr>
                                      <p:by>
                                        <p:hsl h="0" s="-12549" l="-25098"/>
                                      </p:by>
                                    </p:animClr>
                                    <p:animClr clrSpc="hsl" dir="cw">
                                      <p:cBhvr>
                                        <p:cTn id="48" dur="500" fill="hold"/>
                                        <p:tgtEl>
                                          <p:spTgt spid="28"/>
                                        </p:tgtEl>
                                        <p:attrNameLst>
                                          <p:attrName>stroke.color</p:attrName>
                                        </p:attrNameLst>
                                      </p:cBhvr>
                                      <p:by>
                                        <p:hsl h="0" s="-12549" l="-25098"/>
                                      </p:by>
                                    </p:animClr>
                                    <p:set>
                                      <p:cBhvr>
                                        <p:cTn id="49" dur="500" fill="hold"/>
                                        <p:tgtEl>
                                          <p:spTgt spid="28"/>
                                        </p:tgtEl>
                                        <p:attrNameLst>
                                          <p:attrName>fill.type</p:attrName>
                                        </p:attrNameLst>
                                      </p:cBhvr>
                                      <p:to>
                                        <p:strVal val="solid"/>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796"/>
                                        </p:tgtEl>
                                        <p:attrNameLst>
                                          <p:attrName>style.visibility</p:attrName>
                                        </p:attrNameLst>
                                      </p:cBhvr>
                                      <p:to>
                                        <p:strVal val="visible"/>
                                      </p:to>
                                    </p:set>
                                    <p:animEffect transition="in" filter="fade">
                                      <p:cBhvr>
                                        <p:cTn id="54" dur="500"/>
                                        <p:tgtEl>
                                          <p:spTgt spid="1796"/>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nodeType="clickEffect">
                                  <p:stCondLst>
                                    <p:cond delay="0"/>
                                  </p:stCondLst>
                                  <p:childTnLst>
                                    <p:animClr clrSpc="rgb" dir="cw">
                                      <p:cBhvr>
                                        <p:cTn id="58" dur="750" fill="hold"/>
                                        <p:tgtEl>
                                          <p:spTgt spid="28"/>
                                        </p:tgtEl>
                                        <p:attrNameLst>
                                          <p:attrName>fillcolor</p:attrName>
                                        </p:attrNameLst>
                                      </p:cBhvr>
                                      <p:to>
                                        <a:srgbClr val="8E8E8E"/>
                                      </p:to>
                                    </p:animClr>
                                    <p:set>
                                      <p:cBhvr>
                                        <p:cTn id="59" dur="750" fill="hold"/>
                                        <p:tgtEl>
                                          <p:spTgt spid="28"/>
                                        </p:tgtEl>
                                        <p:attrNameLst>
                                          <p:attrName>fill.type</p:attrName>
                                        </p:attrNameLst>
                                      </p:cBhvr>
                                      <p:to>
                                        <p:strVal val="solid"/>
                                      </p:to>
                                    </p:set>
                                    <p:set>
                                      <p:cBhvr>
                                        <p:cTn id="60" dur="750" fill="hold"/>
                                        <p:tgtEl>
                                          <p:spTgt spid="28"/>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797"/>
                                        </p:tgtEl>
                                        <p:attrNameLst>
                                          <p:attrName>style.visibility</p:attrName>
                                        </p:attrNameLst>
                                      </p:cBhvr>
                                      <p:to>
                                        <p:strVal val="visible"/>
                                      </p:to>
                                    </p:set>
                                    <p:animEffect transition="in" filter="fade">
                                      <p:cBhvr>
                                        <p:cTn id="65" dur="750"/>
                                        <p:tgtEl>
                                          <p:spTgt spid="1797"/>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mph" presetSubtype="2" fill="hold" nodeType="clickEffect">
                                  <p:stCondLst>
                                    <p:cond delay="0"/>
                                  </p:stCondLst>
                                  <p:childTnLst>
                                    <p:animClr clrSpc="rgb" dir="cw">
                                      <p:cBhvr>
                                        <p:cTn id="69" dur="750" fill="hold"/>
                                        <p:tgtEl>
                                          <p:spTgt spid="24"/>
                                        </p:tgtEl>
                                        <p:attrNameLst>
                                          <p:attrName>fillcolor</p:attrName>
                                        </p:attrNameLst>
                                      </p:cBhvr>
                                      <p:to>
                                        <a:srgbClr val="8E8E8E"/>
                                      </p:to>
                                    </p:animClr>
                                    <p:set>
                                      <p:cBhvr>
                                        <p:cTn id="70" dur="750" fill="hold"/>
                                        <p:tgtEl>
                                          <p:spTgt spid="24"/>
                                        </p:tgtEl>
                                        <p:attrNameLst>
                                          <p:attrName>fill.type</p:attrName>
                                        </p:attrNameLst>
                                      </p:cBhvr>
                                      <p:to>
                                        <p:strVal val="solid"/>
                                      </p:to>
                                    </p:set>
                                    <p:set>
                                      <p:cBhvr>
                                        <p:cTn id="71" dur="750" fill="hold"/>
                                        <p:tgtEl>
                                          <p:spTgt spid="24"/>
                                        </p:tgtEl>
                                        <p:attrNameLst>
                                          <p:attrName>fill.on</p:attrName>
                                        </p:attrNameLst>
                                      </p:cBhvr>
                                      <p:to>
                                        <p:strVal val="true"/>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798"/>
                                        </p:tgtEl>
                                        <p:attrNameLst>
                                          <p:attrName>style.visibility</p:attrName>
                                        </p:attrNameLst>
                                      </p:cBhvr>
                                      <p:to>
                                        <p:strVal val="visible"/>
                                      </p:to>
                                    </p:set>
                                    <p:animEffect transition="in" filter="fade">
                                      <p:cBhvr>
                                        <p:cTn id="76" dur="500"/>
                                        <p:tgtEl>
                                          <p:spTgt spid="1798"/>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750" fill="hold"/>
                                        <p:tgtEl>
                                          <p:spTgt spid="23"/>
                                        </p:tgtEl>
                                        <p:attrNameLst>
                                          <p:attrName>fillcolor</p:attrName>
                                        </p:attrNameLst>
                                      </p:cBhvr>
                                      <p:to>
                                        <a:srgbClr val="8E8E8E"/>
                                      </p:to>
                                    </p:animClr>
                                    <p:set>
                                      <p:cBhvr>
                                        <p:cTn id="81" dur="750" fill="hold"/>
                                        <p:tgtEl>
                                          <p:spTgt spid="23"/>
                                        </p:tgtEl>
                                        <p:attrNameLst>
                                          <p:attrName>fill.type</p:attrName>
                                        </p:attrNameLst>
                                      </p:cBhvr>
                                      <p:to>
                                        <p:strVal val="solid"/>
                                      </p:to>
                                    </p:set>
                                    <p:set>
                                      <p:cBhvr>
                                        <p:cTn id="82" dur="750" fill="hold"/>
                                        <p:tgtEl>
                                          <p:spTgt spid="23"/>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799"/>
                                        </p:tgtEl>
                                        <p:attrNameLst>
                                          <p:attrName>style.visibility</p:attrName>
                                        </p:attrNameLst>
                                      </p:cBhvr>
                                      <p:to>
                                        <p:strVal val="visible"/>
                                      </p:to>
                                    </p:set>
                                    <p:animEffect transition="in" filter="fade">
                                      <p:cBhvr>
                                        <p:cTn id="87" dur="500"/>
                                        <p:tgtEl>
                                          <p:spTgt spid="1799"/>
                                        </p:tgtEl>
                                      </p:cBhvr>
                                    </p:animEffect>
                                  </p:childTnLst>
                                </p:cTn>
                              </p:par>
                            </p:childTnLst>
                          </p:cTn>
                        </p:par>
                      </p:childTnLst>
                    </p:cTn>
                  </p:par>
                  <p:par>
                    <p:cTn id="88" fill="hold">
                      <p:stCondLst>
                        <p:cond delay="indefinite"/>
                      </p:stCondLst>
                      <p:childTnLst>
                        <p:par>
                          <p:cTn id="89" fill="hold">
                            <p:stCondLst>
                              <p:cond delay="0"/>
                            </p:stCondLst>
                            <p:childTnLst>
                              <p:par>
                                <p:cTn id="90" presetID="24" presetClass="emph" presetSubtype="0" fill="hold" grpId="0" nodeType="clickEffect">
                                  <p:stCondLst>
                                    <p:cond delay="0"/>
                                  </p:stCondLst>
                                  <p:childTnLst>
                                    <p:animClr clrSpc="hsl" dir="cw">
                                      <p:cBhvr override="childStyle">
                                        <p:cTn id="91" dur="500" fill="hold"/>
                                        <p:tgtEl>
                                          <p:spTgt spid="30"/>
                                        </p:tgtEl>
                                        <p:attrNameLst>
                                          <p:attrName>style.color</p:attrName>
                                        </p:attrNameLst>
                                      </p:cBhvr>
                                      <p:by>
                                        <p:hsl h="0" s="-12549" l="-25098"/>
                                      </p:by>
                                    </p:animClr>
                                    <p:animClr clrSpc="hsl" dir="cw">
                                      <p:cBhvr>
                                        <p:cTn id="92" dur="500" fill="hold"/>
                                        <p:tgtEl>
                                          <p:spTgt spid="30"/>
                                        </p:tgtEl>
                                        <p:attrNameLst>
                                          <p:attrName>fillcolor</p:attrName>
                                        </p:attrNameLst>
                                      </p:cBhvr>
                                      <p:by>
                                        <p:hsl h="0" s="-12549" l="-25098"/>
                                      </p:by>
                                    </p:animClr>
                                    <p:animClr clrSpc="hsl" dir="cw">
                                      <p:cBhvr>
                                        <p:cTn id="93" dur="500" fill="hold"/>
                                        <p:tgtEl>
                                          <p:spTgt spid="30"/>
                                        </p:tgtEl>
                                        <p:attrNameLst>
                                          <p:attrName>stroke.color</p:attrName>
                                        </p:attrNameLst>
                                      </p:cBhvr>
                                      <p:by>
                                        <p:hsl h="0" s="-12549" l="-25098"/>
                                      </p:by>
                                    </p:animClr>
                                    <p:set>
                                      <p:cBhvr>
                                        <p:cTn id="94" dur="500" fill="hold"/>
                                        <p:tgtEl>
                                          <p:spTgt spid="30"/>
                                        </p:tgtEl>
                                        <p:attrNameLst>
                                          <p:attrName>fill.type</p:attrName>
                                        </p:attrNameLst>
                                      </p:cBhvr>
                                      <p:to>
                                        <p:strVal val="solid"/>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1800"/>
                                        </p:tgtEl>
                                        <p:attrNameLst>
                                          <p:attrName>style.visibility</p:attrName>
                                        </p:attrNameLst>
                                      </p:cBhvr>
                                      <p:to>
                                        <p:strVal val="visible"/>
                                      </p:to>
                                    </p:set>
                                    <p:animEffect transition="in" filter="fade">
                                      <p:cBhvr>
                                        <p:cTn id="99" dur="500"/>
                                        <p:tgtEl>
                                          <p:spTgt spid="1800"/>
                                        </p:tgtEl>
                                      </p:cBhvr>
                                    </p:animEffect>
                                  </p:childTnLst>
                                </p:cTn>
                              </p:par>
                            </p:childTnLst>
                          </p:cTn>
                        </p:par>
                      </p:childTnLst>
                    </p:cTn>
                  </p:par>
                  <p:par>
                    <p:cTn id="100" fill="hold">
                      <p:stCondLst>
                        <p:cond delay="indefinite"/>
                      </p:stCondLst>
                      <p:childTnLst>
                        <p:par>
                          <p:cTn id="101" fill="hold">
                            <p:stCondLst>
                              <p:cond delay="0"/>
                            </p:stCondLst>
                            <p:childTnLst>
                              <p:par>
                                <p:cTn id="102" presetID="24" presetClass="emph" presetSubtype="0" fill="hold" grpId="0" nodeType="clickEffect">
                                  <p:stCondLst>
                                    <p:cond delay="0"/>
                                  </p:stCondLst>
                                  <p:childTnLst>
                                    <p:animClr clrSpc="hsl" dir="cw">
                                      <p:cBhvr override="childStyle">
                                        <p:cTn id="103" dur="500" fill="hold"/>
                                        <p:tgtEl>
                                          <p:spTgt spid="31"/>
                                        </p:tgtEl>
                                        <p:attrNameLst>
                                          <p:attrName>style.color</p:attrName>
                                        </p:attrNameLst>
                                      </p:cBhvr>
                                      <p:by>
                                        <p:hsl h="0" s="-12549" l="-25098"/>
                                      </p:by>
                                    </p:animClr>
                                    <p:animClr clrSpc="hsl" dir="cw">
                                      <p:cBhvr>
                                        <p:cTn id="104" dur="500" fill="hold"/>
                                        <p:tgtEl>
                                          <p:spTgt spid="31"/>
                                        </p:tgtEl>
                                        <p:attrNameLst>
                                          <p:attrName>fillcolor</p:attrName>
                                        </p:attrNameLst>
                                      </p:cBhvr>
                                      <p:by>
                                        <p:hsl h="0" s="-12549" l="-25098"/>
                                      </p:by>
                                    </p:animClr>
                                    <p:animClr clrSpc="hsl" dir="cw">
                                      <p:cBhvr>
                                        <p:cTn id="105" dur="500" fill="hold"/>
                                        <p:tgtEl>
                                          <p:spTgt spid="31"/>
                                        </p:tgtEl>
                                        <p:attrNameLst>
                                          <p:attrName>stroke.color</p:attrName>
                                        </p:attrNameLst>
                                      </p:cBhvr>
                                      <p:by>
                                        <p:hsl h="0" s="-12549" l="-25098"/>
                                      </p:by>
                                    </p:animClr>
                                    <p:set>
                                      <p:cBhvr>
                                        <p:cTn id="106" dur="500" fill="hold"/>
                                        <p:tgtEl>
                                          <p:spTgt spid="31"/>
                                        </p:tgtEl>
                                        <p:attrNameLst>
                                          <p:attrName>fill.type</p:attrName>
                                        </p:attrNameLst>
                                      </p:cBhvr>
                                      <p:to>
                                        <p:strVal val="solid"/>
                                      </p:to>
                                    </p:se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1801"/>
                                        </p:tgtEl>
                                        <p:attrNameLst>
                                          <p:attrName>style.visibility</p:attrName>
                                        </p:attrNameLst>
                                      </p:cBhvr>
                                      <p:to>
                                        <p:strVal val="visible"/>
                                      </p:to>
                                    </p:set>
                                    <p:animEffect transition="in" filter="fade">
                                      <p:cBhvr>
                                        <p:cTn id="111" dur="500"/>
                                        <p:tgtEl>
                                          <p:spTgt spid="1801"/>
                                        </p:tgtEl>
                                      </p:cBhvr>
                                    </p:animEffect>
                                  </p:childTnLst>
                                </p:cTn>
                              </p:par>
                            </p:childTnLst>
                          </p:cTn>
                        </p:par>
                      </p:childTnLst>
                    </p:cTn>
                  </p:par>
                  <p:par>
                    <p:cTn id="112" fill="hold">
                      <p:stCondLst>
                        <p:cond delay="indefinite"/>
                      </p:stCondLst>
                      <p:childTnLst>
                        <p:par>
                          <p:cTn id="113" fill="hold">
                            <p:stCondLst>
                              <p:cond delay="0"/>
                            </p:stCondLst>
                            <p:childTnLst>
                              <p:par>
                                <p:cTn id="114" presetID="24" presetClass="emph" presetSubtype="0" fill="hold" grpId="0" nodeType="clickEffect">
                                  <p:stCondLst>
                                    <p:cond delay="0"/>
                                  </p:stCondLst>
                                  <p:childTnLst>
                                    <p:animClr clrSpc="hsl" dir="cw">
                                      <p:cBhvr override="childStyle">
                                        <p:cTn id="115" dur="500" fill="hold"/>
                                        <p:tgtEl>
                                          <p:spTgt spid="32"/>
                                        </p:tgtEl>
                                        <p:attrNameLst>
                                          <p:attrName>style.color</p:attrName>
                                        </p:attrNameLst>
                                      </p:cBhvr>
                                      <p:by>
                                        <p:hsl h="0" s="-12549" l="-25098"/>
                                      </p:by>
                                    </p:animClr>
                                    <p:animClr clrSpc="hsl" dir="cw">
                                      <p:cBhvr>
                                        <p:cTn id="116" dur="500" fill="hold"/>
                                        <p:tgtEl>
                                          <p:spTgt spid="32"/>
                                        </p:tgtEl>
                                        <p:attrNameLst>
                                          <p:attrName>fillcolor</p:attrName>
                                        </p:attrNameLst>
                                      </p:cBhvr>
                                      <p:by>
                                        <p:hsl h="0" s="-12549" l="-25098"/>
                                      </p:by>
                                    </p:animClr>
                                    <p:animClr clrSpc="hsl" dir="cw">
                                      <p:cBhvr>
                                        <p:cTn id="117" dur="500" fill="hold"/>
                                        <p:tgtEl>
                                          <p:spTgt spid="32"/>
                                        </p:tgtEl>
                                        <p:attrNameLst>
                                          <p:attrName>stroke.color</p:attrName>
                                        </p:attrNameLst>
                                      </p:cBhvr>
                                      <p:by>
                                        <p:hsl h="0" s="-12549" l="-25098"/>
                                      </p:by>
                                    </p:animClr>
                                    <p:set>
                                      <p:cBhvr>
                                        <p:cTn id="118" dur="500" fill="hold"/>
                                        <p:tgtEl>
                                          <p:spTgt spid="32"/>
                                        </p:tgtEl>
                                        <p:attrNameLst>
                                          <p:attrName>fill.type</p:attrName>
                                        </p:attrNameLst>
                                      </p:cBhvr>
                                      <p:to>
                                        <p:strVal val="solid"/>
                                      </p:to>
                                    </p:se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1802"/>
                                        </p:tgtEl>
                                        <p:attrNameLst>
                                          <p:attrName>style.visibility</p:attrName>
                                        </p:attrNameLst>
                                      </p:cBhvr>
                                      <p:to>
                                        <p:strVal val="visible"/>
                                      </p:to>
                                    </p:set>
                                    <p:animEffect transition="in" filter="fade">
                                      <p:cBhvr>
                                        <p:cTn id="123" dur="500"/>
                                        <p:tgtEl>
                                          <p:spTgt spid="1802"/>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mph" presetSubtype="2" fill="hold" grpId="1" nodeType="clickEffect">
                                  <p:stCondLst>
                                    <p:cond delay="0"/>
                                  </p:stCondLst>
                                  <p:childTnLst>
                                    <p:animClr clrSpc="rgb" dir="cw">
                                      <p:cBhvr>
                                        <p:cTn id="127" dur="750" fill="hold"/>
                                        <p:tgtEl>
                                          <p:spTgt spid="32"/>
                                        </p:tgtEl>
                                        <p:attrNameLst>
                                          <p:attrName>fillcolor</p:attrName>
                                        </p:attrNameLst>
                                      </p:cBhvr>
                                      <p:to>
                                        <a:srgbClr val="8E8E8E"/>
                                      </p:to>
                                    </p:animClr>
                                    <p:set>
                                      <p:cBhvr>
                                        <p:cTn id="128" dur="750" fill="hold"/>
                                        <p:tgtEl>
                                          <p:spTgt spid="32"/>
                                        </p:tgtEl>
                                        <p:attrNameLst>
                                          <p:attrName>fill.type</p:attrName>
                                        </p:attrNameLst>
                                      </p:cBhvr>
                                      <p:to>
                                        <p:strVal val="solid"/>
                                      </p:to>
                                    </p:set>
                                    <p:set>
                                      <p:cBhvr>
                                        <p:cTn id="129" dur="750" fill="hold"/>
                                        <p:tgtEl>
                                          <p:spTgt spid="32"/>
                                        </p:tgtEl>
                                        <p:attrNameLst>
                                          <p:attrName>fill.on</p:attrName>
                                        </p:attrNameLst>
                                      </p:cBhvr>
                                      <p:to>
                                        <p:strVal val="true"/>
                                      </p:to>
                                    </p:se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1803"/>
                                        </p:tgtEl>
                                        <p:attrNameLst>
                                          <p:attrName>style.visibility</p:attrName>
                                        </p:attrNameLst>
                                      </p:cBhvr>
                                      <p:to>
                                        <p:strVal val="visible"/>
                                      </p:to>
                                    </p:set>
                                    <p:animEffect transition="in" filter="fade">
                                      <p:cBhvr>
                                        <p:cTn id="134" dur="500"/>
                                        <p:tgtEl>
                                          <p:spTgt spid="1803"/>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mph" presetSubtype="2" fill="hold" grpId="1" nodeType="clickEffect">
                                  <p:stCondLst>
                                    <p:cond delay="0"/>
                                  </p:stCondLst>
                                  <p:childTnLst>
                                    <p:animClr clrSpc="rgb" dir="cw">
                                      <p:cBhvr>
                                        <p:cTn id="138" dur="750" fill="hold"/>
                                        <p:tgtEl>
                                          <p:spTgt spid="31"/>
                                        </p:tgtEl>
                                        <p:attrNameLst>
                                          <p:attrName>fillcolor</p:attrName>
                                        </p:attrNameLst>
                                      </p:cBhvr>
                                      <p:to>
                                        <a:srgbClr val="8E8E8E"/>
                                      </p:to>
                                    </p:animClr>
                                    <p:set>
                                      <p:cBhvr>
                                        <p:cTn id="139" dur="750" fill="hold"/>
                                        <p:tgtEl>
                                          <p:spTgt spid="31"/>
                                        </p:tgtEl>
                                        <p:attrNameLst>
                                          <p:attrName>fill.type</p:attrName>
                                        </p:attrNameLst>
                                      </p:cBhvr>
                                      <p:to>
                                        <p:strVal val="solid"/>
                                      </p:to>
                                    </p:set>
                                    <p:set>
                                      <p:cBhvr>
                                        <p:cTn id="140" dur="750" fill="hold"/>
                                        <p:tgtEl>
                                          <p:spTgt spid="31"/>
                                        </p:tgtEl>
                                        <p:attrNameLst>
                                          <p:attrName>fill.on</p:attrName>
                                        </p:attrNameLst>
                                      </p:cBhvr>
                                      <p:to>
                                        <p:strVal val="true"/>
                                      </p:to>
                                    </p:set>
                                  </p:childTnLst>
                                </p:cTn>
                              </p:par>
                              <p:par>
                                <p:cTn id="141" presetID="10" presetClass="entr" presetSubtype="0" fill="hold" grpId="0" nodeType="withEffect">
                                  <p:stCondLst>
                                    <p:cond delay="0"/>
                                  </p:stCondLst>
                                  <p:childTnLst>
                                    <p:set>
                                      <p:cBhvr>
                                        <p:cTn id="142" dur="1" fill="hold">
                                          <p:stCondLst>
                                            <p:cond delay="0"/>
                                          </p:stCondLst>
                                        </p:cTn>
                                        <p:tgtEl>
                                          <p:spTgt spid="6"/>
                                        </p:tgtEl>
                                        <p:attrNameLst>
                                          <p:attrName>style.visibility</p:attrName>
                                        </p:attrNameLst>
                                      </p:cBhvr>
                                      <p:to>
                                        <p:strVal val="visible"/>
                                      </p:to>
                                    </p:set>
                                    <p:animEffect transition="in" filter="fade">
                                      <p:cBhvr>
                                        <p:cTn id="143" dur="500"/>
                                        <p:tgtEl>
                                          <p:spTgt spid="6"/>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1804"/>
                                        </p:tgtEl>
                                        <p:attrNameLst>
                                          <p:attrName>style.visibility</p:attrName>
                                        </p:attrNameLst>
                                      </p:cBhvr>
                                      <p:to>
                                        <p:strVal val="visible"/>
                                      </p:to>
                                    </p:set>
                                    <p:animEffect transition="in" filter="fade">
                                      <p:cBhvr>
                                        <p:cTn id="148" dur="500"/>
                                        <p:tgtEl>
                                          <p:spTgt spid="1804"/>
                                        </p:tgtEl>
                                      </p:cBhvr>
                                    </p:animEffect>
                                  </p:childTnLst>
                                </p:cTn>
                              </p:par>
                            </p:childTnLst>
                          </p:cTn>
                        </p:par>
                      </p:childTnLst>
                    </p:cTn>
                  </p:par>
                  <p:par>
                    <p:cTn id="149" fill="hold">
                      <p:stCondLst>
                        <p:cond delay="indefinite"/>
                      </p:stCondLst>
                      <p:childTnLst>
                        <p:par>
                          <p:cTn id="150" fill="hold">
                            <p:stCondLst>
                              <p:cond delay="0"/>
                            </p:stCondLst>
                            <p:childTnLst>
                              <p:par>
                                <p:cTn id="151" presetID="24" presetClass="emph" presetSubtype="0" fill="hold" grpId="0" nodeType="clickEffect">
                                  <p:stCondLst>
                                    <p:cond delay="0"/>
                                  </p:stCondLst>
                                  <p:childTnLst>
                                    <p:animClr clrSpc="hsl" dir="cw">
                                      <p:cBhvr override="childStyle">
                                        <p:cTn id="152" dur="500" fill="hold"/>
                                        <p:tgtEl>
                                          <p:spTgt spid="33"/>
                                        </p:tgtEl>
                                        <p:attrNameLst>
                                          <p:attrName>style.color</p:attrName>
                                        </p:attrNameLst>
                                      </p:cBhvr>
                                      <p:by>
                                        <p:hsl h="0" s="-12549" l="-25098"/>
                                      </p:by>
                                    </p:animClr>
                                    <p:animClr clrSpc="hsl" dir="cw">
                                      <p:cBhvr>
                                        <p:cTn id="153" dur="500" fill="hold"/>
                                        <p:tgtEl>
                                          <p:spTgt spid="33"/>
                                        </p:tgtEl>
                                        <p:attrNameLst>
                                          <p:attrName>fillcolor</p:attrName>
                                        </p:attrNameLst>
                                      </p:cBhvr>
                                      <p:by>
                                        <p:hsl h="0" s="-12549" l="-25098"/>
                                      </p:by>
                                    </p:animClr>
                                    <p:animClr clrSpc="hsl" dir="cw">
                                      <p:cBhvr>
                                        <p:cTn id="154" dur="500" fill="hold"/>
                                        <p:tgtEl>
                                          <p:spTgt spid="33"/>
                                        </p:tgtEl>
                                        <p:attrNameLst>
                                          <p:attrName>stroke.color</p:attrName>
                                        </p:attrNameLst>
                                      </p:cBhvr>
                                      <p:by>
                                        <p:hsl h="0" s="-12549" l="-25098"/>
                                      </p:by>
                                    </p:animClr>
                                    <p:set>
                                      <p:cBhvr>
                                        <p:cTn id="155" dur="500" fill="hold"/>
                                        <p:tgtEl>
                                          <p:spTgt spid="33"/>
                                        </p:tgtEl>
                                        <p:attrNameLst>
                                          <p:attrName>fill.type</p:attrName>
                                        </p:attrNameLst>
                                      </p:cBhvr>
                                      <p:to>
                                        <p:strVal val="solid"/>
                                      </p:to>
                                    </p:se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1808"/>
                                        </p:tgtEl>
                                        <p:attrNameLst>
                                          <p:attrName>style.visibility</p:attrName>
                                        </p:attrNameLst>
                                      </p:cBhvr>
                                      <p:to>
                                        <p:strVal val="visible"/>
                                      </p:to>
                                    </p:set>
                                    <p:animEffect transition="in" filter="fade">
                                      <p:cBhvr>
                                        <p:cTn id="160" dur="500"/>
                                        <p:tgtEl>
                                          <p:spTgt spid="1808"/>
                                        </p:tgtEl>
                                      </p:cBhvr>
                                    </p:animEffect>
                                  </p:childTnLst>
                                </p:cTn>
                              </p:par>
                            </p:childTnLst>
                          </p:cTn>
                        </p:par>
                      </p:childTnLst>
                    </p:cTn>
                  </p:par>
                  <p:par>
                    <p:cTn id="161" fill="hold">
                      <p:stCondLst>
                        <p:cond delay="indefinite"/>
                      </p:stCondLst>
                      <p:childTnLst>
                        <p:par>
                          <p:cTn id="162" fill="hold">
                            <p:stCondLst>
                              <p:cond delay="0"/>
                            </p:stCondLst>
                            <p:childTnLst>
                              <p:par>
                                <p:cTn id="163" presetID="1" presetClass="emph" presetSubtype="2" fill="hold" grpId="1" nodeType="clickEffect">
                                  <p:stCondLst>
                                    <p:cond delay="0"/>
                                  </p:stCondLst>
                                  <p:childTnLst>
                                    <p:animClr clrSpc="rgb" dir="cw">
                                      <p:cBhvr>
                                        <p:cTn id="164" dur="750" fill="hold"/>
                                        <p:tgtEl>
                                          <p:spTgt spid="33"/>
                                        </p:tgtEl>
                                        <p:attrNameLst>
                                          <p:attrName>fillcolor</p:attrName>
                                        </p:attrNameLst>
                                      </p:cBhvr>
                                      <p:to>
                                        <a:srgbClr val="8E8E8E"/>
                                      </p:to>
                                    </p:animClr>
                                    <p:set>
                                      <p:cBhvr>
                                        <p:cTn id="165" dur="750" fill="hold"/>
                                        <p:tgtEl>
                                          <p:spTgt spid="33"/>
                                        </p:tgtEl>
                                        <p:attrNameLst>
                                          <p:attrName>fill.type</p:attrName>
                                        </p:attrNameLst>
                                      </p:cBhvr>
                                      <p:to>
                                        <p:strVal val="solid"/>
                                      </p:to>
                                    </p:set>
                                    <p:set>
                                      <p:cBhvr>
                                        <p:cTn id="166" dur="750" fill="hold"/>
                                        <p:tgtEl>
                                          <p:spTgt spid="33"/>
                                        </p:tgtEl>
                                        <p:attrNameLst>
                                          <p:attrName>fill.on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grpId="0" nodeType="clickEffect">
                                  <p:stCondLst>
                                    <p:cond delay="0"/>
                                  </p:stCondLst>
                                  <p:childTnLst>
                                    <p:set>
                                      <p:cBhvr>
                                        <p:cTn id="170" dur="1" fill="hold">
                                          <p:stCondLst>
                                            <p:cond delay="0"/>
                                          </p:stCondLst>
                                        </p:cTn>
                                        <p:tgtEl>
                                          <p:spTgt spid="1806"/>
                                        </p:tgtEl>
                                        <p:attrNameLst>
                                          <p:attrName>style.visibility</p:attrName>
                                        </p:attrNameLst>
                                      </p:cBhvr>
                                      <p:to>
                                        <p:strVal val="visible"/>
                                      </p:to>
                                    </p:set>
                                    <p:animEffect transition="in" filter="fade">
                                      <p:cBhvr>
                                        <p:cTn id="171" dur="500"/>
                                        <p:tgtEl>
                                          <p:spTgt spid="1806"/>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3"/>
                                        </p:tgtEl>
                                        <p:attrNameLst>
                                          <p:attrName>style.visibility</p:attrName>
                                        </p:attrNameLst>
                                      </p:cBhvr>
                                      <p:to>
                                        <p:strVal val="visible"/>
                                      </p:to>
                                    </p:set>
                                    <p:animEffect transition="in" filter="fade">
                                      <p:cBhvr>
                                        <p:cTn id="174" dur="500"/>
                                        <p:tgtEl>
                                          <p:spTgt spid="3"/>
                                        </p:tgtEl>
                                      </p:cBhvr>
                                    </p:animEffect>
                                  </p:childTnLst>
                                </p:cTn>
                              </p:par>
                            </p:childTnLst>
                          </p:cTn>
                        </p:par>
                      </p:childTnLst>
                    </p:cTn>
                  </p:par>
                  <p:par>
                    <p:cTn id="175" fill="hold">
                      <p:stCondLst>
                        <p:cond delay="indefinite"/>
                      </p:stCondLst>
                      <p:childTnLst>
                        <p:par>
                          <p:cTn id="176" fill="hold">
                            <p:stCondLst>
                              <p:cond delay="0"/>
                            </p:stCondLst>
                            <p:childTnLst>
                              <p:par>
                                <p:cTn id="177" presetID="1" presetClass="emph" presetSubtype="2" fill="hold" grpId="1" nodeType="clickEffect">
                                  <p:stCondLst>
                                    <p:cond delay="0"/>
                                  </p:stCondLst>
                                  <p:childTnLst>
                                    <p:animClr clrSpc="rgb" dir="cw">
                                      <p:cBhvr>
                                        <p:cTn id="178" dur="750" fill="hold"/>
                                        <p:tgtEl>
                                          <p:spTgt spid="30"/>
                                        </p:tgtEl>
                                        <p:attrNameLst>
                                          <p:attrName>fillcolor</p:attrName>
                                        </p:attrNameLst>
                                      </p:cBhvr>
                                      <p:to>
                                        <a:srgbClr val="8E8E8E"/>
                                      </p:to>
                                    </p:animClr>
                                    <p:set>
                                      <p:cBhvr>
                                        <p:cTn id="179" dur="750" fill="hold"/>
                                        <p:tgtEl>
                                          <p:spTgt spid="30"/>
                                        </p:tgtEl>
                                        <p:attrNameLst>
                                          <p:attrName>fill.type</p:attrName>
                                        </p:attrNameLst>
                                      </p:cBhvr>
                                      <p:to>
                                        <p:strVal val="solid"/>
                                      </p:to>
                                    </p:set>
                                    <p:set>
                                      <p:cBhvr>
                                        <p:cTn id="180" dur="750" fill="hold"/>
                                        <p:tgtEl>
                                          <p:spTgt spid="30"/>
                                        </p:tgtEl>
                                        <p:attrNameLst>
                                          <p:attrName>fill.on</p:attrName>
                                        </p:attrNameLst>
                                      </p:cBhvr>
                                      <p:to>
                                        <p:strVal val="true"/>
                                      </p:to>
                                    </p:set>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1805"/>
                                        </p:tgtEl>
                                        <p:attrNameLst>
                                          <p:attrName>style.visibility</p:attrName>
                                        </p:attrNameLst>
                                      </p:cBhvr>
                                      <p:to>
                                        <p:strVal val="visible"/>
                                      </p:to>
                                    </p:set>
                                    <p:animEffect transition="in" filter="fade">
                                      <p:cBhvr>
                                        <p:cTn id="185" dur="500"/>
                                        <p:tgtEl>
                                          <p:spTgt spid="1805"/>
                                        </p:tgtEl>
                                      </p:cBhvr>
                                    </p:animEffect>
                                  </p:childTnLst>
                                </p:cTn>
                              </p:par>
                            </p:childTnLst>
                          </p:cTn>
                        </p:par>
                      </p:childTnLst>
                    </p:cTn>
                  </p:par>
                  <p:par>
                    <p:cTn id="186" fill="hold">
                      <p:stCondLst>
                        <p:cond delay="indefinite"/>
                      </p:stCondLst>
                      <p:childTnLst>
                        <p:par>
                          <p:cTn id="187" fill="hold">
                            <p:stCondLst>
                              <p:cond delay="0"/>
                            </p:stCondLst>
                            <p:childTnLst>
                              <p:par>
                                <p:cTn id="188" presetID="10" presetClass="entr" presetSubtype="0" fill="hold" grpId="0" nodeType="clickEffect">
                                  <p:stCondLst>
                                    <p:cond delay="0"/>
                                  </p:stCondLst>
                                  <p:childTnLst>
                                    <p:set>
                                      <p:cBhvr>
                                        <p:cTn id="189" dur="1" fill="hold">
                                          <p:stCondLst>
                                            <p:cond delay="0"/>
                                          </p:stCondLst>
                                        </p:cTn>
                                        <p:tgtEl>
                                          <p:spTgt spid="5"/>
                                        </p:tgtEl>
                                        <p:attrNameLst>
                                          <p:attrName>style.visibility</p:attrName>
                                        </p:attrNameLst>
                                      </p:cBhvr>
                                      <p:to>
                                        <p:strVal val="visible"/>
                                      </p:to>
                                    </p:set>
                                    <p:animEffect transition="in" filter="fade">
                                      <p:cBhvr>
                                        <p:cTn id="190" dur="500"/>
                                        <p:tgtEl>
                                          <p:spTgt spid="5"/>
                                        </p:tgtEl>
                                      </p:cBhvr>
                                    </p:animEffect>
                                  </p:childTnLst>
                                </p:cTn>
                              </p:par>
                            </p:childTnLst>
                          </p:cTn>
                        </p:par>
                      </p:childTnLst>
                    </p:cTn>
                  </p:par>
                  <p:par>
                    <p:cTn id="191" fill="hold">
                      <p:stCondLst>
                        <p:cond delay="indefinite"/>
                      </p:stCondLst>
                      <p:childTnLst>
                        <p:par>
                          <p:cTn id="192" fill="hold">
                            <p:stCondLst>
                              <p:cond delay="0"/>
                            </p:stCondLst>
                            <p:childTnLst>
                              <p:par>
                                <p:cTn id="193" presetID="1" presetClass="emph" presetSubtype="2" fill="hold" nodeType="clickEffect">
                                  <p:stCondLst>
                                    <p:cond delay="0"/>
                                  </p:stCondLst>
                                  <p:childTnLst>
                                    <p:animClr clrSpc="rgb" dir="cw">
                                      <p:cBhvr>
                                        <p:cTn id="194" dur="750" fill="hold"/>
                                        <p:tgtEl>
                                          <p:spTgt spid="27"/>
                                        </p:tgtEl>
                                        <p:attrNameLst>
                                          <p:attrName>fillcolor</p:attrName>
                                        </p:attrNameLst>
                                      </p:cBhvr>
                                      <p:to>
                                        <a:srgbClr val="8E8E8E"/>
                                      </p:to>
                                    </p:animClr>
                                    <p:set>
                                      <p:cBhvr>
                                        <p:cTn id="195" dur="750" fill="hold"/>
                                        <p:tgtEl>
                                          <p:spTgt spid="27"/>
                                        </p:tgtEl>
                                        <p:attrNameLst>
                                          <p:attrName>fill.type</p:attrName>
                                        </p:attrNameLst>
                                      </p:cBhvr>
                                      <p:to>
                                        <p:strVal val="solid"/>
                                      </p:to>
                                    </p:set>
                                    <p:set>
                                      <p:cBhvr>
                                        <p:cTn id="196" dur="750" fill="hold"/>
                                        <p:tgtEl>
                                          <p:spTgt spid="27"/>
                                        </p:tgtEl>
                                        <p:attrNameLst>
                                          <p:attrName>fill.on</p:attrName>
                                        </p:attrNameLst>
                                      </p:cBhvr>
                                      <p:to>
                                        <p:strVal val="true"/>
                                      </p:to>
                                    </p:se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1812"/>
                                        </p:tgtEl>
                                        <p:attrNameLst>
                                          <p:attrName>style.visibility</p:attrName>
                                        </p:attrNameLst>
                                      </p:cBhvr>
                                      <p:to>
                                        <p:strVal val="visible"/>
                                      </p:to>
                                    </p:set>
                                    <p:animEffect transition="in" filter="fade">
                                      <p:cBhvr>
                                        <p:cTn id="201" dur="500"/>
                                        <p:tgtEl>
                                          <p:spTgt spid="1812"/>
                                        </p:tgtEl>
                                      </p:cBhvr>
                                    </p:animEffect>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grpId="0" nodeType="clickEffect">
                                  <p:stCondLst>
                                    <p:cond delay="0"/>
                                  </p:stCondLst>
                                  <p:childTnLst>
                                    <p:set>
                                      <p:cBhvr>
                                        <p:cTn id="205" dur="1" fill="hold">
                                          <p:stCondLst>
                                            <p:cond delay="0"/>
                                          </p:stCondLst>
                                        </p:cTn>
                                        <p:tgtEl>
                                          <p:spTgt spid="1813"/>
                                        </p:tgtEl>
                                        <p:attrNameLst>
                                          <p:attrName>style.visibility</p:attrName>
                                        </p:attrNameLst>
                                      </p:cBhvr>
                                      <p:to>
                                        <p:strVal val="visible"/>
                                      </p:to>
                                    </p:set>
                                    <p:animEffect transition="in" filter="fade">
                                      <p:cBhvr>
                                        <p:cTn id="206" dur="500"/>
                                        <p:tgtEl>
                                          <p:spTgt spid="1813"/>
                                        </p:tgtEl>
                                      </p:cBhvr>
                                    </p:animEffect>
                                  </p:childTnLst>
                                </p:cTn>
                              </p:par>
                            </p:childTnLst>
                          </p:cTn>
                        </p:par>
                      </p:childTnLst>
                    </p:cTn>
                  </p:par>
                  <p:par>
                    <p:cTn id="207" fill="hold">
                      <p:stCondLst>
                        <p:cond delay="indefinite"/>
                      </p:stCondLst>
                      <p:childTnLst>
                        <p:par>
                          <p:cTn id="208" fill="hold">
                            <p:stCondLst>
                              <p:cond delay="0"/>
                            </p:stCondLst>
                            <p:childTnLst>
                              <p:par>
                                <p:cTn id="209" presetID="24" presetClass="emph" presetSubtype="0" fill="hold" grpId="0" nodeType="clickEffect">
                                  <p:stCondLst>
                                    <p:cond delay="0"/>
                                  </p:stCondLst>
                                  <p:childTnLst>
                                    <p:animClr clrSpc="hsl" dir="cw">
                                      <p:cBhvr override="childStyle">
                                        <p:cTn id="210" dur="500" fill="hold"/>
                                        <p:tgtEl>
                                          <p:spTgt spid="34"/>
                                        </p:tgtEl>
                                        <p:attrNameLst>
                                          <p:attrName>style.color</p:attrName>
                                        </p:attrNameLst>
                                      </p:cBhvr>
                                      <p:by>
                                        <p:hsl h="0" s="-12549" l="-25098"/>
                                      </p:by>
                                    </p:animClr>
                                    <p:animClr clrSpc="hsl" dir="cw">
                                      <p:cBhvr>
                                        <p:cTn id="211" dur="500" fill="hold"/>
                                        <p:tgtEl>
                                          <p:spTgt spid="34"/>
                                        </p:tgtEl>
                                        <p:attrNameLst>
                                          <p:attrName>fillcolor</p:attrName>
                                        </p:attrNameLst>
                                      </p:cBhvr>
                                      <p:by>
                                        <p:hsl h="0" s="-12549" l="-25098"/>
                                      </p:by>
                                    </p:animClr>
                                    <p:animClr clrSpc="hsl" dir="cw">
                                      <p:cBhvr>
                                        <p:cTn id="212" dur="500" fill="hold"/>
                                        <p:tgtEl>
                                          <p:spTgt spid="34"/>
                                        </p:tgtEl>
                                        <p:attrNameLst>
                                          <p:attrName>stroke.color</p:attrName>
                                        </p:attrNameLst>
                                      </p:cBhvr>
                                      <p:by>
                                        <p:hsl h="0" s="-12549" l="-25098"/>
                                      </p:by>
                                    </p:animClr>
                                    <p:set>
                                      <p:cBhvr>
                                        <p:cTn id="213" dur="500" fill="hold"/>
                                        <p:tgtEl>
                                          <p:spTgt spid="34"/>
                                        </p:tgtEl>
                                        <p:attrNameLst>
                                          <p:attrName>fill.type</p:attrName>
                                        </p:attrNameLst>
                                      </p:cBhvr>
                                      <p:to>
                                        <p:strVal val="solid"/>
                                      </p:to>
                                    </p:set>
                                  </p:childTnLst>
                                </p:cTn>
                              </p:par>
                            </p:childTnLst>
                          </p:cTn>
                        </p:par>
                      </p:childTnLst>
                    </p:cTn>
                  </p:par>
                  <p:par>
                    <p:cTn id="214" fill="hold">
                      <p:stCondLst>
                        <p:cond delay="indefinite"/>
                      </p:stCondLst>
                      <p:childTnLst>
                        <p:par>
                          <p:cTn id="215" fill="hold">
                            <p:stCondLst>
                              <p:cond delay="0"/>
                            </p:stCondLst>
                            <p:childTnLst>
                              <p:par>
                                <p:cTn id="216" presetID="24" presetClass="emph" presetSubtype="0" fill="hold" grpId="0" nodeType="clickEffect">
                                  <p:stCondLst>
                                    <p:cond delay="0"/>
                                  </p:stCondLst>
                                  <p:childTnLst>
                                    <p:animClr clrSpc="hsl" dir="cw">
                                      <p:cBhvr override="childStyle">
                                        <p:cTn id="217" dur="500" fill="hold"/>
                                        <p:tgtEl>
                                          <p:spTgt spid="35"/>
                                        </p:tgtEl>
                                        <p:attrNameLst>
                                          <p:attrName>style.color</p:attrName>
                                        </p:attrNameLst>
                                      </p:cBhvr>
                                      <p:by>
                                        <p:hsl h="0" s="-12549" l="-25098"/>
                                      </p:by>
                                    </p:animClr>
                                    <p:animClr clrSpc="hsl" dir="cw">
                                      <p:cBhvr>
                                        <p:cTn id="218" dur="500" fill="hold"/>
                                        <p:tgtEl>
                                          <p:spTgt spid="35"/>
                                        </p:tgtEl>
                                        <p:attrNameLst>
                                          <p:attrName>fillcolor</p:attrName>
                                        </p:attrNameLst>
                                      </p:cBhvr>
                                      <p:by>
                                        <p:hsl h="0" s="-12549" l="-25098"/>
                                      </p:by>
                                    </p:animClr>
                                    <p:animClr clrSpc="hsl" dir="cw">
                                      <p:cBhvr>
                                        <p:cTn id="219" dur="500" fill="hold"/>
                                        <p:tgtEl>
                                          <p:spTgt spid="35"/>
                                        </p:tgtEl>
                                        <p:attrNameLst>
                                          <p:attrName>stroke.color</p:attrName>
                                        </p:attrNameLst>
                                      </p:cBhvr>
                                      <p:by>
                                        <p:hsl h="0" s="-12549" l="-25098"/>
                                      </p:by>
                                    </p:animClr>
                                    <p:set>
                                      <p:cBhvr>
                                        <p:cTn id="220" dur="500" fill="hold"/>
                                        <p:tgtEl>
                                          <p:spTgt spid="35"/>
                                        </p:tgtEl>
                                        <p:attrNameLst>
                                          <p:attrName>fill.type</p:attrName>
                                        </p:attrNameLst>
                                      </p:cBhvr>
                                      <p:to>
                                        <p:strVal val="solid"/>
                                      </p:to>
                                    </p:set>
                                  </p:childTnLst>
                                </p:cTn>
                              </p:par>
                            </p:childTnLst>
                          </p:cTn>
                        </p:par>
                      </p:childTnLst>
                    </p:cTn>
                  </p:par>
                  <p:par>
                    <p:cTn id="221" fill="hold">
                      <p:stCondLst>
                        <p:cond delay="indefinite"/>
                      </p:stCondLst>
                      <p:childTnLst>
                        <p:par>
                          <p:cTn id="222" fill="hold">
                            <p:stCondLst>
                              <p:cond delay="0"/>
                            </p:stCondLst>
                            <p:childTnLst>
                              <p:par>
                                <p:cTn id="223" presetID="10" presetClass="entr" presetSubtype="0" fill="hold" grpId="0" nodeType="clickEffect">
                                  <p:stCondLst>
                                    <p:cond delay="0"/>
                                  </p:stCondLst>
                                  <p:childTnLst>
                                    <p:set>
                                      <p:cBhvr>
                                        <p:cTn id="224" dur="1" fill="hold">
                                          <p:stCondLst>
                                            <p:cond delay="0"/>
                                          </p:stCondLst>
                                        </p:cTn>
                                        <p:tgtEl>
                                          <p:spTgt spid="1814"/>
                                        </p:tgtEl>
                                        <p:attrNameLst>
                                          <p:attrName>style.visibility</p:attrName>
                                        </p:attrNameLst>
                                      </p:cBhvr>
                                      <p:to>
                                        <p:strVal val="visible"/>
                                      </p:to>
                                    </p:set>
                                    <p:animEffect transition="in" filter="fade">
                                      <p:cBhvr>
                                        <p:cTn id="225" dur="500"/>
                                        <p:tgtEl>
                                          <p:spTgt spid="1814"/>
                                        </p:tgtEl>
                                      </p:cBhvr>
                                    </p:animEffect>
                                  </p:childTnLst>
                                </p:cTn>
                              </p:par>
                            </p:childTnLst>
                          </p:cTn>
                        </p:par>
                      </p:childTnLst>
                    </p:cTn>
                  </p:par>
                  <p:par>
                    <p:cTn id="226" fill="hold">
                      <p:stCondLst>
                        <p:cond delay="indefinite"/>
                      </p:stCondLst>
                      <p:childTnLst>
                        <p:par>
                          <p:cTn id="227" fill="hold">
                            <p:stCondLst>
                              <p:cond delay="0"/>
                            </p:stCondLst>
                            <p:childTnLst>
                              <p:par>
                                <p:cTn id="228" presetID="10" presetClass="entr" presetSubtype="0" fill="hold" grpId="0" nodeType="clickEffect">
                                  <p:stCondLst>
                                    <p:cond delay="0"/>
                                  </p:stCondLst>
                                  <p:childTnLst>
                                    <p:set>
                                      <p:cBhvr>
                                        <p:cTn id="229" dur="1" fill="hold">
                                          <p:stCondLst>
                                            <p:cond delay="0"/>
                                          </p:stCondLst>
                                        </p:cTn>
                                        <p:tgtEl>
                                          <p:spTgt spid="1815"/>
                                        </p:tgtEl>
                                        <p:attrNameLst>
                                          <p:attrName>style.visibility</p:attrName>
                                        </p:attrNameLst>
                                      </p:cBhvr>
                                      <p:to>
                                        <p:strVal val="visible"/>
                                      </p:to>
                                    </p:set>
                                    <p:animEffect transition="in" filter="fade">
                                      <p:cBhvr>
                                        <p:cTn id="230" dur="500"/>
                                        <p:tgtEl>
                                          <p:spTgt spid="1815"/>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
                                        </p:tgtEl>
                                        <p:attrNameLst>
                                          <p:attrName>style.visibility</p:attrName>
                                        </p:attrNameLst>
                                      </p:cBhvr>
                                      <p:to>
                                        <p:strVal val="visible"/>
                                      </p:to>
                                    </p:set>
                                    <p:animEffect transition="in" filter="fade">
                                      <p:cBhvr>
                                        <p:cTn id="233" dur="500"/>
                                        <p:tgtEl>
                                          <p:spTgt spid="8"/>
                                        </p:tgtEl>
                                      </p:cBhvr>
                                    </p:animEffect>
                                  </p:childTnLst>
                                </p:cTn>
                              </p:par>
                            </p:childTnLst>
                          </p:cTn>
                        </p:par>
                      </p:childTnLst>
                    </p:cTn>
                  </p:par>
                  <p:par>
                    <p:cTn id="234" fill="hold">
                      <p:stCondLst>
                        <p:cond delay="indefinite"/>
                      </p:stCondLst>
                      <p:childTnLst>
                        <p:par>
                          <p:cTn id="235" fill="hold">
                            <p:stCondLst>
                              <p:cond delay="0"/>
                            </p:stCondLst>
                            <p:childTnLst>
                              <p:par>
                                <p:cTn id="236" presetID="1" presetClass="emph" presetSubtype="2" fill="hold" nodeType="clickEffect">
                                  <p:stCondLst>
                                    <p:cond delay="0"/>
                                  </p:stCondLst>
                                  <p:childTnLst>
                                    <p:animClr clrSpc="rgb" dir="cw">
                                      <p:cBhvr>
                                        <p:cTn id="237" dur="750" fill="hold"/>
                                        <p:tgtEl>
                                          <p:spTgt spid="35"/>
                                        </p:tgtEl>
                                        <p:attrNameLst>
                                          <p:attrName>fillcolor</p:attrName>
                                        </p:attrNameLst>
                                      </p:cBhvr>
                                      <p:to>
                                        <a:srgbClr val="8E8E8E"/>
                                      </p:to>
                                    </p:animClr>
                                    <p:set>
                                      <p:cBhvr>
                                        <p:cTn id="238" dur="750" fill="hold"/>
                                        <p:tgtEl>
                                          <p:spTgt spid="35"/>
                                        </p:tgtEl>
                                        <p:attrNameLst>
                                          <p:attrName>fill.type</p:attrName>
                                        </p:attrNameLst>
                                      </p:cBhvr>
                                      <p:to>
                                        <p:strVal val="solid"/>
                                      </p:to>
                                    </p:set>
                                    <p:set>
                                      <p:cBhvr>
                                        <p:cTn id="239" dur="750" fill="hold"/>
                                        <p:tgtEl>
                                          <p:spTgt spid="35"/>
                                        </p:tgtEl>
                                        <p:attrNameLst>
                                          <p:attrName>fill.on</p:attrName>
                                        </p:attrNameLst>
                                      </p:cBhvr>
                                      <p:to>
                                        <p:strVal val="true"/>
                                      </p:to>
                                    </p:set>
                                  </p:childTnLst>
                                </p:cTn>
                              </p:par>
                            </p:childTnLst>
                          </p:cTn>
                        </p:par>
                      </p:childTnLst>
                    </p:cTn>
                  </p:par>
                  <p:par>
                    <p:cTn id="240" fill="hold">
                      <p:stCondLst>
                        <p:cond delay="indefinite"/>
                      </p:stCondLst>
                      <p:childTnLst>
                        <p:par>
                          <p:cTn id="241" fill="hold">
                            <p:stCondLst>
                              <p:cond delay="0"/>
                            </p:stCondLst>
                            <p:childTnLst>
                              <p:par>
                                <p:cTn id="242" presetID="1" presetClass="emph" presetSubtype="2" fill="hold" grpId="1" nodeType="clickEffect">
                                  <p:stCondLst>
                                    <p:cond delay="0"/>
                                  </p:stCondLst>
                                  <p:childTnLst>
                                    <p:animClr clrSpc="rgb" dir="cw">
                                      <p:cBhvr>
                                        <p:cTn id="243" dur="750" fill="hold"/>
                                        <p:tgtEl>
                                          <p:spTgt spid="34"/>
                                        </p:tgtEl>
                                        <p:attrNameLst>
                                          <p:attrName>fillcolor</p:attrName>
                                        </p:attrNameLst>
                                      </p:cBhvr>
                                      <p:to>
                                        <a:srgbClr val="8E8E8E"/>
                                      </p:to>
                                    </p:animClr>
                                    <p:set>
                                      <p:cBhvr>
                                        <p:cTn id="244" dur="750" fill="hold"/>
                                        <p:tgtEl>
                                          <p:spTgt spid="34"/>
                                        </p:tgtEl>
                                        <p:attrNameLst>
                                          <p:attrName>fill.type</p:attrName>
                                        </p:attrNameLst>
                                      </p:cBhvr>
                                      <p:to>
                                        <p:strVal val="solid"/>
                                      </p:to>
                                    </p:set>
                                    <p:set>
                                      <p:cBhvr>
                                        <p:cTn id="245" dur="750" fill="hold"/>
                                        <p:tgtEl>
                                          <p:spTgt spid="34"/>
                                        </p:tgtEl>
                                        <p:attrNameLst>
                                          <p:attrName>fill.on</p:attrName>
                                        </p:attrNameLst>
                                      </p:cBhvr>
                                      <p:to>
                                        <p:strVal val="true"/>
                                      </p:to>
                                    </p:set>
                                  </p:childTnLst>
                                </p:cTn>
                              </p:par>
                            </p:childTnLst>
                          </p:cTn>
                        </p:par>
                      </p:childTnLst>
                    </p:cTn>
                  </p:par>
                  <p:par>
                    <p:cTn id="246" fill="hold">
                      <p:stCondLst>
                        <p:cond delay="indefinite"/>
                      </p:stCondLst>
                      <p:childTnLst>
                        <p:par>
                          <p:cTn id="247" fill="hold">
                            <p:stCondLst>
                              <p:cond delay="0"/>
                            </p:stCondLst>
                            <p:childTnLst>
                              <p:par>
                                <p:cTn id="248" presetID="10" presetClass="entr" presetSubtype="0" fill="hold" grpId="0" nodeType="clickEffect">
                                  <p:stCondLst>
                                    <p:cond delay="0"/>
                                  </p:stCondLst>
                                  <p:childTnLst>
                                    <p:set>
                                      <p:cBhvr>
                                        <p:cTn id="249" dur="1" fill="hold">
                                          <p:stCondLst>
                                            <p:cond delay="0"/>
                                          </p:stCondLst>
                                        </p:cTn>
                                        <p:tgtEl>
                                          <p:spTgt spid="1817"/>
                                        </p:tgtEl>
                                        <p:attrNameLst>
                                          <p:attrName>style.visibility</p:attrName>
                                        </p:attrNameLst>
                                      </p:cBhvr>
                                      <p:to>
                                        <p:strVal val="visible"/>
                                      </p:to>
                                    </p:set>
                                    <p:animEffect transition="in" filter="fade">
                                      <p:cBhvr>
                                        <p:cTn id="250" dur="500"/>
                                        <p:tgtEl>
                                          <p:spTgt spid="1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8" grpId="0"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1775" grpId="0"/>
      <p:bldP spid="1776" grpId="0"/>
      <p:bldP spid="1777" grpId="0"/>
      <p:bldP spid="1796" grpId="0"/>
      <p:bldP spid="1797" grpId="0"/>
      <p:bldP spid="1798" grpId="0"/>
      <p:bldP spid="1799" grpId="0"/>
      <p:bldP spid="1800" grpId="0"/>
      <p:bldP spid="1801" grpId="0"/>
      <p:bldP spid="1802" grpId="0"/>
      <p:bldP spid="1803" grpId="0"/>
      <p:bldP spid="1804" grpId="0"/>
      <p:bldP spid="1805" grpId="0"/>
      <p:bldP spid="1806" grpId="0"/>
      <p:bldP spid="1808" grpId="0"/>
      <p:bldP spid="1812" grpId="0"/>
      <p:bldP spid="1813" grpId="0"/>
      <p:bldP spid="1814" grpId="0"/>
      <p:bldP spid="1815" grpId="0"/>
      <p:bldP spid="1817" grpId="0"/>
      <p:bldP spid="3" grpId="0"/>
      <p:bldP spid="5" grpId="0"/>
      <p:bldP spid="6" grpId="0"/>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2147">
          <a:extLst>
            <a:ext uri="{FF2B5EF4-FFF2-40B4-BE49-F238E27FC236}">
              <a16:creationId xmlns:a16="http://schemas.microsoft.com/office/drawing/2014/main" id="{3726762B-C104-F02E-D4F1-4F84F94BB290}"/>
            </a:ext>
          </a:extLst>
        </p:cNvPr>
        <p:cNvGrpSpPr/>
        <p:nvPr/>
      </p:nvGrpSpPr>
      <p:grpSpPr>
        <a:xfrm>
          <a:off x="0" y="0"/>
          <a:ext cx="0" cy="0"/>
          <a:chOff x="0" y="0"/>
          <a:chExt cx="0" cy="0"/>
        </a:xfrm>
      </p:grpSpPr>
      <p:sp>
        <p:nvSpPr>
          <p:cNvPr id="2151" name="Google Shape;2151;p55">
            <a:extLst>
              <a:ext uri="{FF2B5EF4-FFF2-40B4-BE49-F238E27FC236}">
                <a16:creationId xmlns:a16="http://schemas.microsoft.com/office/drawing/2014/main" id="{01472E40-8486-293F-2BD7-FF3237BBB3E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Strongly Connected Component</a:t>
            </a:r>
          </a:p>
        </p:txBody>
      </p:sp>
      <p:cxnSp>
        <p:nvCxnSpPr>
          <p:cNvPr id="2161" name="Google Shape;2161;p55">
            <a:extLst>
              <a:ext uri="{FF2B5EF4-FFF2-40B4-BE49-F238E27FC236}">
                <a16:creationId xmlns:a16="http://schemas.microsoft.com/office/drawing/2014/main" id="{D0CB327B-A045-D04C-5556-9FE747C0A88D}"/>
              </a:ext>
            </a:extLst>
          </p:cNvPr>
          <p:cNvCxnSpPr>
            <a:stCxn id="2162" idx="4"/>
            <a:endCxn id="2156" idx="0"/>
          </p:cNvCxnSpPr>
          <p:nvPr/>
        </p:nvCxnSpPr>
        <p:spPr>
          <a:xfrm rot="5400000">
            <a:off x="1265132" y="3822675"/>
            <a:ext cx="381553" cy="16"/>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72" name="Google Shape;2172;p55">
            <a:extLst>
              <a:ext uri="{FF2B5EF4-FFF2-40B4-BE49-F238E27FC236}">
                <a16:creationId xmlns:a16="http://schemas.microsoft.com/office/drawing/2014/main" id="{58783A4D-DDB7-964F-8AB7-9C3594BE2531}"/>
              </a:ext>
            </a:extLst>
          </p:cNvPr>
          <p:cNvCxnSpPr>
            <a:stCxn id="2154" idx="2"/>
            <a:endCxn id="2173" idx="0"/>
          </p:cNvCxnSpPr>
          <p:nvPr/>
        </p:nvCxnSpPr>
        <p:spPr>
          <a:xfrm rot="16200000" flipH="1">
            <a:off x="6760291" y="2775707"/>
            <a:ext cx="415634" cy="16"/>
          </a:xfrm>
          <a:prstGeom prst="bentConnector3">
            <a:avLst>
              <a:gd name="adj1" fmla="val 50000"/>
            </a:avLst>
          </a:prstGeom>
          <a:noFill/>
          <a:ln w="9525" cap="flat" cmpd="sng">
            <a:solidFill>
              <a:schemeClr val="lt2"/>
            </a:solidFill>
            <a:prstDash val="solid"/>
            <a:round/>
            <a:headEnd type="oval" w="med" len="med"/>
            <a:tailEnd type="none" w="med" len="med"/>
          </a:ln>
        </p:spPr>
      </p:cxnSp>
      <p:grpSp>
        <p:nvGrpSpPr>
          <p:cNvPr id="8" name="Group 7">
            <a:extLst>
              <a:ext uri="{FF2B5EF4-FFF2-40B4-BE49-F238E27FC236}">
                <a16:creationId xmlns:a16="http://schemas.microsoft.com/office/drawing/2014/main" id="{7E75120D-129F-D455-0689-B2E967601921}"/>
              </a:ext>
            </a:extLst>
          </p:cNvPr>
          <p:cNvGrpSpPr/>
          <p:nvPr/>
        </p:nvGrpSpPr>
        <p:grpSpPr>
          <a:xfrm>
            <a:off x="360000" y="1399835"/>
            <a:ext cx="8684924" cy="3614125"/>
            <a:chOff x="720000" y="1529375"/>
            <a:chExt cx="8684924" cy="3614125"/>
          </a:xfrm>
        </p:grpSpPr>
        <p:grpSp>
          <p:nvGrpSpPr>
            <p:cNvPr id="2166" name="Google Shape;2166;p55">
              <a:extLst>
                <a:ext uri="{FF2B5EF4-FFF2-40B4-BE49-F238E27FC236}">
                  <a16:creationId xmlns:a16="http://schemas.microsoft.com/office/drawing/2014/main" id="{84F649E0-19BE-3484-0E53-F7BB5EB06CD7}"/>
                </a:ext>
              </a:extLst>
            </p:cNvPr>
            <p:cNvGrpSpPr/>
            <p:nvPr/>
          </p:nvGrpSpPr>
          <p:grpSpPr>
            <a:xfrm>
              <a:off x="1726066" y="2580534"/>
              <a:ext cx="179668" cy="179626"/>
              <a:chOff x="1726066" y="2580534"/>
              <a:chExt cx="179668" cy="179626"/>
            </a:xfrm>
          </p:grpSpPr>
          <p:sp>
            <p:nvSpPr>
              <p:cNvPr id="2167" name="Google Shape;2167;p55">
                <a:extLst>
                  <a:ext uri="{FF2B5EF4-FFF2-40B4-BE49-F238E27FC236}">
                    <a16:creationId xmlns:a16="http://schemas.microsoft.com/office/drawing/2014/main" id="{11763446-4EDB-C5C4-0375-9F4F69378486}"/>
                  </a:ext>
                </a:extLst>
              </p:cNvPr>
              <p:cNvSpPr/>
              <p:nvPr/>
            </p:nvSpPr>
            <p:spPr>
              <a:xfrm>
                <a:off x="1726066" y="2580534"/>
                <a:ext cx="179668" cy="179626"/>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55">
                <a:extLst>
                  <a:ext uri="{FF2B5EF4-FFF2-40B4-BE49-F238E27FC236}">
                    <a16:creationId xmlns:a16="http://schemas.microsoft.com/office/drawing/2014/main" id="{BD206E44-E388-A17F-9420-614819DBC4D9}"/>
                  </a:ext>
                </a:extLst>
              </p:cNvPr>
              <p:cNvSpPr/>
              <p:nvPr/>
            </p:nvSpPr>
            <p:spPr>
              <a:xfrm>
                <a:off x="1761754" y="2616214"/>
                <a:ext cx="108290" cy="10826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roup 1">
              <a:extLst>
                <a:ext uri="{FF2B5EF4-FFF2-40B4-BE49-F238E27FC236}">
                  <a16:creationId xmlns:a16="http://schemas.microsoft.com/office/drawing/2014/main" id="{51A84D97-4F16-24B1-36BD-4DF3F956B5A1}"/>
                </a:ext>
              </a:extLst>
            </p:cNvPr>
            <p:cNvGrpSpPr/>
            <p:nvPr/>
          </p:nvGrpSpPr>
          <p:grpSpPr>
            <a:xfrm>
              <a:off x="720000" y="1529375"/>
              <a:ext cx="8684924" cy="3614125"/>
              <a:chOff x="720000" y="1000225"/>
              <a:chExt cx="8684924" cy="3614125"/>
            </a:xfrm>
          </p:grpSpPr>
          <p:sp>
            <p:nvSpPr>
              <p:cNvPr id="2148" name="Google Shape;2148;p55">
                <a:extLst>
                  <a:ext uri="{FF2B5EF4-FFF2-40B4-BE49-F238E27FC236}">
                    <a16:creationId xmlns:a16="http://schemas.microsoft.com/office/drawing/2014/main" id="{7CD9EAB7-FB49-9940-D6BC-FA54DC524851}"/>
                  </a:ext>
                </a:extLst>
              </p:cNvPr>
              <p:cNvSpPr txBox="1"/>
              <p:nvPr/>
            </p:nvSpPr>
            <p:spPr>
              <a:xfrm>
                <a:off x="720000" y="1167787"/>
                <a:ext cx="2191800" cy="572700"/>
              </a:xfrm>
              <a:prstGeom prst="rect">
                <a:avLst/>
              </a:prstGeom>
              <a:noFill/>
              <a:ln>
                <a:noFill/>
              </a:ln>
            </p:spPr>
            <p:txBody>
              <a:bodyPr spcFirstLastPara="1" wrap="square" lIns="91425" tIns="91425" rIns="91425" bIns="91425" anchor="b" anchorCtr="0">
                <a:noAutofit/>
              </a:bodyPr>
              <a:lstStyle/>
              <a:p>
                <a:pPr algn="ctr">
                  <a:lnSpc>
                    <a:spcPct val="115000"/>
                  </a:lnSpc>
                </a:pPr>
                <a:r>
                  <a:rPr lang="en-US" kern="100" dirty="0">
                    <a:effectLst/>
                    <a:latin typeface="Aptos" panose="020B0004020202020204" pitchFamily="34" charset="0"/>
                    <a:ea typeface="Aptos" panose="020B0004020202020204" pitchFamily="34" charset="0"/>
                    <a:cs typeface="Arial" panose="020B0604020202020204" pitchFamily="34" charset="0"/>
                  </a:rPr>
                  <a:t>Run </a:t>
                </a:r>
                <a:r>
                  <a:rPr lang="en-US" b="1" kern="100" dirty="0">
                    <a:effectLst/>
                    <a:latin typeface="Aptos" panose="020B0004020202020204" pitchFamily="34" charset="0"/>
                    <a:ea typeface="Aptos" panose="020B0004020202020204" pitchFamily="34" charset="0"/>
                    <a:cs typeface="Arial" panose="020B0604020202020204" pitchFamily="34" charset="0"/>
                  </a:rPr>
                  <a:t>DFS</a:t>
                </a:r>
                <a:r>
                  <a:rPr lang="en-US" kern="100" dirty="0">
                    <a:effectLst/>
                    <a:latin typeface="Aptos" panose="020B0004020202020204" pitchFamily="34" charset="0"/>
                    <a:ea typeface="Aptos" panose="020B0004020202020204" pitchFamily="34" charset="0"/>
                    <a:cs typeface="Arial" panose="020B0604020202020204" pitchFamily="34" charset="0"/>
                  </a:rPr>
                  <a:t> on the original graph </a:t>
                </a:r>
              </a:p>
            </p:txBody>
          </p:sp>
          <p:sp>
            <p:nvSpPr>
              <p:cNvPr id="2149" name="Google Shape;2149;p55">
                <a:extLst>
                  <a:ext uri="{FF2B5EF4-FFF2-40B4-BE49-F238E27FC236}">
                    <a16:creationId xmlns:a16="http://schemas.microsoft.com/office/drawing/2014/main" id="{B77E14A8-24FE-102F-EF62-B9CEF4A174FF}"/>
                  </a:ext>
                </a:extLst>
              </p:cNvPr>
              <p:cNvSpPr txBox="1"/>
              <p:nvPr/>
            </p:nvSpPr>
            <p:spPr>
              <a:xfrm>
                <a:off x="3476100" y="1167787"/>
                <a:ext cx="2191800" cy="572700"/>
              </a:xfrm>
              <a:prstGeom prst="rect">
                <a:avLst/>
              </a:prstGeom>
              <a:noFill/>
              <a:ln>
                <a:noFill/>
              </a:ln>
            </p:spPr>
            <p:txBody>
              <a:bodyPr spcFirstLastPara="1" wrap="square" lIns="91425" tIns="91425" rIns="91425" bIns="91425" anchor="b" anchorCtr="0">
                <a:noAutofit/>
              </a:bodyPr>
              <a:lstStyle/>
              <a:p>
                <a:pPr lvl="0" algn="ctr" rtl="0">
                  <a:lnSpc>
                    <a:spcPct val="115000"/>
                  </a:lnSpc>
                  <a:spcBef>
                    <a:spcPts val="0"/>
                  </a:spcBef>
                  <a:spcAft>
                    <a:spcPts val="0"/>
                  </a:spcAft>
                </a:pPr>
                <a:r>
                  <a:rPr lang="en-US" b="1" dirty="0">
                    <a:solidFill>
                      <a:schemeClr val="dk1"/>
                    </a:solidFill>
                    <a:latin typeface="Poppins"/>
                    <a:ea typeface="Poppins"/>
                    <a:cs typeface="Poppins"/>
                    <a:sym typeface="Poppins"/>
                  </a:rPr>
                  <a:t>Reverse</a:t>
                </a:r>
                <a:r>
                  <a:rPr lang="en-US" dirty="0">
                    <a:solidFill>
                      <a:schemeClr val="dk1"/>
                    </a:solidFill>
                    <a:latin typeface="Poppins"/>
                    <a:ea typeface="Poppins"/>
                    <a:cs typeface="Poppins"/>
                    <a:sym typeface="Poppins"/>
                  </a:rPr>
                  <a:t> the edges</a:t>
                </a:r>
              </a:p>
              <a:p>
                <a:pPr lvl="0" algn="ctr" rtl="0">
                  <a:lnSpc>
                    <a:spcPct val="115000"/>
                  </a:lnSpc>
                  <a:spcBef>
                    <a:spcPts val="0"/>
                  </a:spcBef>
                  <a:spcAft>
                    <a:spcPts val="0"/>
                  </a:spcAft>
                </a:pPr>
                <a:endParaRPr lang="en-US" dirty="0">
                  <a:solidFill>
                    <a:schemeClr val="dk1"/>
                  </a:solidFill>
                  <a:latin typeface="Poppins"/>
                  <a:ea typeface="Poppins"/>
                  <a:cs typeface="Poppins"/>
                  <a:sym typeface="Poppins"/>
                </a:endParaRPr>
              </a:p>
            </p:txBody>
          </p:sp>
          <p:sp>
            <p:nvSpPr>
              <p:cNvPr id="2150" name="Google Shape;2150;p55">
                <a:extLst>
                  <a:ext uri="{FF2B5EF4-FFF2-40B4-BE49-F238E27FC236}">
                    <a16:creationId xmlns:a16="http://schemas.microsoft.com/office/drawing/2014/main" id="{6630A627-4344-8D06-1857-8A0CB54F084D}"/>
                  </a:ext>
                </a:extLst>
              </p:cNvPr>
              <p:cNvSpPr txBox="1"/>
              <p:nvPr/>
            </p:nvSpPr>
            <p:spPr>
              <a:xfrm>
                <a:off x="5821696" y="1000225"/>
                <a:ext cx="3583228" cy="740262"/>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endParaRPr lang="en-US" dirty="0">
                  <a:solidFill>
                    <a:schemeClr val="dk1"/>
                  </a:solidFill>
                  <a:latin typeface="Poppins"/>
                  <a:ea typeface="Poppins"/>
                  <a:cs typeface="Poppins"/>
                  <a:sym typeface="Poppins"/>
                </a:endParaRPr>
              </a:p>
              <a:p>
                <a:pPr marL="0" lvl="0" indent="0" algn="ctr" rtl="0">
                  <a:lnSpc>
                    <a:spcPct val="115000"/>
                  </a:lnSpc>
                  <a:spcBef>
                    <a:spcPts val="0"/>
                  </a:spcBef>
                  <a:spcAft>
                    <a:spcPts val="0"/>
                  </a:spcAft>
                  <a:buNone/>
                </a:pPr>
                <a:endParaRPr lang="en-US" dirty="0">
                  <a:solidFill>
                    <a:schemeClr val="dk1"/>
                  </a:solidFill>
                  <a:latin typeface="Poppins"/>
                  <a:ea typeface="Poppins"/>
                  <a:cs typeface="Poppins"/>
                  <a:sym typeface="Poppins"/>
                </a:endParaRPr>
              </a:p>
              <a:p>
                <a:pPr marL="0" lvl="0" indent="0" algn="ctr" rtl="0">
                  <a:lnSpc>
                    <a:spcPct val="115000"/>
                  </a:lnSpc>
                  <a:spcBef>
                    <a:spcPts val="0"/>
                  </a:spcBef>
                  <a:spcAft>
                    <a:spcPts val="0"/>
                  </a:spcAft>
                  <a:buNone/>
                </a:pPr>
                <a:endParaRPr lang="en-US" dirty="0">
                  <a:solidFill>
                    <a:schemeClr val="dk1"/>
                  </a:solidFill>
                  <a:latin typeface="Poppins"/>
                  <a:ea typeface="Poppins"/>
                  <a:cs typeface="Poppins"/>
                  <a:sym typeface="Poppins"/>
                </a:endParaRPr>
              </a:p>
              <a:p>
                <a:pPr marL="0" lvl="0" indent="0" algn="ctr" rtl="0">
                  <a:lnSpc>
                    <a:spcPct val="115000"/>
                  </a:lnSpc>
                  <a:spcBef>
                    <a:spcPts val="0"/>
                  </a:spcBef>
                  <a:spcAft>
                    <a:spcPts val="0"/>
                  </a:spcAft>
                  <a:buNone/>
                </a:pPr>
                <a:endParaRPr lang="en-US" dirty="0">
                  <a:solidFill>
                    <a:schemeClr val="dk1"/>
                  </a:solidFill>
                  <a:latin typeface="Poppins"/>
                  <a:ea typeface="Poppins"/>
                  <a:cs typeface="Poppins"/>
                  <a:sym typeface="Poppins"/>
                </a:endParaRPr>
              </a:p>
              <a:p>
                <a:pPr marL="0" lvl="0" indent="0" algn="ctr" rtl="0">
                  <a:lnSpc>
                    <a:spcPct val="115000"/>
                  </a:lnSpc>
                  <a:spcBef>
                    <a:spcPts val="0"/>
                  </a:spcBef>
                  <a:spcAft>
                    <a:spcPts val="0"/>
                  </a:spcAft>
                  <a:buNone/>
                </a:pPr>
                <a:endParaRPr lang="en-US" dirty="0">
                  <a:solidFill>
                    <a:schemeClr val="dk1"/>
                  </a:solidFill>
                  <a:latin typeface="Poppins"/>
                  <a:ea typeface="Poppins"/>
                  <a:cs typeface="Poppins"/>
                  <a:sym typeface="Poppins"/>
                </a:endParaRPr>
              </a:p>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Run DFS on the reversed graph in </a:t>
                </a:r>
                <a:r>
                  <a:rPr lang="en-US" b="1" dirty="0">
                    <a:solidFill>
                      <a:schemeClr val="dk1"/>
                    </a:solidFill>
                    <a:latin typeface="Poppins"/>
                    <a:ea typeface="Poppins"/>
                    <a:cs typeface="Poppins"/>
                    <a:sym typeface="Poppins"/>
                  </a:rPr>
                  <a:t>decreasing order </a:t>
                </a:r>
                <a:r>
                  <a:rPr lang="en-US" dirty="0">
                    <a:solidFill>
                      <a:schemeClr val="dk1"/>
                    </a:solidFill>
                    <a:latin typeface="Poppins"/>
                    <a:ea typeface="Poppins"/>
                    <a:cs typeface="Poppins"/>
                    <a:sym typeface="Poppins"/>
                  </a:rPr>
                  <a:t>of completion time</a:t>
                </a:r>
              </a:p>
            </p:txBody>
          </p:sp>
          <p:sp>
            <p:nvSpPr>
              <p:cNvPr id="2152" name="Google Shape;2152;p55">
                <a:extLst>
                  <a:ext uri="{FF2B5EF4-FFF2-40B4-BE49-F238E27FC236}">
                    <a16:creationId xmlns:a16="http://schemas.microsoft.com/office/drawing/2014/main" id="{C5D0F4ED-716A-F421-F961-2700714AB6A7}"/>
                  </a:ext>
                </a:extLst>
              </p:cNvPr>
              <p:cNvSpPr txBox="1"/>
              <p:nvPr/>
            </p:nvSpPr>
            <p:spPr>
              <a:xfrm>
                <a:off x="1317600" y="1664288"/>
                <a:ext cx="996600" cy="504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000" b="1" dirty="0">
                    <a:solidFill>
                      <a:schemeClr val="accent1">
                        <a:lumMod val="50000"/>
                      </a:schemeClr>
                    </a:solidFill>
                    <a:latin typeface="IBM Plex Mono"/>
                    <a:ea typeface="IBM Plex Mono"/>
                    <a:cs typeface="IBM Plex Mono"/>
                    <a:sym typeface="IBM Plex Mono"/>
                  </a:rPr>
                  <a:t>First</a:t>
                </a:r>
                <a:endParaRPr sz="2000" b="1" dirty="0">
                  <a:solidFill>
                    <a:schemeClr val="accent1">
                      <a:lumMod val="50000"/>
                    </a:schemeClr>
                  </a:solidFill>
                  <a:latin typeface="IBM Plex Mono"/>
                  <a:ea typeface="IBM Plex Mono"/>
                  <a:cs typeface="IBM Plex Mono"/>
                  <a:sym typeface="IBM Plex Mono"/>
                </a:endParaRPr>
              </a:p>
            </p:txBody>
          </p:sp>
          <p:sp>
            <p:nvSpPr>
              <p:cNvPr id="2153" name="Google Shape;2153;p55">
                <a:extLst>
                  <a:ext uri="{FF2B5EF4-FFF2-40B4-BE49-F238E27FC236}">
                    <a16:creationId xmlns:a16="http://schemas.microsoft.com/office/drawing/2014/main" id="{AA319E1D-760A-43C5-FBEB-59F2E40F5F25}"/>
                  </a:ext>
                </a:extLst>
              </p:cNvPr>
              <p:cNvSpPr txBox="1"/>
              <p:nvPr/>
            </p:nvSpPr>
            <p:spPr>
              <a:xfrm>
                <a:off x="4073700" y="1664288"/>
                <a:ext cx="996600" cy="504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000" b="1" dirty="0">
                    <a:solidFill>
                      <a:schemeClr val="accent1">
                        <a:lumMod val="50000"/>
                      </a:schemeClr>
                    </a:solidFill>
                    <a:latin typeface="IBM Plex Mono"/>
                    <a:ea typeface="IBM Plex Mono"/>
                    <a:cs typeface="IBM Plex Mono"/>
                    <a:sym typeface="IBM Plex Mono"/>
                  </a:rPr>
                  <a:t>Next</a:t>
                </a:r>
                <a:endParaRPr sz="2000" b="1" dirty="0">
                  <a:solidFill>
                    <a:schemeClr val="accent1">
                      <a:lumMod val="50000"/>
                    </a:schemeClr>
                  </a:solidFill>
                  <a:latin typeface="IBM Plex Mono"/>
                  <a:ea typeface="IBM Plex Mono"/>
                  <a:cs typeface="IBM Plex Mono"/>
                  <a:sym typeface="IBM Plex Mono"/>
                </a:endParaRPr>
              </a:p>
            </p:txBody>
          </p:sp>
          <p:sp>
            <p:nvSpPr>
              <p:cNvPr id="2154" name="Google Shape;2154;p55">
                <a:extLst>
                  <a:ext uri="{FF2B5EF4-FFF2-40B4-BE49-F238E27FC236}">
                    <a16:creationId xmlns:a16="http://schemas.microsoft.com/office/drawing/2014/main" id="{C57B3D8D-6DB9-DE21-6770-0548F21357B1}"/>
                  </a:ext>
                </a:extLst>
              </p:cNvPr>
              <p:cNvSpPr txBox="1"/>
              <p:nvPr/>
            </p:nvSpPr>
            <p:spPr>
              <a:xfrm>
                <a:off x="6829800" y="1664288"/>
                <a:ext cx="996600" cy="504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000" b="1" dirty="0">
                    <a:solidFill>
                      <a:schemeClr val="accent1">
                        <a:lumMod val="50000"/>
                      </a:schemeClr>
                    </a:solidFill>
                    <a:latin typeface="IBM Plex Mono"/>
                    <a:ea typeface="IBM Plex Mono"/>
                    <a:cs typeface="IBM Plex Mono"/>
                    <a:sym typeface="IBM Plex Mono"/>
                  </a:rPr>
                  <a:t>Next</a:t>
                </a:r>
                <a:endParaRPr sz="2000" b="1" dirty="0">
                  <a:solidFill>
                    <a:schemeClr val="accent1">
                      <a:lumMod val="50000"/>
                    </a:schemeClr>
                  </a:solidFill>
                  <a:latin typeface="IBM Plex Mono"/>
                  <a:ea typeface="IBM Plex Mono"/>
                  <a:cs typeface="IBM Plex Mono"/>
                  <a:sym typeface="IBM Plex Mono"/>
                </a:endParaRPr>
              </a:p>
            </p:txBody>
          </p:sp>
          <p:sp>
            <p:nvSpPr>
              <p:cNvPr id="2155" name="Google Shape;2155;p55">
                <a:extLst>
                  <a:ext uri="{FF2B5EF4-FFF2-40B4-BE49-F238E27FC236}">
                    <a16:creationId xmlns:a16="http://schemas.microsoft.com/office/drawing/2014/main" id="{4850BEBD-1597-AAE2-E1AD-8A45084B492F}"/>
                  </a:ext>
                </a:extLst>
              </p:cNvPr>
              <p:cNvSpPr txBox="1"/>
              <p:nvPr/>
            </p:nvSpPr>
            <p:spPr>
              <a:xfrm>
                <a:off x="720000" y="4041650"/>
                <a:ext cx="21918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Create </a:t>
                </a:r>
                <a:r>
                  <a:rPr lang="en-US" b="1" dirty="0">
                    <a:solidFill>
                      <a:schemeClr val="dk1"/>
                    </a:solidFill>
                    <a:latin typeface="Poppins"/>
                    <a:ea typeface="Poppins"/>
                    <a:cs typeface="Poppins"/>
                    <a:sym typeface="Poppins"/>
                  </a:rPr>
                  <a:t>trees</a:t>
                </a:r>
                <a:r>
                  <a:rPr lang="en-US" dirty="0">
                    <a:solidFill>
                      <a:schemeClr val="dk1"/>
                    </a:solidFill>
                    <a:latin typeface="Poppins"/>
                    <a:ea typeface="Poppins"/>
                    <a:cs typeface="Poppins"/>
                    <a:sym typeface="Poppins"/>
                  </a:rPr>
                  <a:t> by running DFS</a:t>
                </a:r>
                <a:endParaRPr lang="en-US" b="1" dirty="0">
                  <a:solidFill>
                    <a:schemeClr val="dk1"/>
                  </a:solidFill>
                  <a:latin typeface="Poppins"/>
                  <a:ea typeface="Poppins"/>
                  <a:cs typeface="Poppins"/>
                  <a:sym typeface="Poppins"/>
                </a:endParaRPr>
              </a:p>
            </p:txBody>
          </p:sp>
          <p:sp>
            <p:nvSpPr>
              <p:cNvPr id="2156" name="Google Shape;2156;p55">
                <a:extLst>
                  <a:ext uri="{FF2B5EF4-FFF2-40B4-BE49-F238E27FC236}">
                    <a16:creationId xmlns:a16="http://schemas.microsoft.com/office/drawing/2014/main" id="{8937DC6B-1000-1DCD-3529-BC9E174173B4}"/>
                  </a:ext>
                </a:extLst>
              </p:cNvPr>
              <p:cNvSpPr txBox="1"/>
              <p:nvPr/>
            </p:nvSpPr>
            <p:spPr>
              <a:xfrm>
                <a:off x="1316100" y="3613850"/>
                <a:ext cx="999600" cy="504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accent1">
                        <a:lumMod val="50000"/>
                      </a:schemeClr>
                    </a:solidFill>
                    <a:latin typeface="IBM Plex Mono"/>
                    <a:ea typeface="IBM Plex Mono"/>
                    <a:cs typeface="IBM Plex Mono"/>
                    <a:sym typeface="IBM Plex Mono"/>
                  </a:rPr>
                  <a:t>Last</a:t>
                </a:r>
                <a:endParaRPr sz="2000" b="1" dirty="0">
                  <a:solidFill>
                    <a:schemeClr val="accent1">
                      <a:lumMod val="50000"/>
                    </a:schemeClr>
                  </a:solidFill>
                  <a:latin typeface="IBM Plex Mono"/>
                  <a:ea typeface="IBM Plex Mono"/>
                  <a:cs typeface="IBM Plex Mono"/>
                  <a:sym typeface="IBM Plex Mono"/>
                </a:endParaRPr>
              </a:p>
            </p:txBody>
          </p:sp>
          <p:cxnSp>
            <p:nvCxnSpPr>
              <p:cNvPr id="2169" name="Google Shape;2169;p55">
                <a:extLst>
                  <a:ext uri="{FF2B5EF4-FFF2-40B4-BE49-F238E27FC236}">
                    <a16:creationId xmlns:a16="http://schemas.microsoft.com/office/drawing/2014/main" id="{3C9FA04D-42CD-F61F-3C39-BB53A4D3FCC7}"/>
                  </a:ext>
                </a:extLst>
              </p:cNvPr>
              <p:cNvCxnSpPr>
                <a:stCxn id="2152" idx="2"/>
                <a:endCxn id="2167" idx="0"/>
              </p:cNvCxnSpPr>
              <p:nvPr/>
            </p:nvCxnSpPr>
            <p:spPr>
              <a:xfrm rot="-5400000" flipH="1">
                <a:off x="1610100" y="2374088"/>
                <a:ext cx="412200" cy="600"/>
              </a:xfrm>
              <a:prstGeom prst="bentConnector3">
                <a:avLst>
                  <a:gd name="adj1" fmla="val 50006"/>
                </a:avLst>
              </a:prstGeom>
              <a:noFill/>
              <a:ln w="9525" cap="flat" cmpd="sng">
                <a:solidFill>
                  <a:schemeClr val="lt2"/>
                </a:solidFill>
                <a:prstDash val="solid"/>
                <a:round/>
                <a:headEnd type="oval" w="med" len="med"/>
                <a:tailEnd type="none" w="med" len="med"/>
              </a:ln>
            </p:spPr>
          </p:cxnSp>
          <p:cxnSp>
            <p:nvCxnSpPr>
              <p:cNvPr id="2170" name="Google Shape;2170;p55">
                <a:extLst>
                  <a:ext uri="{FF2B5EF4-FFF2-40B4-BE49-F238E27FC236}">
                    <a16:creationId xmlns:a16="http://schemas.microsoft.com/office/drawing/2014/main" id="{93F047C2-B681-4EFE-2A9C-E818C21099A8}"/>
                  </a:ext>
                </a:extLst>
              </p:cNvPr>
              <p:cNvCxnSpPr>
                <a:cxnSpLocks/>
                <a:stCxn id="2153" idx="2"/>
                <a:endCxn id="2171" idx="0"/>
              </p:cNvCxnSpPr>
              <p:nvPr/>
            </p:nvCxnSpPr>
            <p:spPr>
              <a:xfrm rot="-5400000" flipH="1">
                <a:off x="4364400" y="2375888"/>
                <a:ext cx="415800" cy="600"/>
              </a:xfrm>
              <a:prstGeom prst="bentConnector3">
                <a:avLst>
                  <a:gd name="adj1" fmla="val 49985"/>
                </a:avLst>
              </a:prstGeom>
              <a:noFill/>
              <a:ln w="9525" cap="flat" cmpd="sng">
                <a:solidFill>
                  <a:schemeClr val="lt2"/>
                </a:solidFill>
                <a:prstDash val="solid"/>
                <a:round/>
                <a:headEnd type="oval" w="med" len="med"/>
                <a:tailEnd type="none" w="med" len="med"/>
              </a:ln>
            </p:spPr>
          </p:cxnSp>
          <p:cxnSp>
            <p:nvCxnSpPr>
              <p:cNvPr id="2177" name="Google Shape;2177;p55">
                <a:extLst>
                  <a:ext uri="{FF2B5EF4-FFF2-40B4-BE49-F238E27FC236}">
                    <a16:creationId xmlns:a16="http://schemas.microsoft.com/office/drawing/2014/main" id="{760AE380-BE1A-9126-50C9-7B6FFFDEE8A2}"/>
                  </a:ext>
                </a:extLst>
              </p:cNvPr>
              <p:cNvCxnSpPr>
                <a:cxnSpLocks/>
                <a:stCxn id="2167" idx="6"/>
                <a:endCxn id="2171" idx="2"/>
              </p:cNvCxnSpPr>
              <p:nvPr/>
            </p:nvCxnSpPr>
            <p:spPr>
              <a:xfrm>
                <a:off x="1905734" y="2670348"/>
                <a:ext cx="2576400" cy="3300"/>
              </a:xfrm>
              <a:prstGeom prst="bentConnector3">
                <a:avLst>
                  <a:gd name="adj1" fmla="val 50001"/>
                </a:avLst>
              </a:prstGeom>
              <a:noFill/>
              <a:ln w="9525" cap="flat" cmpd="sng">
                <a:solidFill>
                  <a:schemeClr val="lt2"/>
                </a:solidFill>
                <a:prstDash val="solid"/>
                <a:round/>
                <a:headEnd type="none" w="med" len="med"/>
                <a:tailEnd type="none" w="med" len="med"/>
              </a:ln>
            </p:spPr>
          </p:cxnSp>
          <p:cxnSp>
            <p:nvCxnSpPr>
              <p:cNvPr id="2178" name="Google Shape;2178;p55">
                <a:extLst>
                  <a:ext uri="{FF2B5EF4-FFF2-40B4-BE49-F238E27FC236}">
                    <a16:creationId xmlns:a16="http://schemas.microsoft.com/office/drawing/2014/main" id="{6BD7E2FF-2EC7-3C40-DBD4-5D8B6A586B6E}"/>
                  </a:ext>
                </a:extLst>
              </p:cNvPr>
              <p:cNvCxnSpPr>
                <a:cxnSpLocks/>
                <a:stCxn id="2171" idx="6"/>
                <a:endCxn id="2173" idx="2"/>
              </p:cNvCxnSpPr>
              <p:nvPr/>
            </p:nvCxnSpPr>
            <p:spPr>
              <a:xfrm>
                <a:off x="4661834" y="2673772"/>
                <a:ext cx="2576400" cy="600"/>
              </a:xfrm>
              <a:prstGeom prst="bentConnector3">
                <a:avLst>
                  <a:gd name="adj1" fmla="val 50001"/>
                </a:avLst>
              </a:prstGeom>
              <a:noFill/>
              <a:ln w="9525" cap="flat" cmpd="sng">
                <a:solidFill>
                  <a:schemeClr val="lt2"/>
                </a:solidFill>
                <a:prstDash val="solid"/>
                <a:round/>
                <a:headEnd type="none" w="med" len="med"/>
                <a:tailEnd type="none" w="med" len="med"/>
              </a:ln>
            </p:spPr>
          </p:cxnSp>
          <p:cxnSp>
            <p:nvCxnSpPr>
              <p:cNvPr id="2179" name="Google Shape;2179;p55">
                <a:extLst>
                  <a:ext uri="{FF2B5EF4-FFF2-40B4-BE49-F238E27FC236}">
                    <a16:creationId xmlns:a16="http://schemas.microsoft.com/office/drawing/2014/main" id="{8D4E0B47-28D7-5634-4E8A-DB3E81990A2A}"/>
                  </a:ext>
                </a:extLst>
              </p:cNvPr>
              <p:cNvCxnSpPr>
                <a:stCxn id="2173" idx="6"/>
                <a:endCxn id="2162" idx="2"/>
              </p:cNvCxnSpPr>
              <p:nvPr/>
            </p:nvCxnSpPr>
            <p:spPr>
              <a:xfrm flipH="1">
                <a:off x="1726066" y="2673772"/>
                <a:ext cx="5691900" cy="468600"/>
              </a:xfrm>
              <a:prstGeom prst="bentConnector5">
                <a:avLst>
                  <a:gd name="adj1" fmla="val -4184"/>
                  <a:gd name="adj2" fmla="val 50008"/>
                  <a:gd name="adj3" fmla="val 104184"/>
                </a:avLst>
              </a:prstGeom>
              <a:noFill/>
              <a:ln w="9525" cap="flat" cmpd="sng">
                <a:solidFill>
                  <a:schemeClr val="lt2"/>
                </a:solidFill>
                <a:prstDash val="solid"/>
                <a:round/>
                <a:headEnd type="none" w="med" len="med"/>
                <a:tailEnd type="none" w="med" len="med"/>
              </a:ln>
            </p:spPr>
          </p:cxnSp>
          <p:grpSp>
            <p:nvGrpSpPr>
              <p:cNvPr id="2182" name="Google Shape;2182;p55">
                <a:extLst>
                  <a:ext uri="{FF2B5EF4-FFF2-40B4-BE49-F238E27FC236}">
                    <a16:creationId xmlns:a16="http://schemas.microsoft.com/office/drawing/2014/main" id="{1A650590-DFF6-AAF4-F287-B2EDE5B013FD}"/>
                  </a:ext>
                </a:extLst>
              </p:cNvPr>
              <p:cNvGrpSpPr/>
              <p:nvPr/>
            </p:nvGrpSpPr>
            <p:grpSpPr>
              <a:xfrm>
                <a:off x="1726066" y="3052597"/>
                <a:ext cx="179700" cy="179700"/>
                <a:chOff x="1726066" y="2580534"/>
                <a:chExt cx="179700" cy="179700"/>
              </a:xfrm>
            </p:grpSpPr>
            <p:sp>
              <p:nvSpPr>
                <p:cNvPr id="2162" name="Google Shape;2162;p55">
                  <a:extLst>
                    <a:ext uri="{FF2B5EF4-FFF2-40B4-BE49-F238E27FC236}">
                      <a16:creationId xmlns:a16="http://schemas.microsoft.com/office/drawing/2014/main" id="{D40E3E48-56EC-6F19-591F-B400306AA3DB}"/>
                    </a:ext>
                  </a:extLst>
                </p:cNvPr>
                <p:cNvSpPr/>
                <p:nvPr/>
              </p:nvSpPr>
              <p:spPr>
                <a:xfrm>
                  <a:off x="1726066" y="2580534"/>
                  <a:ext cx="179700" cy="1797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55">
                  <a:extLst>
                    <a:ext uri="{FF2B5EF4-FFF2-40B4-BE49-F238E27FC236}">
                      <a16:creationId xmlns:a16="http://schemas.microsoft.com/office/drawing/2014/main" id="{D9AFB92D-1FFC-3B83-5C11-15FA85BEE91C}"/>
                    </a:ext>
                  </a:extLst>
                </p:cNvPr>
                <p:cNvSpPr/>
                <p:nvPr/>
              </p:nvSpPr>
              <p:spPr>
                <a:xfrm>
                  <a:off x="1761754" y="2616214"/>
                  <a:ext cx="108300" cy="108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4" name="Google Shape;2184;p55">
                <a:extLst>
                  <a:ext uri="{FF2B5EF4-FFF2-40B4-BE49-F238E27FC236}">
                    <a16:creationId xmlns:a16="http://schemas.microsoft.com/office/drawing/2014/main" id="{31A3F794-22B9-2D86-4DF7-F66558FD4762}"/>
                  </a:ext>
                </a:extLst>
              </p:cNvPr>
              <p:cNvGrpSpPr/>
              <p:nvPr/>
            </p:nvGrpSpPr>
            <p:grpSpPr>
              <a:xfrm>
                <a:off x="4482166" y="2583959"/>
                <a:ext cx="179668" cy="179626"/>
                <a:chOff x="4482166" y="2580534"/>
                <a:chExt cx="179668" cy="179626"/>
              </a:xfrm>
            </p:grpSpPr>
            <p:sp>
              <p:nvSpPr>
                <p:cNvPr id="2171" name="Google Shape;2171;p55">
                  <a:extLst>
                    <a:ext uri="{FF2B5EF4-FFF2-40B4-BE49-F238E27FC236}">
                      <a16:creationId xmlns:a16="http://schemas.microsoft.com/office/drawing/2014/main" id="{C004769F-C853-9D69-FBC4-E4AA3DEF764A}"/>
                    </a:ext>
                  </a:extLst>
                </p:cNvPr>
                <p:cNvSpPr/>
                <p:nvPr/>
              </p:nvSpPr>
              <p:spPr>
                <a:xfrm>
                  <a:off x="4482166" y="2580534"/>
                  <a:ext cx="179668" cy="179626"/>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55">
                  <a:extLst>
                    <a:ext uri="{FF2B5EF4-FFF2-40B4-BE49-F238E27FC236}">
                      <a16:creationId xmlns:a16="http://schemas.microsoft.com/office/drawing/2014/main" id="{7C1A7C96-C1FD-B639-45DD-8DC23BF2023E}"/>
                    </a:ext>
                  </a:extLst>
                </p:cNvPr>
                <p:cNvSpPr/>
                <p:nvPr/>
              </p:nvSpPr>
              <p:spPr>
                <a:xfrm>
                  <a:off x="4517854" y="2616214"/>
                  <a:ext cx="108290" cy="10826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8" name="Google Shape;2188;p55">
                <a:extLst>
                  <a:ext uri="{FF2B5EF4-FFF2-40B4-BE49-F238E27FC236}">
                    <a16:creationId xmlns:a16="http://schemas.microsoft.com/office/drawing/2014/main" id="{75905E1E-478A-7A54-3621-A3A082E8DD3D}"/>
                  </a:ext>
                </a:extLst>
              </p:cNvPr>
              <p:cNvGrpSpPr/>
              <p:nvPr/>
            </p:nvGrpSpPr>
            <p:grpSpPr>
              <a:xfrm>
                <a:off x="7238266" y="2583922"/>
                <a:ext cx="179700" cy="179700"/>
                <a:chOff x="7238266" y="3053222"/>
                <a:chExt cx="179700" cy="179700"/>
              </a:xfrm>
            </p:grpSpPr>
            <p:sp>
              <p:nvSpPr>
                <p:cNvPr id="2173" name="Google Shape;2173;p55">
                  <a:extLst>
                    <a:ext uri="{FF2B5EF4-FFF2-40B4-BE49-F238E27FC236}">
                      <a16:creationId xmlns:a16="http://schemas.microsoft.com/office/drawing/2014/main" id="{B932CD30-24D0-B57B-337B-11D12B58D37D}"/>
                    </a:ext>
                  </a:extLst>
                </p:cNvPr>
                <p:cNvSpPr/>
                <p:nvPr/>
              </p:nvSpPr>
              <p:spPr>
                <a:xfrm>
                  <a:off x="7238266" y="3053222"/>
                  <a:ext cx="179700" cy="1797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55">
                  <a:extLst>
                    <a:ext uri="{FF2B5EF4-FFF2-40B4-BE49-F238E27FC236}">
                      <a16:creationId xmlns:a16="http://schemas.microsoft.com/office/drawing/2014/main" id="{4C1CF5B0-0057-D43E-3DE1-8389A43BA934}"/>
                    </a:ext>
                  </a:extLst>
                </p:cNvPr>
                <p:cNvSpPr/>
                <p:nvPr/>
              </p:nvSpPr>
              <p:spPr>
                <a:xfrm>
                  <a:off x="7273954" y="3088901"/>
                  <a:ext cx="108300" cy="108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 name="Google Shape;2166;p55">
              <a:extLst>
                <a:ext uri="{FF2B5EF4-FFF2-40B4-BE49-F238E27FC236}">
                  <a16:creationId xmlns:a16="http://schemas.microsoft.com/office/drawing/2014/main" id="{50082E7B-CBC1-DC17-54C2-006C4409AA59}"/>
                </a:ext>
              </a:extLst>
            </p:cNvPr>
            <p:cNvGrpSpPr/>
            <p:nvPr/>
          </p:nvGrpSpPr>
          <p:grpSpPr>
            <a:xfrm>
              <a:off x="1726050" y="3106143"/>
              <a:ext cx="179668" cy="179626"/>
              <a:chOff x="1726066" y="2580534"/>
              <a:chExt cx="179668" cy="179626"/>
            </a:xfrm>
          </p:grpSpPr>
          <p:sp>
            <p:nvSpPr>
              <p:cNvPr id="6" name="Google Shape;2167;p55">
                <a:extLst>
                  <a:ext uri="{FF2B5EF4-FFF2-40B4-BE49-F238E27FC236}">
                    <a16:creationId xmlns:a16="http://schemas.microsoft.com/office/drawing/2014/main" id="{B8569658-8904-8B14-43B2-56C2BE1E6CAE}"/>
                  </a:ext>
                </a:extLst>
              </p:cNvPr>
              <p:cNvSpPr/>
              <p:nvPr/>
            </p:nvSpPr>
            <p:spPr>
              <a:xfrm>
                <a:off x="1726066" y="2580534"/>
                <a:ext cx="179668" cy="179626"/>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68;p55">
                <a:extLst>
                  <a:ext uri="{FF2B5EF4-FFF2-40B4-BE49-F238E27FC236}">
                    <a16:creationId xmlns:a16="http://schemas.microsoft.com/office/drawing/2014/main" id="{3E5A01BC-BF03-451C-FBD6-9F2155C9F104}"/>
                  </a:ext>
                </a:extLst>
              </p:cNvPr>
              <p:cNvSpPr/>
              <p:nvPr/>
            </p:nvSpPr>
            <p:spPr>
              <a:xfrm>
                <a:off x="1761754" y="2616214"/>
                <a:ext cx="108290" cy="10826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718690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B46F439E-39F4-BB57-1C95-05BB933336AC}"/>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E0F097D0-C0DD-0B19-C136-36EF9978296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t>Strongly connected component</a:t>
            </a:r>
          </a:p>
        </p:txBody>
      </p:sp>
      <p:cxnSp>
        <p:nvCxnSpPr>
          <p:cNvPr id="56" name="Straight Arrow Connector 55">
            <a:extLst>
              <a:ext uri="{FF2B5EF4-FFF2-40B4-BE49-F238E27FC236}">
                <a16:creationId xmlns:a16="http://schemas.microsoft.com/office/drawing/2014/main" id="{67C382C0-61DE-4EEE-D21B-A03BA72E8405}"/>
              </a:ext>
            </a:extLst>
          </p:cNvPr>
          <p:cNvCxnSpPr>
            <a:cxnSpLocks/>
            <a:stCxn id="28" idx="0"/>
            <a:endCxn id="27" idx="3"/>
          </p:cNvCxnSpPr>
          <p:nvPr/>
        </p:nvCxnSpPr>
        <p:spPr>
          <a:xfrm flipV="1">
            <a:off x="2907125" y="1743008"/>
            <a:ext cx="501357" cy="11274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5" name="Connector: Curved 1764">
            <a:extLst>
              <a:ext uri="{FF2B5EF4-FFF2-40B4-BE49-F238E27FC236}">
                <a16:creationId xmlns:a16="http://schemas.microsoft.com/office/drawing/2014/main" id="{021F2366-4AA1-062B-0DCF-A488ECFBA82E}"/>
              </a:ext>
            </a:extLst>
          </p:cNvPr>
          <p:cNvCxnSpPr>
            <a:cxnSpLocks/>
            <a:stCxn id="27" idx="6"/>
            <a:endCxn id="33" idx="0"/>
          </p:cNvCxnSpPr>
          <p:nvPr/>
        </p:nvCxnSpPr>
        <p:spPr>
          <a:xfrm>
            <a:off x="3752448" y="1611260"/>
            <a:ext cx="1261711" cy="1666170"/>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CF3FF58B-EEB7-3139-84D4-3B1AB86E6559}"/>
              </a:ext>
            </a:extLst>
          </p:cNvPr>
          <p:cNvSpPr/>
          <p:nvPr/>
        </p:nvSpPr>
        <p:spPr>
          <a:xfrm>
            <a:off x="2008409" y="23107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24" name="Oval 23">
            <a:extLst>
              <a:ext uri="{FF2B5EF4-FFF2-40B4-BE49-F238E27FC236}">
                <a16:creationId xmlns:a16="http://schemas.microsoft.com/office/drawing/2014/main" id="{BF8DDD65-5633-F24E-58D3-36C39E5E38E7}"/>
              </a:ext>
            </a:extLst>
          </p:cNvPr>
          <p:cNvSpPr/>
          <p:nvPr/>
        </p:nvSpPr>
        <p:spPr>
          <a:xfrm>
            <a:off x="1278011" y="286597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v</a:t>
            </a:r>
          </a:p>
        </p:txBody>
      </p:sp>
      <p:sp>
        <p:nvSpPr>
          <p:cNvPr id="27" name="Oval 26">
            <a:extLst>
              <a:ext uri="{FF2B5EF4-FFF2-40B4-BE49-F238E27FC236}">
                <a16:creationId xmlns:a16="http://schemas.microsoft.com/office/drawing/2014/main" id="{78125141-E35B-227F-701B-895E7036CD65}"/>
              </a:ext>
            </a:extLst>
          </p:cNvPr>
          <p:cNvSpPr/>
          <p:nvPr/>
        </p:nvSpPr>
        <p:spPr>
          <a:xfrm>
            <a:off x="3349467" y="142494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q</a:t>
            </a:r>
          </a:p>
        </p:txBody>
      </p:sp>
      <p:sp>
        <p:nvSpPr>
          <p:cNvPr id="28" name="Oval 27">
            <a:extLst>
              <a:ext uri="{FF2B5EF4-FFF2-40B4-BE49-F238E27FC236}">
                <a16:creationId xmlns:a16="http://schemas.microsoft.com/office/drawing/2014/main" id="{EC8DB233-9E80-58E1-2D53-0D07E804D596}"/>
              </a:ext>
            </a:extLst>
          </p:cNvPr>
          <p:cNvSpPr/>
          <p:nvPr/>
        </p:nvSpPr>
        <p:spPr>
          <a:xfrm>
            <a:off x="2705634" y="287047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w</a:t>
            </a:r>
          </a:p>
        </p:txBody>
      </p:sp>
      <p:sp>
        <p:nvSpPr>
          <p:cNvPr id="30" name="Oval 29">
            <a:extLst>
              <a:ext uri="{FF2B5EF4-FFF2-40B4-BE49-F238E27FC236}">
                <a16:creationId xmlns:a16="http://schemas.microsoft.com/office/drawing/2014/main" id="{CF161428-C6D8-026F-93C0-1E85E4CC7D51}"/>
              </a:ext>
            </a:extLst>
          </p:cNvPr>
          <p:cNvSpPr/>
          <p:nvPr/>
        </p:nvSpPr>
        <p:spPr>
          <a:xfrm>
            <a:off x="4081012" y="23821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31" name="Oval 30">
            <a:extLst>
              <a:ext uri="{FF2B5EF4-FFF2-40B4-BE49-F238E27FC236}">
                <a16:creationId xmlns:a16="http://schemas.microsoft.com/office/drawing/2014/main" id="{C7227EFB-9519-E87A-7A98-410A549793ED}"/>
              </a:ext>
            </a:extLst>
          </p:cNvPr>
          <p:cNvSpPr/>
          <p:nvPr/>
        </p:nvSpPr>
        <p:spPr>
          <a:xfrm>
            <a:off x="4081012" y="351987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x</a:t>
            </a:r>
          </a:p>
        </p:txBody>
      </p:sp>
      <p:sp>
        <p:nvSpPr>
          <p:cNvPr id="32" name="Oval 31">
            <a:extLst>
              <a:ext uri="{FF2B5EF4-FFF2-40B4-BE49-F238E27FC236}">
                <a16:creationId xmlns:a16="http://schemas.microsoft.com/office/drawing/2014/main" id="{A8C40B4A-AC7E-6935-7124-1C8B9C058AC2}"/>
              </a:ext>
            </a:extLst>
          </p:cNvPr>
          <p:cNvSpPr/>
          <p:nvPr/>
        </p:nvSpPr>
        <p:spPr>
          <a:xfrm>
            <a:off x="4081012" y="428497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z</a:t>
            </a:r>
          </a:p>
        </p:txBody>
      </p:sp>
      <p:sp>
        <p:nvSpPr>
          <p:cNvPr id="33" name="Oval 32">
            <a:extLst>
              <a:ext uri="{FF2B5EF4-FFF2-40B4-BE49-F238E27FC236}">
                <a16:creationId xmlns:a16="http://schemas.microsoft.com/office/drawing/2014/main" id="{2BE8C7FB-DFF0-4D0F-8F86-2C26969AE657}"/>
              </a:ext>
            </a:extLst>
          </p:cNvPr>
          <p:cNvSpPr/>
          <p:nvPr/>
        </p:nvSpPr>
        <p:spPr>
          <a:xfrm>
            <a:off x="4812668" y="327743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y</a:t>
            </a:r>
          </a:p>
        </p:txBody>
      </p:sp>
      <p:sp>
        <p:nvSpPr>
          <p:cNvPr id="34" name="Oval 33">
            <a:extLst>
              <a:ext uri="{FF2B5EF4-FFF2-40B4-BE49-F238E27FC236}">
                <a16:creationId xmlns:a16="http://schemas.microsoft.com/office/drawing/2014/main" id="{207F2DCF-D3F5-EA7A-9432-477918B371E9}"/>
              </a:ext>
            </a:extLst>
          </p:cNvPr>
          <p:cNvSpPr/>
          <p:nvPr/>
        </p:nvSpPr>
        <p:spPr>
          <a:xfrm>
            <a:off x="5525184" y="2520352"/>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r</a:t>
            </a:r>
          </a:p>
        </p:txBody>
      </p:sp>
      <p:sp>
        <p:nvSpPr>
          <p:cNvPr id="35" name="Oval 34">
            <a:extLst>
              <a:ext uri="{FF2B5EF4-FFF2-40B4-BE49-F238E27FC236}">
                <a16:creationId xmlns:a16="http://schemas.microsoft.com/office/drawing/2014/main" id="{8BE9BD4F-709F-B46A-2078-EA59982C2C9A}"/>
              </a:ext>
            </a:extLst>
          </p:cNvPr>
          <p:cNvSpPr/>
          <p:nvPr/>
        </p:nvSpPr>
        <p:spPr>
          <a:xfrm>
            <a:off x="6127359" y="327099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u</a:t>
            </a:r>
          </a:p>
        </p:txBody>
      </p:sp>
      <p:cxnSp>
        <p:nvCxnSpPr>
          <p:cNvPr id="37" name="Straight Arrow Connector 36">
            <a:extLst>
              <a:ext uri="{FF2B5EF4-FFF2-40B4-BE49-F238E27FC236}">
                <a16:creationId xmlns:a16="http://schemas.microsoft.com/office/drawing/2014/main" id="{0381F121-15F6-65FB-41FC-EE35F6B19D1D}"/>
              </a:ext>
            </a:extLst>
          </p:cNvPr>
          <p:cNvCxnSpPr>
            <a:cxnSpLocks/>
            <a:stCxn id="23" idx="7"/>
            <a:endCxn id="27" idx="2"/>
          </p:cNvCxnSpPr>
          <p:nvPr/>
        </p:nvCxnSpPr>
        <p:spPr>
          <a:xfrm flipV="1">
            <a:off x="2352375" y="1611260"/>
            <a:ext cx="997092" cy="7540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9206C0FE-98F9-223E-80B5-81F7F975A2EC}"/>
              </a:ext>
            </a:extLst>
          </p:cNvPr>
          <p:cNvCxnSpPr>
            <a:cxnSpLocks/>
            <a:stCxn id="24" idx="7"/>
            <a:endCxn id="23" idx="3"/>
          </p:cNvCxnSpPr>
          <p:nvPr/>
        </p:nvCxnSpPr>
        <p:spPr>
          <a:xfrm flipV="1">
            <a:off x="1621977" y="2628828"/>
            <a:ext cx="445447" cy="291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1FEDB49B-5CA1-82AD-D647-C667CADBB77C}"/>
              </a:ext>
            </a:extLst>
          </p:cNvPr>
          <p:cNvCxnSpPr>
            <a:cxnSpLocks/>
            <a:stCxn id="28" idx="2"/>
            <a:endCxn id="24" idx="6"/>
          </p:cNvCxnSpPr>
          <p:nvPr/>
        </p:nvCxnSpPr>
        <p:spPr>
          <a:xfrm flipH="1" flipV="1">
            <a:off x="1680992" y="3052290"/>
            <a:ext cx="1024642" cy="45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58E82D78-4321-7D15-48BF-DA9ECC2CD51D}"/>
              </a:ext>
            </a:extLst>
          </p:cNvPr>
          <p:cNvCxnSpPr>
            <a:cxnSpLocks/>
            <a:stCxn id="23" idx="5"/>
            <a:endCxn id="28" idx="1"/>
          </p:cNvCxnSpPr>
          <p:nvPr/>
        </p:nvCxnSpPr>
        <p:spPr>
          <a:xfrm>
            <a:off x="2352375" y="2628828"/>
            <a:ext cx="412274" cy="2962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F1EAE859-7CC0-AB3A-0617-195819074579}"/>
              </a:ext>
            </a:extLst>
          </p:cNvPr>
          <p:cNvCxnSpPr>
            <a:cxnSpLocks/>
            <a:endCxn id="27" idx="5"/>
          </p:cNvCxnSpPr>
          <p:nvPr/>
        </p:nvCxnSpPr>
        <p:spPr>
          <a:xfrm flipH="1" flipV="1">
            <a:off x="3693433" y="1743008"/>
            <a:ext cx="487755" cy="6391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6D1935FB-1BF7-BFE5-A4F0-1CE4EAC19A58}"/>
              </a:ext>
            </a:extLst>
          </p:cNvPr>
          <p:cNvCxnSpPr>
            <a:cxnSpLocks/>
            <a:stCxn id="31" idx="0"/>
            <a:endCxn id="30" idx="4"/>
          </p:cNvCxnSpPr>
          <p:nvPr/>
        </p:nvCxnSpPr>
        <p:spPr>
          <a:xfrm flipV="1">
            <a:off x="4282503" y="2754779"/>
            <a:ext cx="0" cy="765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1C8DCFAD-6452-5AE2-3490-4A7D6BD8CBB4}"/>
              </a:ext>
            </a:extLst>
          </p:cNvPr>
          <p:cNvCxnSpPr>
            <a:cxnSpLocks/>
          </p:cNvCxnSpPr>
          <p:nvPr/>
        </p:nvCxnSpPr>
        <p:spPr>
          <a:xfrm flipV="1">
            <a:off x="4282503" y="3892516"/>
            <a:ext cx="0" cy="3924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1" name="Straight Arrow Connector 1730">
            <a:extLst>
              <a:ext uri="{FF2B5EF4-FFF2-40B4-BE49-F238E27FC236}">
                <a16:creationId xmlns:a16="http://schemas.microsoft.com/office/drawing/2014/main" id="{F8EF3575-0308-ABD9-6811-56512F558F91}"/>
              </a:ext>
            </a:extLst>
          </p:cNvPr>
          <p:cNvCxnSpPr>
            <a:cxnSpLocks/>
            <a:stCxn id="33" idx="1"/>
            <a:endCxn id="30" idx="5"/>
          </p:cNvCxnSpPr>
          <p:nvPr/>
        </p:nvCxnSpPr>
        <p:spPr>
          <a:xfrm flipH="1" flipV="1">
            <a:off x="4424978" y="2700207"/>
            <a:ext cx="446705" cy="6317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3" name="Straight Arrow Connector 1742">
            <a:extLst>
              <a:ext uri="{FF2B5EF4-FFF2-40B4-BE49-F238E27FC236}">
                <a16:creationId xmlns:a16="http://schemas.microsoft.com/office/drawing/2014/main" id="{6F3A1983-4993-A812-F24A-3606548EEED8}"/>
              </a:ext>
            </a:extLst>
          </p:cNvPr>
          <p:cNvCxnSpPr>
            <a:cxnSpLocks/>
            <a:stCxn id="33" idx="7"/>
            <a:endCxn id="34" idx="3"/>
          </p:cNvCxnSpPr>
          <p:nvPr/>
        </p:nvCxnSpPr>
        <p:spPr>
          <a:xfrm flipV="1">
            <a:off x="5156634" y="2838420"/>
            <a:ext cx="427565" cy="4935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5" name="Straight Arrow Connector 1744">
            <a:extLst>
              <a:ext uri="{FF2B5EF4-FFF2-40B4-BE49-F238E27FC236}">
                <a16:creationId xmlns:a16="http://schemas.microsoft.com/office/drawing/2014/main" id="{A6C8CC9B-0FCF-9658-84CA-52BEB6144F6E}"/>
              </a:ext>
            </a:extLst>
          </p:cNvPr>
          <p:cNvCxnSpPr>
            <a:cxnSpLocks/>
            <a:stCxn id="35" idx="0"/>
            <a:endCxn id="34" idx="5"/>
          </p:cNvCxnSpPr>
          <p:nvPr/>
        </p:nvCxnSpPr>
        <p:spPr>
          <a:xfrm flipH="1" flipV="1">
            <a:off x="5869150" y="2838420"/>
            <a:ext cx="459700" cy="4325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7" name="Straight Arrow Connector 1746">
            <a:extLst>
              <a:ext uri="{FF2B5EF4-FFF2-40B4-BE49-F238E27FC236}">
                <a16:creationId xmlns:a16="http://schemas.microsoft.com/office/drawing/2014/main" id="{4BD52662-AE51-C465-3BBB-035C7D8F0A3D}"/>
              </a:ext>
            </a:extLst>
          </p:cNvPr>
          <p:cNvCxnSpPr>
            <a:cxnSpLocks/>
            <a:stCxn id="33" idx="6"/>
            <a:endCxn id="35" idx="2"/>
          </p:cNvCxnSpPr>
          <p:nvPr/>
        </p:nvCxnSpPr>
        <p:spPr>
          <a:xfrm flipV="1">
            <a:off x="5215649" y="3457316"/>
            <a:ext cx="911710" cy="64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9" name="Connector: Curved 1768">
            <a:extLst>
              <a:ext uri="{FF2B5EF4-FFF2-40B4-BE49-F238E27FC236}">
                <a16:creationId xmlns:a16="http://schemas.microsoft.com/office/drawing/2014/main" id="{8F1FB8AC-30BE-1953-DA08-4DEB388D135F}"/>
              </a:ext>
            </a:extLst>
          </p:cNvPr>
          <p:cNvCxnSpPr>
            <a:stCxn id="32" idx="6"/>
            <a:endCxn id="31" idx="6"/>
          </p:cNvCxnSpPr>
          <p:nvPr/>
        </p:nvCxnSpPr>
        <p:spPr>
          <a:xfrm flipV="1">
            <a:off x="4483993" y="3706196"/>
            <a:ext cx="14216" cy="765096"/>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775" name="TextBox 1774">
            <a:extLst>
              <a:ext uri="{FF2B5EF4-FFF2-40B4-BE49-F238E27FC236}">
                <a16:creationId xmlns:a16="http://schemas.microsoft.com/office/drawing/2014/main" id="{8F9B4596-1BEF-504B-0829-04817E5844E7}"/>
              </a:ext>
            </a:extLst>
          </p:cNvPr>
          <p:cNvSpPr txBox="1"/>
          <p:nvPr/>
        </p:nvSpPr>
        <p:spPr>
          <a:xfrm>
            <a:off x="3300637" y="1160483"/>
            <a:ext cx="402981"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a:t>
            </a:r>
          </a:p>
        </p:txBody>
      </p:sp>
      <p:sp>
        <p:nvSpPr>
          <p:cNvPr id="1776" name="TextBox 1775">
            <a:extLst>
              <a:ext uri="{FF2B5EF4-FFF2-40B4-BE49-F238E27FC236}">
                <a16:creationId xmlns:a16="http://schemas.microsoft.com/office/drawing/2014/main" id="{88E28FBC-DDB8-5CC6-5C70-ED845A98880E}"/>
              </a:ext>
            </a:extLst>
          </p:cNvPr>
          <p:cNvSpPr txBox="1"/>
          <p:nvPr/>
        </p:nvSpPr>
        <p:spPr>
          <a:xfrm>
            <a:off x="1613332" y="2212862"/>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2/</a:t>
            </a:r>
          </a:p>
        </p:txBody>
      </p:sp>
      <p:sp>
        <p:nvSpPr>
          <p:cNvPr id="1777" name="TextBox 1776">
            <a:extLst>
              <a:ext uri="{FF2B5EF4-FFF2-40B4-BE49-F238E27FC236}">
                <a16:creationId xmlns:a16="http://schemas.microsoft.com/office/drawing/2014/main" id="{336B75AF-9C99-0CF9-B504-BD0D66A60611}"/>
              </a:ext>
            </a:extLst>
          </p:cNvPr>
          <p:cNvSpPr txBox="1"/>
          <p:nvPr/>
        </p:nvSpPr>
        <p:spPr>
          <a:xfrm>
            <a:off x="738908" y="2887454"/>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3/</a:t>
            </a:r>
          </a:p>
        </p:txBody>
      </p:sp>
      <p:sp>
        <p:nvSpPr>
          <p:cNvPr id="1796" name="TextBox 1795">
            <a:extLst>
              <a:ext uri="{FF2B5EF4-FFF2-40B4-BE49-F238E27FC236}">
                <a16:creationId xmlns:a16="http://schemas.microsoft.com/office/drawing/2014/main" id="{ABF786F8-4CAD-60C1-FFC7-84A30F4B28F7}"/>
              </a:ext>
            </a:extLst>
          </p:cNvPr>
          <p:cNvSpPr txBox="1"/>
          <p:nvPr/>
        </p:nvSpPr>
        <p:spPr>
          <a:xfrm>
            <a:off x="2539252" y="3277430"/>
            <a:ext cx="504894"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4/</a:t>
            </a:r>
          </a:p>
        </p:txBody>
      </p:sp>
      <p:sp>
        <p:nvSpPr>
          <p:cNvPr id="1797" name="TextBox 1796">
            <a:extLst>
              <a:ext uri="{FF2B5EF4-FFF2-40B4-BE49-F238E27FC236}">
                <a16:creationId xmlns:a16="http://schemas.microsoft.com/office/drawing/2014/main" id="{02A8EFFA-3B8D-7237-52E1-815C742BAE48}"/>
              </a:ext>
            </a:extLst>
          </p:cNvPr>
          <p:cNvSpPr txBox="1"/>
          <p:nvPr/>
        </p:nvSpPr>
        <p:spPr>
          <a:xfrm>
            <a:off x="2764650" y="3277540"/>
            <a:ext cx="504894"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5</a:t>
            </a:r>
          </a:p>
        </p:txBody>
      </p:sp>
      <p:sp>
        <p:nvSpPr>
          <p:cNvPr id="1798" name="TextBox 1797">
            <a:extLst>
              <a:ext uri="{FF2B5EF4-FFF2-40B4-BE49-F238E27FC236}">
                <a16:creationId xmlns:a16="http://schemas.microsoft.com/office/drawing/2014/main" id="{A6A0CB47-A3DA-E41A-3D60-7D13C780540E}"/>
              </a:ext>
            </a:extLst>
          </p:cNvPr>
          <p:cNvSpPr txBox="1"/>
          <p:nvPr/>
        </p:nvSpPr>
        <p:spPr>
          <a:xfrm>
            <a:off x="957988" y="2887454"/>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6</a:t>
            </a:r>
          </a:p>
        </p:txBody>
      </p:sp>
      <p:sp>
        <p:nvSpPr>
          <p:cNvPr id="1799" name="TextBox 1798">
            <a:extLst>
              <a:ext uri="{FF2B5EF4-FFF2-40B4-BE49-F238E27FC236}">
                <a16:creationId xmlns:a16="http://schemas.microsoft.com/office/drawing/2014/main" id="{BA867874-087E-A4D9-7637-53824B6919AF}"/>
              </a:ext>
            </a:extLst>
          </p:cNvPr>
          <p:cNvSpPr txBox="1"/>
          <p:nvPr/>
        </p:nvSpPr>
        <p:spPr>
          <a:xfrm>
            <a:off x="1829540" y="2222409"/>
            <a:ext cx="398962"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7</a:t>
            </a:r>
          </a:p>
        </p:txBody>
      </p:sp>
      <p:sp>
        <p:nvSpPr>
          <p:cNvPr id="1800" name="TextBox 1799">
            <a:extLst>
              <a:ext uri="{FF2B5EF4-FFF2-40B4-BE49-F238E27FC236}">
                <a16:creationId xmlns:a16="http://schemas.microsoft.com/office/drawing/2014/main" id="{567AF83D-FF94-B7C2-4985-A344830933AA}"/>
              </a:ext>
            </a:extLst>
          </p:cNvPr>
          <p:cNvSpPr txBox="1"/>
          <p:nvPr/>
        </p:nvSpPr>
        <p:spPr>
          <a:xfrm>
            <a:off x="4057769" y="2055543"/>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8/</a:t>
            </a:r>
          </a:p>
        </p:txBody>
      </p:sp>
      <p:sp>
        <p:nvSpPr>
          <p:cNvPr id="1801" name="TextBox 1800">
            <a:extLst>
              <a:ext uri="{FF2B5EF4-FFF2-40B4-BE49-F238E27FC236}">
                <a16:creationId xmlns:a16="http://schemas.microsoft.com/office/drawing/2014/main" id="{5796E015-D42A-7303-4B91-1FC4DC90B5B7}"/>
              </a:ext>
            </a:extLst>
          </p:cNvPr>
          <p:cNvSpPr txBox="1"/>
          <p:nvPr/>
        </p:nvSpPr>
        <p:spPr>
          <a:xfrm>
            <a:off x="3574477" y="3561181"/>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9/</a:t>
            </a:r>
          </a:p>
        </p:txBody>
      </p:sp>
      <p:sp>
        <p:nvSpPr>
          <p:cNvPr id="1802" name="TextBox 1801">
            <a:extLst>
              <a:ext uri="{FF2B5EF4-FFF2-40B4-BE49-F238E27FC236}">
                <a16:creationId xmlns:a16="http://schemas.microsoft.com/office/drawing/2014/main" id="{98811788-51FC-FCA4-F922-865D4A2433A1}"/>
              </a:ext>
            </a:extLst>
          </p:cNvPr>
          <p:cNvSpPr txBox="1"/>
          <p:nvPr/>
        </p:nvSpPr>
        <p:spPr>
          <a:xfrm>
            <a:off x="3548462" y="4248263"/>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10/</a:t>
            </a:r>
          </a:p>
        </p:txBody>
      </p:sp>
      <p:sp>
        <p:nvSpPr>
          <p:cNvPr id="1803" name="TextBox 1802">
            <a:extLst>
              <a:ext uri="{FF2B5EF4-FFF2-40B4-BE49-F238E27FC236}">
                <a16:creationId xmlns:a16="http://schemas.microsoft.com/office/drawing/2014/main" id="{180DC7FD-A1F4-2BE0-4AA1-CF85BA53E30F}"/>
              </a:ext>
            </a:extLst>
          </p:cNvPr>
          <p:cNvSpPr txBox="1"/>
          <p:nvPr/>
        </p:nvSpPr>
        <p:spPr>
          <a:xfrm>
            <a:off x="3846158" y="4241044"/>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11</a:t>
            </a:r>
          </a:p>
        </p:txBody>
      </p:sp>
      <p:sp>
        <p:nvSpPr>
          <p:cNvPr id="1804" name="TextBox 1803">
            <a:extLst>
              <a:ext uri="{FF2B5EF4-FFF2-40B4-BE49-F238E27FC236}">
                <a16:creationId xmlns:a16="http://schemas.microsoft.com/office/drawing/2014/main" id="{2AB5B703-0FF3-C34C-245F-C70779AC3444}"/>
              </a:ext>
            </a:extLst>
          </p:cNvPr>
          <p:cNvSpPr txBox="1"/>
          <p:nvPr/>
        </p:nvSpPr>
        <p:spPr>
          <a:xfrm>
            <a:off x="3782918" y="3557170"/>
            <a:ext cx="609624"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12</a:t>
            </a:r>
          </a:p>
        </p:txBody>
      </p:sp>
      <p:sp>
        <p:nvSpPr>
          <p:cNvPr id="1805" name="TextBox 1804">
            <a:extLst>
              <a:ext uri="{FF2B5EF4-FFF2-40B4-BE49-F238E27FC236}">
                <a16:creationId xmlns:a16="http://schemas.microsoft.com/office/drawing/2014/main" id="{E1E4B66F-D57F-E976-B5BC-93BF756CADA7}"/>
              </a:ext>
            </a:extLst>
          </p:cNvPr>
          <p:cNvSpPr txBox="1"/>
          <p:nvPr/>
        </p:nvSpPr>
        <p:spPr>
          <a:xfrm>
            <a:off x="4272157" y="2061463"/>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15</a:t>
            </a:r>
          </a:p>
        </p:txBody>
      </p:sp>
      <p:sp>
        <p:nvSpPr>
          <p:cNvPr id="1806" name="TextBox 1805">
            <a:extLst>
              <a:ext uri="{FF2B5EF4-FFF2-40B4-BE49-F238E27FC236}">
                <a16:creationId xmlns:a16="http://schemas.microsoft.com/office/drawing/2014/main" id="{638932F2-B1E5-3157-451C-3C4CCA2E80E3}"/>
              </a:ext>
            </a:extLst>
          </p:cNvPr>
          <p:cNvSpPr txBox="1"/>
          <p:nvPr/>
        </p:nvSpPr>
        <p:spPr>
          <a:xfrm>
            <a:off x="5069182" y="3660198"/>
            <a:ext cx="687170"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14</a:t>
            </a:r>
          </a:p>
        </p:txBody>
      </p:sp>
      <p:sp>
        <p:nvSpPr>
          <p:cNvPr id="1808" name="TextBox 1807">
            <a:extLst>
              <a:ext uri="{FF2B5EF4-FFF2-40B4-BE49-F238E27FC236}">
                <a16:creationId xmlns:a16="http://schemas.microsoft.com/office/drawing/2014/main" id="{4B080774-D5B2-64DF-5896-708EA9102FED}"/>
              </a:ext>
            </a:extLst>
          </p:cNvPr>
          <p:cNvSpPr txBox="1"/>
          <p:nvPr/>
        </p:nvSpPr>
        <p:spPr>
          <a:xfrm>
            <a:off x="4768492" y="3660198"/>
            <a:ext cx="629108"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13/</a:t>
            </a:r>
          </a:p>
        </p:txBody>
      </p:sp>
      <p:sp>
        <p:nvSpPr>
          <p:cNvPr id="1812" name="TextBox 1811">
            <a:extLst>
              <a:ext uri="{FF2B5EF4-FFF2-40B4-BE49-F238E27FC236}">
                <a16:creationId xmlns:a16="http://schemas.microsoft.com/office/drawing/2014/main" id="{CEFDF413-98B8-95CD-82AC-FBC4DE1D4F0F}"/>
              </a:ext>
            </a:extLst>
          </p:cNvPr>
          <p:cNvSpPr txBox="1"/>
          <p:nvPr/>
        </p:nvSpPr>
        <p:spPr>
          <a:xfrm>
            <a:off x="3470030" y="1146991"/>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16</a:t>
            </a:r>
          </a:p>
        </p:txBody>
      </p:sp>
      <p:sp>
        <p:nvSpPr>
          <p:cNvPr id="1813" name="TextBox 1812">
            <a:extLst>
              <a:ext uri="{FF2B5EF4-FFF2-40B4-BE49-F238E27FC236}">
                <a16:creationId xmlns:a16="http://schemas.microsoft.com/office/drawing/2014/main" id="{D7D88284-6CD2-C540-16E8-4DC5E76228F6}"/>
              </a:ext>
            </a:extLst>
          </p:cNvPr>
          <p:cNvSpPr txBox="1"/>
          <p:nvPr/>
        </p:nvSpPr>
        <p:spPr>
          <a:xfrm>
            <a:off x="5529496" y="2221400"/>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17/</a:t>
            </a:r>
          </a:p>
        </p:txBody>
      </p:sp>
      <p:sp>
        <p:nvSpPr>
          <p:cNvPr id="1814" name="TextBox 1813">
            <a:extLst>
              <a:ext uri="{FF2B5EF4-FFF2-40B4-BE49-F238E27FC236}">
                <a16:creationId xmlns:a16="http://schemas.microsoft.com/office/drawing/2014/main" id="{D769DFAA-36F1-0A5A-9526-0E8EF37D0CF1}"/>
              </a:ext>
            </a:extLst>
          </p:cNvPr>
          <p:cNvSpPr txBox="1"/>
          <p:nvPr/>
        </p:nvSpPr>
        <p:spPr>
          <a:xfrm>
            <a:off x="6016768" y="3643636"/>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18/</a:t>
            </a:r>
          </a:p>
        </p:txBody>
      </p:sp>
      <p:sp>
        <p:nvSpPr>
          <p:cNvPr id="1815" name="TextBox 1814">
            <a:extLst>
              <a:ext uri="{FF2B5EF4-FFF2-40B4-BE49-F238E27FC236}">
                <a16:creationId xmlns:a16="http://schemas.microsoft.com/office/drawing/2014/main" id="{3166BE0C-EB43-767C-63DB-7C6DD5FD8854}"/>
              </a:ext>
            </a:extLst>
          </p:cNvPr>
          <p:cNvSpPr txBox="1"/>
          <p:nvPr/>
        </p:nvSpPr>
        <p:spPr>
          <a:xfrm>
            <a:off x="6326303" y="3643636"/>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19</a:t>
            </a:r>
          </a:p>
        </p:txBody>
      </p:sp>
      <p:sp>
        <p:nvSpPr>
          <p:cNvPr id="1817" name="TextBox 1816">
            <a:extLst>
              <a:ext uri="{FF2B5EF4-FFF2-40B4-BE49-F238E27FC236}">
                <a16:creationId xmlns:a16="http://schemas.microsoft.com/office/drawing/2014/main" id="{3EDD0644-84B8-6837-9821-390E172114E6}"/>
              </a:ext>
            </a:extLst>
          </p:cNvPr>
          <p:cNvSpPr txBox="1"/>
          <p:nvPr/>
        </p:nvSpPr>
        <p:spPr>
          <a:xfrm>
            <a:off x="5802983" y="2220819"/>
            <a:ext cx="587739" cy="338554"/>
          </a:xfrm>
          <a:prstGeom prst="rect">
            <a:avLst/>
          </a:prstGeom>
          <a:noFill/>
        </p:spPr>
        <p:txBody>
          <a:bodyPr wrap="square" rtlCol="0">
            <a:spAutoFit/>
          </a:bodyPr>
          <a:lstStyle/>
          <a:p>
            <a:r>
              <a:rPr lang="en-US" sz="1600" dirty="0">
                <a:solidFill>
                  <a:schemeClr val="accent1"/>
                </a:solidFill>
                <a:latin typeface="Poppins" panose="00000500000000000000" pitchFamily="2" charset="0"/>
                <a:cs typeface="Poppins" panose="00000500000000000000" pitchFamily="2" charset="0"/>
              </a:rPr>
              <a:t>20</a:t>
            </a:r>
          </a:p>
        </p:txBody>
      </p:sp>
      <p:sp>
        <p:nvSpPr>
          <p:cNvPr id="3" name="TextBox 2">
            <a:extLst>
              <a:ext uri="{FF2B5EF4-FFF2-40B4-BE49-F238E27FC236}">
                <a16:creationId xmlns:a16="http://schemas.microsoft.com/office/drawing/2014/main" id="{03204A5C-7B53-47BE-279A-E3CDE54D7B1A}"/>
              </a:ext>
            </a:extLst>
          </p:cNvPr>
          <p:cNvSpPr txBox="1"/>
          <p:nvPr/>
        </p:nvSpPr>
        <p:spPr>
          <a:xfrm>
            <a:off x="4645937" y="1784673"/>
            <a:ext cx="370614" cy="400110"/>
          </a:xfrm>
          <a:prstGeom prst="rect">
            <a:avLst/>
          </a:prstGeom>
          <a:noFill/>
        </p:spPr>
        <p:txBody>
          <a:bodyPr wrap="none" rtlCol="0">
            <a:spAutoFit/>
          </a:bodyPr>
          <a:lstStyle/>
          <a:p>
            <a:r>
              <a:rPr lang="en-US" sz="2000" b="1" dirty="0">
                <a:solidFill>
                  <a:schemeClr val="tx2"/>
                </a:solidFill>
              </a:rPr>
              <a:t>B</a:t>
            </a:r>
          </a:p>
        </p:txBody>
      </p:sp>
      <p:sp>
        <p:nvSpPr>
          <p:cNvPr id="5" name="TextBox 4">
            <a:extLst>
              <a:ext uri="{FF2B5EF4-FFF2-40B4-BE49-F238E27FC236}">
                <a16:creationId xmlns:a16="http://schemas.microsoft.com/office/drawing/2014/main" id="{0AAD319B-4F5E-8D50-FAAE-E7AE3E9E56F0}"/>
              </a:ext>
            </a:extLst>
          </p:cNvPr>
          <p:cNvSpPr txBox="1"/>
          <p:nvPr/>
        </p:nvSpPr>
        <p:spPr>
          <a:xfrm>
            <a:off x="3138881" y="2424792"/>
            <a:ext cx="341760" cy="400110"/>
          </a:xfrm>
          <a:prstGeom prst="rect">
            <a:avLst/>
          </a:prstGeom>
          <a:noFill/>
        </p:spPr>
        <p:txBody>
          <a:bodyPr wrap="none" rtlCol="0">
            <a:spAutoFit/>
          </a:bodyPr>
          <a:lstStyle/>
          <a:p>
            <a:r>
              <a:rPr lang="en-US" sz="2000" b="1" dirty="0">
                <a:solidFill>
                  <a:schemeClr val="tx2"/>
                </a:solidFill>
              </a:rPr>
              <a:t>F</a:t>
            </a:r>
          </a:p>
        </p:txBody>
      </p:sp>
      <p:sp>
        <p:nvSpPr>
          <p:cNvPr id="6" name="TextBox 5">
            <a:extLst>
              <a:ext uri="{FF2B5EF4-FFF2-40B4-BE49-F238E27FC236}">
                <a16:creationId xmlns:a16="http://schemas.microsoft.com/office/drawing/2014/main" id="{37EA1806-FAB4-5125-20EA-79529BE0DB8C}"/>
              </a:ext>
            </a:extLst>
          </p:cNvPr>
          <p:cNvSpPr txBox="1"/>
          <p:nvPr/>
        </p:nvSpPr>
        <p:spPr>
          <a:xfrm>
            <a:off x="4684934" y="3928154"/>
            <a:ext cx="370614" cy="400110"/>
          </a:xfrm>
          <a:prstGeom prst="rect">
            <a:avLst/>
          </a:prstGeom>
          <a:noFill/>
        </p:spPr>
        <p:txBody>
          <a:bodyPr wrap="none" rtlCol="0">
            <a:spAutoFit/>
          </a:bodyPr>
          <a:lstStyle/>
          <a:p>
            <a:r>
              <a:rPr lang="en-US" sz="2000" b="1" dirty="0">
                <a:solidFill>
                  <a:schemeClr val="tx2"/>
                </a:solidFill>
              </a:rPr>
              <a:t>B</a:t>
            </a:r>
          </a:p>
        </p:txBody>
      </p:sp>
      <p:sp>
        <p:nvSpPr>
          <p:cNvPr id="7" name="TextBox 6">
            <a:extLst>
              <a:ext uri="{FF2B5EF4-FFF2-40B4-BE49-F238E27FC236}">
                <a16:creationId xmlns:a16="http://schemas.microsoft.com/office/drawing/2014/main" id="{37D8D560-1421-5A20-D1C3-1A8AB9E3C606}"/>
              </a:ext>
            </a:extLst>
          </p:cNvPr>
          <p:cNvSpPr txBox="1"/>
          <p:nvPr/>
        </p:nvSpPr>
        <p:spPr>
          <a:xfrm>
            <a:off x="2489086" y="1693246"/>
            <a:ext cx="341760" cy="400110"/>
          </a:xfrm>
          <a:prstGeom prst="rect">
            <a:avLst/>
          </a:prstGeom>
          <a:noFill/>
        </p:spPr>
        <p:txBody>
          <a:bodyPr wrap="none" rtlCol="0">
            <a:spAutoFit/>
          </a:bodyPr>
          <a:lstStyle/>
          <a:p>
            <a:r>
              <a:rPr lang="en-US" sz="2000" b="1" dirty="0">
                <a:solidFill>
                  <a:schemeClr val="tx2"/>
                </a:solidFill>
              </a:rPr>
              <a:t>T</a:t>
            </a:r>
          </a:p>
        </p:txBody>
      </p:sp>
      <p:sp>
        <p:nvSpPr>
          <p:cNvPr id="8" name="TextBox 7">
            <a:extLst>
              <a:ext uri="{FF2B5EF4-FFF2-40B4-BE49-F238E27FC236}">
                <a16:creationId xmlns:a16="http://schemas.microsoft.com/office/drawing/2014/main" id="{9DF1FFCD-1684-38C1-F89F-DEE227833B04}"/>
              </a:ext>
            </a:extLst>
          </p:cNvPr>
          <p:cNvSpPr txBox="1"/>
          <p:nvPr/>
        </p:nvSpPr>
        <p:spPr>
          <a:xfrm>
            <a:off x="5508191" y="3510350"/>
            <a:ext cx="370614" cy="400110"/>
          </a:xfrm>
          <a:prstGeom prst="rect">
            <a:avLst/>
          </a:prstGeom>
          <a:noFill/>
        </p:spPr>
        <p:txBody>
          <a:bodyPr wrap="none" rtlCol="0">
            <a:spAutoFit/>
          </a:bodyPr>
          <a:lstStyle/>
          <a:p>
            <a:r>
              <a:rPr lang="en-US" sz="2000" b="1" dirty="0">
                <a:solidFill>
                  <a:schemeClr val="tx2"/>
                </a:solidFill>
              </a:rPr>
              <a:t>C</a:t>
            </a:r>
          </a:p>
        </p:txBody>
      </p:sp>
      <p:sp>
        <p:nvSpPr>
          <p:cNvPr id="1807" name="Rectangle: Rounded Corners 1806">
            <a:extLst>
              <a:ext uri="{FF2B5EF4-FFF2-40B4-BE49-F238E27FC236}">
                <a16:creationId xmlns:a16="http://schemas.microsoft.com/office/drawing/2014/main" id="{74BAB0CB-4BF2-8754-EC98-78571396EF64}"/>
              </a:ext>
            </a:extLst>
          </p:cNvPr>
          <p:cNvSpPr/>
          <p:nvPr/>
        </p:nvSpPr>
        <p:spPr>
          <a:xfrm>
            <a:off x="6593425" y="845308"/>
            <a:ext cx="1879405" cy="1838092"/>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marL="285750" indent="-285750">
              <a:buFont typeface="Arial" panose="020B0604020202020204" pitchFamily="34" charset="0"/>
              <a:buChar char="•"/>
            </a:pPr>
            <a:r>
              <a:rPr lang="en-US" sz="1600" dirty="0">
                <a:solidFill>
                  <a:schemeClr val="accent1">
                    <a:lumMod val="50000"/>
                  </a:schemeClr>
                </a:solidFill>
              </a:rPr>
              <a:t>{ r } </a:t>
            </a:r>
          </a:p>
          <a:p>
            <a:pPr marL="285750" indent="-285750">
              <a:buFont typeface="Arial" panose="020B0604020202020204" pitchFamily="34" charset="0"/>
              <a:buChar char="•"/>
            </a:pPr>
            <a:r>
              <a:rPr lang="en-US" sz="1600" dirty="0">
                <a:solidFill>
                  <a:schemeClr val="accent1">
                    <a:lumMod val="50000"/>
                  </a:schemeClr>
                </a:solidFill>
              </a:rPr>
              <a:t>{ u } </a:t>
            </a:r>
          </a:p>
          <a:p>
            <a:pPr marL="285750" indent="-285750">
              <a:buFont typeface="Arial" panose="020B0604020202020204" pitchFamily="34" charset="0"/>
              <a:buChar char="•"/>
            </a:pPr>
            <a:r>
              <a:rPr lang="en-US" sz="1600" dirty="0">
                <a:solidFill>
                  <a:schemeClr val="accent1">
                    <a:lumMod val="50000"/>
                  </a:schemeClr>
                </a:solidFill>
              </a:rPr>
              <a:t>{ q, y, t }</a:t>
            </a:r>
          </a:p>
          <a:p>
            <a:pPr marL="285750" indent="-285750">
              <a:buFont typeface="Arial" panose="020B0604020202020204" pitchFamily="34" charset="0"/>
              <a:buChar char="•"/>
            </a:pPr>
            <a:r>
              <a:rPr lang="en-US" sz="1600" dirty="0">
                <a:solidFill>
                  <a:schemeClr val="accent1">
                    <a:lumMod val="50000"/>
                  </a:schemeClr>
                </a:solidFill>
              </a:rPr>
              <a:t>{ x, z }</a:t>
            </a:r>
          </a:p>
          <a:p>
            <a:pPr marL="285750" indent="-285750">
              <a:buFont typeface="Arial" panose="020B0604020202020204" pitchFamily="34" charset="0"/>
              <a:buChar char="•"/>
            </a:pPr>
            <a:r>
              <a:rPr lang="en-US" sz="1600" dirty="0">
                <a:solidFill>
                  <a:schemeClr val="accent1">
                    <a:lumMod val="50000"/>
                  </a:schemeClr>
                </a:solidFill>
              </a:rPr>
              <a:t>{ s, w, v }</a:t>
            </a:r>
          </a:p>
        </p:txBody>
      </p:sp>
    </p:spTree>
    <p:extLst>
      <p:ext uri="{BB962C8B-B14F-4D97-AF65-F5344CB8AC3E}">
        <p14:creationId xmlns:p14="http://schemas.microsoft.com/office/powerpoint/2010/main" val="90897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07"/>
                                        </p:tgtEl>
                                        <p:attrNameLst>
                                          <p:attrName>style.visibility</p:attrName>
                                        </p:attrNameLst>
                                      </p:cBhvr>
                                      <p:to>
                                        <p:strVal val="visible"/>
                                      </p:to>
                                    </p:set>
                                    <p:animEffect transition="in" filter="fade">
                                      <p:cBhvr>
                                        <p:cTn id="7" dur="500"/>
                                        <p:tgtEl>
                                          <p:spTgt spid="1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8CB08539-EE5D-D234-ED04-47937E1652D7}"/>
            </a:ext>
          </a:extLst>
        </p:cNvPr>
        <p:cNvGrpSpPr/>
        <p:nvPr/>
      </p:nvGrpSpPr>
      <p:grpSpPr>
        <a:xfrm>
          <a:off x="0" y="0"/>
          <a:ext cx="0" cy="0"/>
          <a:chOff x="0" y="0"/>
          <a:chExt cx="0" cy="0"/>
        </a:xfrm>
      </p:grpSpPr>
      <p:grpSp>
        <p:nvGrpSpPr>
          <p:cNvPr id="1484" name="Google Shape;1484;p38">
            <a:extLst>
              <a:ext uri="{FF2B5EF4-FFF2-40B4-BE49-F238E27FC236}">
                <a16:creationId xmlns:a16="http://schemas.microsoft.com/office/drawing/2014/main" id="{88508689-A46D-B46F-9AAA-424DC1ADD36E}"/>
              </a:ext>
            </a:extLst>
          </p:cNvPr>
          <p:cNvGrpSpPr/>
          <p:nvPr/>
        </p:nvGrpSpPr>
        <p:grpSpPr>
          <a:xfrm>
            <a:off x="6487513" y="-1301175"/>
            <a:ext cx="4268216" cy="6666030"/>
            <a:chOff x="6128138" y="-1301175"/>
            <a:chExt cx="4268216" cy="6666030"/>
          </a:xfrm>
        </p:grpSpPr>
        <p:sp>
          <p:nvSpPr>
            <p:cNvPr id="1485" name="Google Shape;1485;p38">
              <a:extLst>
                <a:ext uri="{FF2B5EF4-FFF2-40B4-BE49-F238E27FC236}">
                  <a16:creationId xmlns:a16="http://schemas.microsoft.com/office/drawing/2014/main" id="{575CD321-A08E-0151-CCAD-7FEB8B597EA7}"/>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a:extLst>
                <a:ext uri="{FF2B5EF4-FFF2-40B4-BE49-F238E27FC236}">
                  <a16:creationId xmlns:a16="http://schemas.microsoft.com/office/drawing/2014/main" id="{BD9AEDAA-7E46-D4FB-F67A-9621A19A0779}"/>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a:extLst>
                <a:ext uri="{FF2B5EF4-FFF2-40B4-BE49-F238E27FC236}">
                  <a16:creationId xmlns:a16="http://schemas.microsoft.com/office/drawing/2014/main" id="{861740A0-F5BE-A22D-1A24-297BAA3E7BDC}"/>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a:extLst>
                <a:ext uri="{FF2B5EF4-FFF2-40B4-BE49-F238E27FC236}">
                  <a16:creationId xmlns:a16="http://schemas.microsoft.com/office/drawing/2014/main" id="{940FD55C-A003-68C2-533E-09CD1D2B6C5E}"/>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a:extLst>
                <a:ext uri="{FF2B5EF4-FFF2-40B4-BE49-F238E27FC236}">
                  <a16:creationId xmlns:a16="http://schemas.microsoft.com/office/drawing/2014/main" id="{D594533C-A87C-932D-BDEC-3563E3844FA5}"/>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a:extLst>
                <a:ext uri="{FF2B5EF4-FFF2-40B4-BE49-F238E27FC236}">
                  <a16:creationId xmlns:a16="http://schemas.microsoft.com/office/drawing/2014/main" id="{3358EDD7-BAA1-609D-1A4B-5E14447AAC11}"/>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a:extLst>
                <a:ext uri="{FF2B5EF4-FFF2-40B4-BE49-F238E27FC236}">
                  <a16:creationId xmlns:a16="http://schemas.microsoft.com/office/drawing/2014/main" id="{7FC9C979-9A11-3CDB-7943-F017E15874DF}"/>
                </a:ext>
              </a:extLst>
            </p:cNvPr>
            <p:cNvGrpSpPr/>
            <p:nvPr/>
          </p:nvGrpSpPr>
          <p:grpSpPr>
            <a:xfrm rot="5400000">
              <a:off x="7873341" y="4254316"/>
              <a:ext cx="708100" cy="708500"/>
              <a:chOff x="3678700" y="407275"/>
              <a:chExt cx="708100" cy="708500"/>
            </a:xfrm>
          </p:grpSpPr>
          <p:sp>
            <p:nvSpPr>
              <p:cNvPr id="1492" name="Google Shape;1492;p38">
                <a:extLst>
                  <a:ext uri="{FF2B5EF4-FFF2-40B4-BE49-F238E27FC236}">
                    <a16:creationId xmlns:a16="http://schemas.microsoft.com/office/drawing/2014/main" id="{66F2819B-F54A-2921-ACDE-E0D477698813}"/>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a:extLst>
                  <a:ext uri="{FF2B5EF4-FFF2-40B4-BE49-F238E27FC236}">
                    <a16:creationId xmlns:a16="http://schemas.microsoft.com/office/drawing/2014/main" id="{41451B75-CE8B-05B6-0F80-3BA2BADF6EDF}"/>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a:extLst>
                  <a:ext uri="{FF2B5EF4-FFF2-40B4-BE49-F238E27FC236}">
                    <a16:creationId xmlns:a16="http://schemas.microsoft.com/office/drawing/2014/main" id="{7C522813-47E4-E026-07C5-1E5D119748FA}"/>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1F06496C-40B7-3FFC-4522-B05893D82FB5}"/>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D5949559-8560-1528-4E39-39AAE87E4AB1}"/>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C077BA57-2488-CA9D-E720-3CF1F0A08CCC}"/>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4FA399D5-257C-9020-1E08-CCE317484058}"/>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a:extLst>
                <a:ext uri="{FF2B5EF4-FFF2-40B4-BE49-F238E27FC236}">
                  <a16:creationId xmlns:a16="http://schemas.microsoft.com/office/drawing/2014/main" id="{FF168AFC-5547-A0B6-08D5-6B4756D533CB}"/>
                </a:ext>
              </a:extLst>
            </p:cNvPr>
            <p:cNvGrpSpPr/>
            <p:nvPr/>
          </p:nvGrpSpPr>
          <p:grpSpPr>
            <a:xfrm rot="5400000">
              <a:off x="8639847" y="3354200"/>
              <a:ext cx="457787" cy="458045"/>
              <a:chOff x="3678700" y="407275"/>
              <a:chExt cx="708100" cy="708500"/>
            </a:xfrm>
          </p:grpSpPr>
          <p:sp>
            <p:nvSpPr>
              <p:cNvPr id="1500" name="Google Shape;1500;p38">
                <a:extLst>
                  <a:ext uri="{FF2B5EF4-FFF2-40B4-BE49-F238E27FC236}">
                    <a16:creationId xmlns:a16="http://schemas.microsoft.com/office/drawing/2014/main" id="{6E49117C-0CBD-34A3-8954-2C194C103F49}"/>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a:extLst>
                  <a:ext uri="{FF2B5EF4-FFF2-40B4-BE49-F238E27FC236}">
                    <a16:creationId xmlns:a16="http://schemas.microsoft.com/office/drawing/2014/main" id="{A43462DF-E114-7B2A-B20F-9B789978EF0A}"/>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218D10B3-9BF5-481F-33CC-73D865B0AE48}"/>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CCC90A69-6E21-99D3-BD6B-22611EDAA4E3}"/>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11D943FF-418B-889F-25E6-FCC83B6B6558}"/>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5A9A0B9D-5A11-4DFC-A9BB-490592033829}"/>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FF9A86AA-245C-F30C-98C1-9BEFD43498BB}"/>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a:extLst>
                <a:ext uri="{FF2B5EF4-FFF2-40B4-BE49-F238E27FC236}">
                  <a16:creationId xmlns:a16="http://schemas.microsoft.com/office/drawing/2014/main" id="{7E9915BB-D77F-08CE-7B3F-245B833D9C55}"/>
                </a:ext>
              </a:extLst>
            </p:cNvPr>
            <p:cNvGrpSpPr/>
            <p:nvPr/>
          </p:nvGrpSpPr>
          <p:grpSpPr>
            <a:xfrm>
              <a:off x="7787267" y="539497"/>
              <a:ext cx="208184" cy="208184"/>
              <a:chOff x="8356813" y="1074288"/>
              <a:chExt cx="351900" cy="351900"/>
            </a:xfrm>
          </p:grpSpPr>
          <p:sp>
            <p:nvSpPr>
              <p:cNvPr id="1508" name="Google Shape;1508;p38">
                <a:extLst>
                  <a:ext uri="{FF2B5EF4-FFF2-40B4-BE49-F238E27FC236}">
                    <a16:creationId xmlns:a16="http://schemas.microsoft.com/office/drawing/2014/main" id="{EDF70298-5F8E-4EB3-B7BE-15381A9BC247}"/>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a:extLst>
                  <a:ext uri="{FF2B5EF4-FFF2-40B4-BE49-F238E27FC236}">
                    <a16:creationId xmlns:a16="http://schemas.microsoft.com/office/drawing/2014/main" id="{52A08824-E6F8-E4CC-6C81-E9F95E61F38B}"/>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a:extLst>
                <a:ext uri="{FF2B5EF4-FFF2-40B4-BE49-F238E27FC236}">
                  <a16:creationId xmlns:a16="http://schemas.microsoft.com/office/drawing/2014/main" id="{1F2A646A-9E42-B08E-CB3D-ECD577D72195}"/>
                </a:ext>
              </a:extLst>
            </p:cNvPr>
            <p:cNvGrpSpPr/>
            <p:nvPr/>
          </p:nvGrpSpPr>
          <p:grpSpPr>
            <a:xfrm>
              <a:off x="7194842" y="2467660"/>
              <a:ext cx="208184" cy="208184"/>
              <a:chOff x="8356813" y="1074288"/>
              <a:chExt cx="351900" cy="351900"/>
            </a:xfrm>
          </p:grpSpPr>
          <p:sp>
            <p:nvSpPr>
              <p:cNvPr id="1511" name="Google Shape;1511;p38">
                <a:extLst>
                  <a:ext uri="{FF2B5EF4-FFF2-40B4-BE49-F238E27FC236}">
                    <a16:creationId xmlns:a16="http://schemas.microsoft.com/office/drawing/2014/main" id="{900BB0A0-D472-C41D-E46B-00D780AE5ED2}"/>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6D1FB7CE-F3ED-1A13-3574-9E8805435D22}"/>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a:extLst>
                <a:ext uri="{FF2B5EF4-FFF2-40B4-BE49-F238E27FC236}">
                  <a16:creationId xmlns:a16="http://schemas.microsoft.com/office/drawing/2014/main" id="{FDA4F200-8D53-4992-9BC6-AF1927D2BEE2}"/>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a:extLst>
              <a:ext uri="{FF2B5EF4-FFF2-40B4-BE49-F238E27FC236}">
                <a16:creationId xmlns:a16="http://schemas.microsoft.com/office/drawing/2014/main" id="{7E9919E3-D321-D351-B5D3-0C9F060B4B1D}"/>
              </a:ext>
            </a:extLst>
          </p:cNvPr>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1515" name="Google Shape;1515;p38">
            <a:extLst>
              <a:ext uri="{FF2B5EF4-FFF2-40B4-BE49-F238E27FC236}">
                <a16:creationId xmlns:a16="http://schemas.microsoft.com/office/drawing/2014/main" id="{5A0934B1-DE6C-04D4-2085-860EBAB96A7F}"/>
              </a:ext>
            </a:extLst>
          </p:cNvPr>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a:extLst>
              <a:ext uri="{FF2B5EF4-FFF2-40B4-BE49-F238E27FC236}">
                <a16:creationId xmlns:a16="http://schemas.microsoft.com/office/drawing/2014/main" id="{25721ABE-0B13-976E-2EF8-B21213CA8803}"/>
              </a:ext>
            </a:extLst>
          </p:cNvPr>
          <p:cNvSpPr txBox="1">
            <a:spLocks noGrp="1"/>
          </p:cNvSpPr>
          <p:nvPr>
            <p:ph type="title"/>
          </p:nvPr>
        </p:nvSpPr>
        <p:spPr>
          <a:xfrm>
            <a:off x="719999" y="2079325"/>
            <a:ext cx="10964001"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5400" dirty="0"/>
              <a:t>Shortest Path </a:t>
            </a:r>
            <a:br>
              <a:rPr lang="en-US" sz="5400" dirty="0"/>
            </a:br>
            <a:r>
              <a:rPr lang="en-US" sz="5400" dirty="0"/>
              <a:t>Algorithms</a:t>
            </a:r>
          </a:p>
        </p:txBody>
      </p:sp>
      <p:grpSp>
        <p:nvGrpSpPr>
          <p:cNvPr id="1523" name="Google Shape;1523;p38">
            <a:extLst>
              <a:ext uri="{FF2B5EF4-FFF2-40B4-BE49-F238E27FC236}">
                <a16:creationId xmlns:a16="http://schemas.microsoft.com/office/drawing/2014/main" id="{ACEDD9A2-8981-B0FC-38FE-8C72010FB0DA}"/>
              </a:ext>
            </a:extLst>
          </p:cNvPr>
          <p:cNvGrpSpPr/>
          <p:nvPr/>
        </p:nvGrpSpPr>
        <p:grpSpPr>
          <a:xfrm>
            <a:off x="823957" y="3019701"/>
            <a:ext cx="6387123" cy="231449"/>
            <a:chOff x="796100" y="3019701"/>
            <a:chExt cx="4558967" cy="134100"/>
          </a:xfrm>
        </p:grpSpPr>
        <p:sp>
          <p:nvSpPr>
            <p:cNvPr id="1524" name="Google Shape;1524;p38">
              <a:extLst>
                <a:ext uri="{FF2B5EF4-FFF2-40B4-BE49-F238E27FC236}">
                  <a16:creationId xmlns:a16="http://schemas.microsoft.com/office/drawing/2014/main" id="{A49A7B1D-8276-4CDC-2E7B-D80C36BAEB00}"/>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7DBB0BBA-048B-F2D4-E6FB-D8014F3357A7}"/>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55507172-F250-7C08-3CAF-2A249E768E63}"/>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847879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22"/>
        <p:cNvGrpSpPr/>
        <p:nvPr/>
      </p:nvGrpSpPr>
      <p:grpSpPr>
        <a:xfrm>
          <a:off x="0" y="0"/>
          <a:ext cx="0" cy="0"/>
          <a:chOff x="0" y="0"/>
          <a:chExt cx="0" cy="0"/>
        </a:xfrm>
      </p:grpSpPr>
      <p:sp>
        <p:nvSpPr>
          <p:cNvPr id="2123" name="Google Shape;2123;p54"/>
          <p:cNvSpPr txBox="1">
            <a:spLocks noGrp="1"/>
          </p:cNvSpPr>
          <p:nvPr>
            <p:ph type="title"/>
          </p:nvPr>
        </p:nvSpPr>
        <p:spPr>
          <a:xfrm>
            <a:off x="704760" y="327245"/>
            <a:ext cx="784488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Single Source Shortest Path algorithms:</a:t>
            </a:r>
          </a:p>
        </p:txBody>
      </p:sp>
      <p:sp>
        <p:nvSpPr>
          <p:cNvPr id="2124" name="Google Shape;2124;p54"/>
          <p:cNvSpPr txBox="1"/>
          <p:nvPr/>
        </p:nvSpPr>
        <p:spPr>
          <a:xfrm>
            <a:off x="4993832" y="1363563"/>
            <a:ext cx="4341000" cy="571842"/>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a:solidFill>
                  <a:schemeClr val="dk1"/>
                </a:solidFill>
                <a:latin typeface="Poppins"/>
                <a:ea typeface="Poppins"/>
                <a:cs typeface="Poppins"/>
                <a:sym typeface="Poppins"/>
              </a:rPr>
              <a:t>for </a:t>
            </a:r>
            <a:r>
              <a:rPr lang="en-US" b="1" dirty="0">
                <a:solidFill>
                  <a:schemeClr val="dk1"/>
                </a:solidFill>
                <a:latin typeface="Poppins"/>
                <a:ea typeface="Poppins"/>
                <a:cs typeface="Poppins"/>
                <a:sym typeface="Poppins"/>
              </a:rPr>
              <a:t>unweighted</a:t>
            </a:r>
            <a:r>
              <a:rPr lang="en-US" dirty="0">
                <a:solidFill>
                  <a:schemeClr val="dk1"/>
                </a:solidFill>
                <a:latin typeface="Poppins"/>
                <a:ea typeface="Poppins"/>
                <a:cs typeface="Poppins"/>
                <a:sym typeface="Poppins"/>
              </a:rPr>
              <a:t> graph</a:t>
            </a:r>
          </a:p>
        </p:txBody>
      </p:sp>
      <p:sp>
        <p:nvSpPr>
          <p:cNvPr id="2125" name="Google Shape;2125;p54"/>
          <p:cNvSpPr txBox="1"/>
          <p:nvPr/>
        </p:nvSpPr>
        <p:spPr>
          <a:xfrm>
            <a:off x="2183175" y="1363563"/>
            <a:ext cx="1313400"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BFS </a:t>
            </a:r>
          </a:p>
        </p:txBody>
      </p:sp>
      <p:sp>
        <p:nvSpPr>
          <p:cNvPr id="2126" name="Google Shape;2126;p54"/>
          <p:cNvSpPr txBox="1"/>
          <p:nvPr/>
        </p:nvSpPr>
        <p:spPr>
          <a:xfrm>
            <a:off x="782975" y="1363563"/>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01</a:t>
            </a:r>
            <a:endParaRPr sz="3000" b="1">
              <a:solidFill>
                <a:schemeClr val="dk2"/>
              </a:solidFill>
              <a:latin typeface="Poppins"/>
              <a:ea typeface="Poppins"/>
              <a:cs typeface="Poppins"/>
              <a:sym typeface="Poppins"/>
            </a:endParaRPr>
          </a:p>
        </p:txBody>
      </p:sp>
      <p:sp>
        <p:nvSpPr>
          <p:cNvPr id="2127" name="Google Shape;2127;p54"/>
          <p:cNvSpPr txBox="1"/>
          <p:nvPr/>
        </p:nvSpPr>
        <p:spPr>
          <a:xfrm>
            <a:off x="4993832" y="2256706"/>
            <a:ext cx="4341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a:solidFill>
                  <a:schemeClr val="dk1"/>
                </a:solidFill>
                <a:latin typeface="Poppins"/>
                <a:ea typeface="Poppins"/>
                <a:cs typeface="Poppins"/>
                <a:sym typeface="Poppins"/>
              </a:rPr>
              <a:t>for </a:t>
            </a:r>
            <a:r>
              <a:rPr lang="en-US" b="1" dirty="0">
                <a:solidFill>
                  <a:schemeClr val="dk1"/>
                </a:solidFill>
                <a:latin typeface="Poppins"/>
                <a:ea typeface="Poppins"/>
                <a:cs typeface="Poppins"/>
                <a:sym typeface="Poppins"/>
              </a:rPr>
              <a:t>positive</a:t>
            </a:r>
            <a:r>
              <a:rPr lang="en-US" dirty="0">
                <a:solidFill>
                  <a:schemeClr val="dk1"/>
                </a:solidFill>
                <a:latin typeface="Poppins"/>
                <a:ea typeface="Poppins"/>
                <a:cs typeface="Poppins"/>
                <a:sym typeface="Poppins"/>
              </a:rPr>
              <a:t> weighted graph</a:t>
            </a:r>
            <a:endParaRPr lang="en-US" b="1" dirty="0">
              <a:solidFill>
                <a:schemeClr val="dk1"/>
              </a:solidFill>
              <a:latin typeface="Poppins"/>
              <a:ea typeface="Poppins"/>
              <a:cs typeface="Poppins"/>
              <a:sym typeface="Poppins"/>
            </a:endParaRPr>
          </a:p>
        </p:txBody>
      </p:sp>
      <p:sp>
        <p:nvSpPr>
          <p:cNvPr id="2128" name="Google Shape;2128;p54"/>
          <p:cNvSpPr txBox="1"/>
          <p:nvPr/>
        </p:nvSpPr>
        <p:spPr>
          <a:xfrm>
            <a:off x="2183174" y="2262450"/>
            <a:ext cx="1535385"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Dijkstra</a:t>
            </a:r>
            <a:endParaRPr sz="2000" b="1" dirty="0">
              <a:solidFill>
                <a:schemeClr val="dk1"/>
              </a:solidFill>
              <a:latin typeface="IBM Plex Mono"/>
              <a:ea typeface="IBM Plex Mono"/>
              <a:cs typeface="IBM Plex Mono"/>
              <a:sym typeface="IBM Plex Mono"/>
            </a:endParaRPr>
          </a:p>
        </p:txBody>
      </p:sp>
      <p:sp>
        <p:nvSpPr>
          <p:cNvPr id="2129" name="Google Shape;2129;p54"/>
          <p:cNvSpPr txBox="1"/>
          <p:nvPr/>
        </p:nvSpPr>
        <p:spPr>
          <a:xfrm>
            <a:off x="782975" y="2265570"/>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dirty="0">
                <a:solidFill>
                  <a:schemeClr val="dk2"/>
                </a:solidFill>
                <a:latin typeface="Poppins"/>
                <a:ea typeface="Poppins"/>
                <a:cs typeface="Poppins"/>
                <a:sym typeface="Poppins"/>
              </a:rPr>
              <a:t>02</a:t>
            </a:r>
            <a:endParaRPr sz="3000" b="1" dirty="0">
              <a:solidFill>
                <a:schemeClr val="dk2"/>
              </a:solidFill>
              <a:latin typeface="Poppins"/>
              <a:ea typeface="Poppins"/>
              <a:cs typeface="Poppins"/>
              <a:sym typeface="Poppins"/>
            </a:endParaRPr>
          </a:p>
        </p:txBody>
      </p:sp>
      <p:sp>
        <p:nvSpPr>
          <p:cNvPr id="2130" name="Google Shape;2130;p54"/>
          <p:cNvSpPr txBox="1"/>
          <p:nvPr/>
        </p:nvSpPr>
        <p:spPr>
          <a:xfrm>
            <a:off x="4993832" y="3148199"/>
            <a:ext cx="4341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a:solidFill>
                  <a:schemeClr val="dk1"/>
                </a:solidFill>
                <a:latin typeface="Poppins"/>
                <a:ea typeface="Poppins"/>
                <a:cs typeface="Poppins"/>
                <a:sym typeface="Poppins"/>
              </a:rPr>
              <a:t>for </a:t>
            </a:r>
            <a:r>
              <a:rPr lang="en-US" b="1" dirty="0">
                <a:solidFill>
                  <a:schemeClr val="dk1"/>
                </a:solidFill>
                <a:latin typeface="Poppins"/>
                <a:ea typeface="Poppins"/>
                <a:cs typeface="Poppins"/>
                <a:sym typeface="Poppins"/>
              </a:rPr>
              <a:t>positive</a:t>
            </a:r>
            <a:r>
              <a:rPr lang="en-US" dirty="0">
                <a:solidFill>
                  <a:schemeClr val="dk1"/>
                </a:solidFill>
                <a:latin typeface="Poppins"/>
                <a:ea typeface="Poppins"/>
                <a:cs typeface="Poppins"/>
                <a:sym typeface="Poppins"/>
              </a:rPr>
              <a:t> and </a:t>
            </a:r>
            <a:r>
              <a:rPr lang="en-US" b="1" dirty="0">
                <a:solidFill>
                  <a:schemeClr val="dk1"/>
                </a:solidFill>
                <a:latin typeface="Poppins"/>
                <a:ea typeface="Poppins"/>
                <a:cs typeface="Poppins"/>
                <a:sym typeface="Poppins"/>
              </a:rPr>
              <a:t>negative</a:t>
            </a:r>
            <a:r>
              <a:rPr lang="en-US" dirty="0">
                <a:solidFill>
                  <a:schemeClr val="dk1"/>
                </a:solidFill>
                <a:latin typeface="Poppins"/>
                <a:ea typeface="Poppins"/>
                <a:cs typeface="Poppins"/>
                <a:sym typeface="Poppins"/>
              </a:rPr>
              <a:t> weighted graph</a:t>
            </a:r>
          </a:p>
        </p:txBody>
      </p:sp>
      <p:sp>
        <p:nvSpPr>
          <p:cNvPr id="2131" name="Google Shape;2131;p54"/>
          <p:cNvSpPr txBox="1"/>
          <p:nvPr/>
        </p:nvSpPr>
        <p:spPr>
          <a:xfrm>
            <a:off x="2183175" y="3151500"/>
            <a:ext cx="2157826"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Bellman-Ford</a:t>
            </a:r>
            <a:endParaRPr sz="2000" b="1" dirty="0">
              <a:solidFill>
                <a:schemeClr val="dk1"/>
              </a:solidFill>
              <a:latin typeface="IBM Plex Mono"/>
              <a:ea typeface="IBM Plex Mono"/>
              <a:cs typeface="IBM Plex Mono"/>
              <a:sym typeface="IBM Plex Mono"/>
            </a:endParaRPr>
          </a:p>
        </p:txBody>
      </p:sp>
      <p:sp>
        <p:nvSpPr>
          <p:cNvPr id="2132" name="Google Shape;2132;p54"/>
          <p:cNvSpPr txBox="1"/>
          <p:nvPr/>
        </p:nvSpPr>
        <p:spPr>
          <a:xfrm>
            <a:off x="782975" y="3156270"/>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dirty="0">
                <a:solidFill>
                  <a:schemeClr val="dk2"/>
                </a:solidFill>
                <a:latin typeface="Poppins"/>
                <a:ea typeface="Poppins"/>
                <a:cs typeface="Poppins"/>
                <a:sym typeface="Poppins"/>
              </a:rPr>
              <a:t>03</a:t>
            </a:r>
            <a:endParaRPr sz="3000" b="1" dirty="0">
              <a:solidFill>
                <a:schemeClr val="dk2"/>
              </a:solidFill>
              <a:latin typeface="Poppins"/>
              <a:ea typeface="Poppins"/>
              <a:cs typeface="Poppins"/>
              <a:sym typeface="Poppins"/>
            </a:endParaRPr>
          </a:p>
        </p:txBody>
      </p:sp>
      <p:sp>
        <p:nvSpPr>
          <p:cNvPr id="2134" name="Google Shape;2134;p54"/>
          <p:cNvSpPr txBox="1"/>
          <p:nvPr/>
        </p:nvSpPr>
        <p:spPr>
          <a:xfrm>
            <a:off x="2183174" y="4042200"/>
            <a:ext cx="5593202"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Directed Acyclic graph algorithm</a:t>
            </a:r>
          </a:p>
        </p:txBody>
      </p:sp>
      <p:sp>
        <p:nvSpPr>
          <p:cNvPr id="2135" name="Google Shape;2135;p54"/>
          <p:cNvSpPr txBox="1"/>
          <p:nvPr/>
        </p:nvSpPr>
        <p:spPr>
          <a:xfrm>
            <a:off x="782975" y="4042200"/>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04</a:t>
            </a:r>
            <a:endParaRPr sz="3000" b="1">
              <a:solidFill>
                <a:schemeClr val="dk2"/>
              </a:solidFill>
              <a:latin typeface="Poppins"/>
              <a:ea typeface="Poppins"/>
              <a:cs typeface="Poppins"/>
              <a:sym typeface="Poppins"/>
            </a:endParaRPr>
          </a:p>
        </p:txBody>
      </p:sp>
      <p:cxnSp>
        <p:nvCxnSpPr>
          <p:cNvPr id="2136" name="Google Shape;2136;p54"/>
          <p:cNvCxnSpPr>
            <a:stCxn id="2126" idx="3"/>
            <a:endCxn id="2125" idx="1"/>
          </p:cNvCxnSpPr>
          <p:nvPr/>
        </p:nvCxnSpPr>
        <p:spPr>
          <a:xfrm>
            <a:off x="1505375" y="1651563"/>
            <a:ext cx="677700" cy="600"/>
          </a:xfrm>
          <a:prstGeom prst="bentConnector3">
            <a:avLst>
              <a:gd name="adj1" fmla="val 50007"/>
            </a:avLst>
          </a:prstGeom>
          <a:noFill/>
          <a:ln w="9525" cap="flat" cmpd="sng">
            <a:solidFill>
              <a:schemeClr val="lt2"/>
            </a:solidFill>
            <a:prstDash val="solid"/>
            <a:round/>
            <a:headEnd type="none" w="med" len="med"/>
            <a:tailEnd type="none" w="med" len="med"/>
          </a:ln>
        </p:spPr>
      </p:cxnSp>
      <p:cxnSp>
        <p:nvCxnSpPr>
          <p:cNvPr id="2137" name="Google Shape;2137;p54"/>
          <p:cNvCxnSpPr>
            <a:cxnSpLocks/>
            <a:endCxn id="2124" idx="1"/>
          </p:cNvCxnSpPr>
          <p:nvPr/>
        </p:nvCxnSpPr>
        <p:spPr>
          <a:xfrm flipV="1">
            <a:off x="3009900" y="1649484"/>
            <a:ext cx="1983932" cy="429"/>
          </a:xfrm>
          <a:prstGeom prst="straightConnector1">
            <a:avLst/>
          </a:prstGeom>
          <a:noFill/>
          <a:ln w="9525" cap="flat" cmpd="sng">
            <a:solidFill>
              <a:schemeClr val="lt2"/>
            </a:solidFill>
            <a:prstDash val="solid"/>
            <a:round/>
            <a:headEnd type="none" w="med" len="med"/>
            <a:tailEnd type="oval" w="med" len="med"/>
          </a:ln>
        </p:spPr>
      </p:cxnSp>
      <p:cxnSp>
        <p:nvCxnSpPr>
          <p:cNvPr id="2138" name="Google Shape;2138;p54"/>
          <p:cNvCxnSpPr>
            <a:cxnSpLocks/>
            <a:stCxn id="2128" idx="3"/>
            <a:endCxn id="2127" idx="1"/>
          </p:cNvCxnSpPr>
          <p:nvPr/>
        </p:nvCxnSpPr>
        <p:spPr>
          <a:xfrm flipV="1">
            <a:off x="3718559" y="2543056"/>
            <a:ext cx="1275273" cy="7394"/>
          </a:xfrm>
          <a:prstGeom prst="straightConnector1">
            <a:avLst/>
          </a:prstGeom>
          <a:noFill/>
          <a:ln w="9525" cap="flat" cmpd="sng">
            <a:solidFill>
              <a:schemeClr val="lt2"/>
            </a:solidFill>
            <a:prstDash val="solid"/>
            <a:round/>
            <a:headEnd type="none" w="med" len="med"/>
            <a:tailEnd type="oval" w="med" len="med"/>
          </a:ln>
        </p:spPr>
      </p:cxnSp>
      <p:cxnSp>
        <p:nvCxnSpPr>
          <p:cNvPr id="2139" name="Google Shape;2139;p54"/>
          <p:cNvCxnSpPr>
            <a:cxnSpLocks/>
            <a:stCxn id="2131" idx="3"/>
            <a:endCxn id="2130" idx="1"/>
          </p:cNvCxnSpPr>
          <p:nvPr/>
        </p:nvCxnSpPr>
        <p:spPr>
          <a:xfrm flipV="1">
            <a:off x="4341001" y="3434549"/>
            <a:ext cx="652831" cy="4951"/>
          </a:xfrm>
          <a:prstGeom prst="straightConnector1">
            <a:avLst/>
          </a:prstGeom>
          <a:noFill/>
          <a:ln w="9525" cap="flat" cmpd="sng">
            <a:solidFill>
              <a:schemeClr val="lt2"/>
            </a:solidFill>
            <a:prstDash val="solid"/>
            <a:round/>
            <a:headEnd type="none" w="med" len="med"/>
            <a:tailEnd type="oval" w="med" len="med"/>
          </a:ln>
        </p:spPr>
      </p:cxnSp>
      <p:cxnSp>
        <p:nvCxnSpPr>
          <p:cNvPr id="2141" name="Google Shape;2141;p54"/>
          <p:cNvCxnSpPr>
            <a:cxnSpLocks/>
            <a:stCxn id="2129" idx="3"/>
            <a:endCxn id="2128" idx="1"/>
          </p:cNvCxnSpPr>
          <p:nvPr/>
        </p:nvCxnSpPr>
        <p:spPr>
          <a:xfrm flipV="1">
            <a:off x="1505375" y="2550450"/>
            <a:ext cx="677799" cy="3120"/>
          </a:xfrm>
          <a:prstGeom prst="straightConnector1">
            <a:avLst/>
          </a:prstGeom>
          <a:noFill/>
          <a:ln w="9525" cap="flat" cmpd="sng">
            <a:solidFill>
              <a:schemeClr val="lt2"/>
            </a:solidFill>
            <a:prstDash val="solid"/>
            <a:round/>
            <a:headEnd type="none" w="med" len="med"/>
            <a:tailEnd type="none" w="med" len="med"/>
          </a:ln>
        </p:spPr>
      </p:cxnSp>
      <p:cxnSp>
        <p:nvCxnSpPr>
          <p:cNvPr id="2142" name="Google Shape;2142;p54"/>
          <p:cNvCxnSpPr>
            <a:cxnSpLocks/>
            <a:stCxn id="2132" idx="3"/>
            <a:endCxn id="2131" idx="1"/>
          </p:cNvCxnSpPr>
          <p:nvPr/>
        </p:nvCxnSpPr>
        <p:spPr>
          <a:xfrm flipV="1">
            <a:off x="1505375" y="3439500"/>
            <a:ext cx="677800" cy="4770"/>
          </a:xfrm>
          <a:prstGeom prst="straightConnector1">
            <a:avLst/>
          </a:prstGeom>
          <a:noFill/>
          <a:ln w="9525" cap="flat" cmpd="sng">
            <a:solidFill>
              <a:schemeClr val="lt2"/>
            </a:solidFill>
            <a:prstDash val="solid"/>
            <a:round/>
            <a:headEnd type="none" w="med" len="med"/>
            <a:tailEnd type="none" w="med" len="med"/>
          </a:ln>
        </p:spPr>
      </p:cxnSp>
      <p:cxnSp>
        <p:nvCxnSpPr>
          <p:cNvPr id="2143" name="Google Shape;2143;p54"/>
          <p:cNvCxnSpPr>
            <a:cxnSpLocks/>
            <a:stCxn id="2135" idx="3"/>
            <a:endCxn id="2134" idx="1"/>
          </p:cNvCxnSpPr>
          <p:nvPr/>
        </p:nvCxnSpPr>
        <p:spPr>
          <a:xfrm>
            <a:off x="1505375" y="4330200"/>
            <a:ext cx="677799" cy="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41">
          <a:extLst>
            <a:ext uri="{FF2B5EF4-FFF2-40B4-BE49-F238E27FC236}">
              <a16:creationId xmlns:a16="http://schemas.microsoft.com/office/drawing/2014/main" id="{FCDF7310-5A8D-D292-8998-E36F6CB7FA79}"/>
            </a:ext>
          </a:extLst>
        </p:cNvPr>
        <p:cNvGrpSpPr/>
        <p:nvPr/>
      </p:nvGrpSpPr>
      <p:grpSpPr>
        <a:xfrm>
          <a:off x="0" y="0"/>
          <a:ext cx="0" cy="0"/>
          <a:chOff x="0" y="0"/>
          <a:chExt cx="0" cy="0"/>
        </a:xfrm>
      </p:grpSpPr>
      <p:sp>
        <p:nvSpPr>
          <p:cNvPr id="1842" name="Google Shape;1842;p46">
            <a:extLst>
              <a:ext uri="{FF2B5EF4-FFF2-40B4-BE49-F238E27FC236}">
                <a16:creationId xmlns:a16="http://schemas.microsoft.com/office/drawing/2014/main" id="{8BA7B3DE-6786-A526-4FBE-28856F77E976}"/>
              </a:ext>
            </a:extLst>
          </p:cNvPr>
          <p:cNvSpPr txBox="1">
            <a:spLocks noGrp="1"/>
          </p:cNvSpPr>
          <p:nvPr>
            <p:ph type="title"/>
          </p:nvPr>
        </p:nvSpPr>
        <p:spPr>
          <a:xfrm>
            <a:off x="720000" y="919750"/>
            <a:ext cx="3145200"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Algorithm</a:t>
            </a:r>
          </a:p>
        </p:txBody>
      </p:sp>
      <p:sp>
        <p:nvSpPr>
          <p:cNvPr id="1843" name="Google Shape;1843;p46">
            <a:extLst>
              <a:ext uri="{FF2B5EF4-FFF2-40B4-BE49-F238E27FC236}">
                <a16:creationId xmlns:a16="http://schemas.microsoft.com/office/drawing/2014/main" id="{FAA6BAF4-F4E2-FACF-B04C-D20847B32DA6}"/>
              </a:ext>
            </a:extLst>
          </p:cNvPr>
          <p:cNvSpPr txBox="1">
            <a:spLocks noGrp="1"/>
          </p:cNvSpPr>
          <p:nvPr>
            <p:ph type="subTitle" idx="1"/>
          </p:nvPr>
        </p:nvSpPr>
        <p:spPr>
          <a:xfrm>
            <a:off x="719999" y="2628350"/>
            <a:ext cx="3359019" cy="1872088"/>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t>Dijkstra's algorithm </a:t>
            </a:r>
            <a:r>
              <a:rPr lang="en-US" b="1" dirty="0"/>
              <a:t>finds the shortest path from a specific node</a:t>
            </a:r>
            <a:r>
              <a:rPr lang="en-US" dirty="0"/>
              <a:t> to all other nodes.</a:t>
            </a:r>
          </a:p>
          <a:p>
            <a:pPr marL="0" lvl="0" indent="0" rtl="0">
              <a:spcBef>
                <a:spcPts val="0"/>
              </a:spcBef>
              <a:spcAft>
                <a:spcPts val="0"/>
              </a:spcAft>
              <a:buNone/>
            </a:pPr>
            <a:r>
              <a:rPr lang="en-US" dirty="0"/>
              <a:t>It updates distances to neighboring nodes as it traverses the graph, ensuring that the shortest possible path is always chosen.</a:t>
            </a:r>
          </a:p>
        </p:txBody>
      </p:sp>
      <p:grpSp>
        <p:nvGrpSpPr>
          <p:cNvPr id="1844" name="Google Shape;1844;p46">
            <a:extLst>
              <a:ext uri="{FF2B5EF4-FFF2-40B4-BE49-F238E27FC236}">
                <a16:creationId xmlns:a16="http://schemas.microsoft.com/office/drawing/2014/main" id="{D9069440-F956-03EF-7CC6-2CB934EAAA7E}"/>
              </a:ext>
            </a:extLst>
          </p:cNvPr>
          <p:cNvGrpSpPr/>
          <p:nvPr/>
        </p:nvGrpSpPr>
        <p:grpSpPr>
          <a:xfrm>
            <a:off x="-74792" y="1766169"/>
            <a:ext cx="480890" cy="481200"/>
            <a:chOff x="959750" y="3039275"/>
            <a:chExt cx="582050" cy="582425"/>
          </a:xfrm>
        </p:grpSpPr>
        <p:sp>
          <p:nvSpPr>
            <p:cNvPr id="1845" name="Google Shape;1845;p46">
              <a:extLst>
                <a:ext uri="{FF2B5EF4-FFF2-40B4-BE49-F238E27FC236}">
                  <a16:creationId xmlns:a16="http://schemas.microsoft.com/office/drawing/2014/main" id="{258EE4A5-D7DD-236E-FE59-EAC0D34947CF}"/>
                </a:ext>
              </a:extLst>
            </p:cNvPr>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a:extLst>
                <a:ext uri="{FF2B5EF4-FFF2-40B4-BE49-F238E27FC236}">
                  <a16:creationId xmlns:a16="http://schemas.microsoft.com/office/drawing/2014/main" id="{FC3A9CAD-0046-7A86-0C17-06C5599E3219}"/>
                </a:ext>
              </a:extLst>
            </p:cNvPr>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a:extLst>
                <a:ext uri="{FF2B5EF4-FFF2-40B4-BE49-F238E27FC236}">
                  <a16:creationId xmlns:a16="http://schemas.microsoft.com/office/drawing/2014/main" id="{BDA276B4-56F1-A46B-90AD-97A9F14120E6}"/>
                </a:ext>
              </a:extLst>
            </p:cNvPr>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a:extLst>
                <a:ext uri="{FF2B5EF4-FFF2-40B4-BE49-F238E27FC236}">
                  <a16:creationId xmlns:a16="http://schemas.microsoft.com/office/drawing/2014/main" id="{187EE161-EBE9-C81F-A98E-F62A7DB42664}"/>
                </a:ext>
              </a:extLst>
            </p:cNvPr>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a:extLst>
                <a:ext uri="{FF2B5EF4-FFF2-40B4-BE49-F238E27FC236}">
                  <a16:creationId xmlns:a16="http://schemas.microsoft.com/office/drawing/2014/main" id="{BF10FCF9-3792-1E8E-FD3D-E4702AF5C178}"/>
                </a:ext>
              </a:extLst>
            </p:cNvPr>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a:extLst>
                <a:ext uri="{FF2B5EF4-FFF2-40B4-BE49-F238E27FC236}">
                  <a16:creationId xmlns:a16="http://schemas.microsoft.com/office/drawing/2014/main" id="{17DE3F5C-34AD-4BCE-6925-94994DD85BF3}"/>
                </a:ext>
              </a:extLst>
            </p:cNvPr>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6">
              <a:extLst>
                <a:ext uri="{FF2B5EF4-FFF2-40B4-BE49-F238E27FC236}">
                  <a16:creationId xmlns:a16="http://schemas.microsoft.com/office/drawing/2014/main" id="{9EB6359A-1BE4-F737-0754-FE06EAE208EB}"/>
                </a:ext>
              </a:extLst>
            </p:cNvPr>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Placeholder 5" descr="A diagram of a network&#10;&#10;AI-generated content may be incorrect.">
            <a:extLst>
              <a:ext uri="{FF2B5EF4-FFF2-40B4-BE49-F238E27FC236}">
                <a16:creationId xmlns:a16="http://schemas.microsoft.com/office/drawing/2014/main" id="{B7107255-A491-B657-7DDF-1AFC5E077CC0}"/>
              </a:ext>
            </a:extLst>
          </p:cNvPr>
          <p:cNvPicPr>
            <a:picLocks noGrp="1" noChangeAspect="1"/>
          </p:cNvPicPr>
          <p:nvPr>
            <p:ph type="pic" idx="2"/>
          </p:nvPr>
        </p:nvPicPr>
        <p:blipFill>
          <a:blip r:embed="rId3"/>
          <a:srcRect l="7768" r="7768"/>
          <a:stretch>
            <a:fillRect/>
          </a:stretch>
        </p:blipFill>
        <p:spPr>
          <a:xfrm>
            <a:off x="4179102" y="1483360"/>
            <a:ext cx="3700201" cy="3505590"/>
          </a:xfrm>
        </p:spPr>
      </p:pic>
    </p:spTree>
    <p:extLst>
      <p:ext uri="{BB962C8B-B14F-4D97-AF65-F5344CB8AC3E}">
        <p14:creationId xmlns:p14="http://schemas.microsoft.com/office/powerpoint/2010/main" val="724995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4E5F82E8-7F6D-3B1A-8B50-1E3551E7969C}"/>
            </a:ext>
          </a:extLst>
        </p:cNvPr>
        <p:cNvGrpSpPr/>
        <p:nvPr/>
      </p:nvGrpSpPr>
      <p:grpSpPr>
        <a:xfrm>
          <a:off x="0" y="0"/>
          <a:ext cx="0" cy="0"/>
          <a:chOff x="0" y="0"/>
          <a:chExt cx="0" cy="0"/>
        </a:xfrm>
      </p:grpSpPr>
      <p:sp>
        <p:nvSpPr>
          <p:cNvPr id="16" name="Google Shape;1842;p46">
            <a:extLst>
              <a:ext uri="{FF2B5EF4-FFF2-40B4-BE49-F238E27FC236}">
                <a16:creationId xmlns:a16="http://schemas.microsoft.com/office/drawing/2014/main" id="{E1E91F60-CE0B-08D7-66F8-33CAEB9684C9}"/>
              </a:ext>
            </a:extLst>
          </p:cNvPr>
          <p:cNvSpPr txBox="1">
            <a:spLocks noGrp="1"/>
          </p:cNvSpPr>
          <p:nvPr>
            <p:ph type="title"/>
          </p:nvPr>
        </p:nvSpPr>
        <p:spPr>
          <a:xfrm>
            <a:off x="370564" y="-333061"/>
            <a:ext cx="4971524"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Example</a:t>
            </a:r>
          </a:p>
        </p:txBody>
      </p:sp>
      <p:sp>
        <p:nvSpPr>
          <p:cNvPr id="3" name="AutoShape 4">
            <a:extLst>
              <a:ext uri="{FF2B5EF4-FFF2-40B4-BE49-F238E27FC236}">
                <a16:creationId xmlns:a16="http://schemas.microsoft.com/office/drawing/2014/main" id="{04F2AC5D-DB73-A785-6856-CE5845D40359}"/>
              </a:ext>
            </a:extLst>
          </p:cNvPr>
          <p:cNvSpPr>
            <a:spLocks noChangeAspect="1" noChangeArrowheads="1"/>
          </p:cNvSpPr>
          <p:nvPr/>
        </p:nvSpPr>
        <p:spPr bwMode="auto">
          <a:xfrm>
            <a:off x="109538" y="280988"/>
            <a:ext cx="8924925" cy="4581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nvGrpSpPr>
          <p:cNvPr id="15" name="Group 14">
            <a:extLst>
              <a:ext uri="{FF2B5EF4-FFF2-40B4-BE49-F238E27FC236}">
                <a16:creationId xmlns:a16="http://schemas.microsoft.com/office/drawing/2014/main" id="{A91A7FA2-BC58-3288-E1BA-7516D69163E6}"/>
              </a:ext>
            </a:extLst>
          </p:cNvPr>
          <p:cNvGrpSpPr/>
          <p:nvPr/>
        </p:nvGrpSpPr>
        <p:grpSpPr>
          <a:xfrm>
            <a:off x="2120283" y="1377522"/>
            <a:ext cx="5234320" cy="2859371"/>
            <a:chOff x="1706815" y="1393424"/>
            <a:chExt cx="5234320" cy="2859371"/>
          </a:xfrm>
        </p:grpSpPr>
        <p:sp>
          <p:nvSpPr>
            <p:cNvPr id="42" name="TextBox 41">
              <a:extLst>
                <a:ext uri="{FF2B5EF4-FFF2-40B4-BE49-F238E27FC236}">
                  <a16:creationId xmlns:a16="http://schemas.microsoft.com/office/drawing/2014/main" id="{825AA0FB-52A8-133A-80B0-4190C7E786DC}"/>
                </a:ext>
              </a:extLst>
            </p:cNvPr>
            <p:cNvSpPr txBox="1"/>
            <p:nvPr/>
          </p:nvSpPr>
          <p:spPr>
            <a:xfrm>
              <a:off x="3971001" y="1542919"/>
              <a:ext cx="563880" cy="369332"/>
            </a:xfrm>
            <a:prstGeom prst="rect">
              <a:avLst/>
            </a:prstGeom>
            <a:noFill/>
          </p:spPr>
          <p:txBody>
            <a:bodyPr wrap="square" rtlCol="0">
              <a:spAutoFit/>
            </a:bodyPr>
            <a:lstStyle/>
            <a:p>
              <a:pPr algn="ctr"/>
              <a:r>
                <a:rPr lang="en-US" sz="1800" dirty="0">
                  <a:solidFill>
                    <a:schemeClr val="tx2"/>
                  </a:solidFill>
                </a:rPr>
                <a:t>4</a:t>
              </a:r>
            </a:p>
          </p:txBody>
        </p:sp>
        <p:grpSp>
          <p:nvGrpSpPr>
            <p:cNvPr id="14" name="Group 13">
              <a:extLst>
                <a:ext uri="{FF2B5EF4-FFF2-40B4-BE49-F238E27FC236}">
                  <a16:creationId xmlns:a16="http://schemas.microsoft.com/office/drawing/2014/main" id="{98DF624B-6F0D-FD2F-6E9C-86201C661D22}"/>
                </a:ext>
              </a:extLst>
            </p:cNvPr>
            <p:cNvGrpSpPr/>
            <p:nvPr/>
          </p:nvGrpSpPr>
          <p:grpSpPr>
            <a:xfrm>
              <a:off x="1706815" y="1393424"/>
              <a:ext cx="5234320" cy="2859371"/>
              <a:chOff x="3933181" y="1266204"/>
              <a:chExt cx="5234320" cy="2859371"/>
            </a:xfrm>
          </p:grpSpPr>
          <p:sp>
            <p:nvSpPr>
              <p:cNvPr id="4" name="Oval 3">
                <a:extLst>
                  <a:ext uri="{FF2B5EF4-FFF2-40B4-BE49-F238E27FC236}">
                    <a16:creationId xmlns:a16="http://schemas.microsoft.com/office/drawing/2014/main" id="{E142255E-F919-5DA0-927B-CAB4E2FA4AC1}"/>
                  </a:ext>
                </a:extLst>
              </p:cNvPr>
              <p:cNvSpPr/>
              <p:nvPr/>
            </p:nvSpPr>
            <p:spPr>
              <a:xfrm>
                <a:off x="431157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5" name="Oval 4">
                <a:extLst>
                  <a:ext uri="{FF2B5EF4-FFF2-40B4-BE49-F238E27FC236}">
                    <a16:creationId xmlns:a16="http://schemas.microsoft.com/office/drawing/2014/main" id="{073445EE-118B-84B1-90B3-AEF44AC9BB47}"/>
                  </a:ext>
                </a:extLst>
              </p:cNvPr>
              <p:cNvSpPr/>
              <p:nvPr/>
            </p:nvSpPr>
            <p:spPr>
              <a:xfrm>
                <a:off x="5243203"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9" name="Oval 8">
                <a:extLst>
                  <a:ext uri="{FF2B5EF4-FFF2-40B4-BE49-F238E27FC236}">
                    <a16:creationId xmlns:a16="http://schemas.microsoft.com/office/drawing/2014/main" id="{7565A032-9CA4-8F99-AC56-E12A3A7D3C75}"/>
                  </a:ext>
                </a:extLst>
              </p:cNvPr>
              <p:cNvSpPr/>
              <p:nvPr/>
            </p:nvSpPr>
            <p:spPr>
              <a:xfrm>
                <a:off x="7312431"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0" name="Oval 9">
                <a:extLst>
                  <a:ext uri="{FF2B5EF4-FFF2-40B4-BE49-F238E27FC236}">
                    <a16:creationId xmlns:a16="http://schemas.microsoft.com/office/drawing/2014/main" id="{2D97D62E-D874-D8CC-DF20-24D547577603}"/>
                  </a:ext>
                </a:extLst>
              </p:cNvPr>
              <p:cNvSpPr/>
              <p:nvPr/>
            </p:nvSpPr>
            <p:spPr>
              <a:xfrm>
                <a:off x="5243203"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1" name="Oval 10">
                <a:extLst>
                  <a:ext uri="{FF2B5EF4-FFF2-40B4-BE49-F238E27FC236}">
                    <a16:creationId xmlns:a16="http://schemas.microsoft.com/office/drawing/2014/main" id="{34304D50-18DA-953B-A30C-4F9D0D80D653}"/>
                  </a:ext>
                </a:extLst>
              </p:cNvPr>
              <p:cNvSpPr/>
              <p:nvPr/>
            </p:nvSpPr>
            <p:spPr>
              <a:xfrm>
                <a:off x="7312431"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2" name="Oval 11">
                <a:extLst>
                  <a:ext uri="{FF2B5EF4-FFF2-40B4-BE49-F238E27FC236}">
                    <a16:creationId xmlns:a16="http://schemas.microsoft.com/office/drawing/2014/main" id="{010EA171-DECC-5944-4667-672128027E8F}"/>
                  </a:ext>
                </a:extLst>
              </p:cNvPr>
              <p:cNvSpPr/>
              <p:nvPr/>
            </p:nvSpPr>
            <p:spPr>
              <a:xfrm>
                <a:off x="836540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cxnSp>
            <p:nvCxnSpPr>
              <p:cNvPr id="13" name="Straight Arrow Connector 12">
                <a:extLst>
                  <a:ext uri="{FF2B5EF4-FFF2-40B4-BE49-F238E27FC236}">
                    <a16:creationId xmlns:a16="http://schemas.microsoft.com/office/drawing/2014/main" id="{9F760276-7F56-012E-5DDB-63EA4C5DCFAC}"/>
                  </a:ext>
                </a:extLst>
              </p:cNvPr>
              <p:cNvCxnSpPr>
                <a:cxnSpLocks/>
                <a:stCxn id="4" idx="0"/>
              </p:cNvCxnSpPr>
              <p:nvPr/>
            </p:nvCxnSpPr>
            <p:spPr>
              <a:xfrm flipV="1">
                <a:off x="4513066" y="1855470"/>
                <a:ext cx="722875" cy="6193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8F7BC9A-0854-AA1D-2236-AE72DBAD577E}"/>
                  </a:ext>
                </a:extLst>
              </p:cNvPr>
              <p:cNvCxnSpPr>
                <a:cxnSpLocks/>
                <a:stCxn id="4" idx="4"/>
                <a:endCxn id="10" idx="2"/>
              </p:cNvCxnSpPr>
              <p:nvPr/>
            </p:nvCxnSpPr>
            <p:spPr>
              <a:xfrm>
                <a:off x="4513066" y="2847500"/>
                <a:ext cx="730137" cy="7373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F8E91C27-F55C-D637-4B1A-A9DF7FA3500A}"/>
                  </a:ext>
                </a:extLst>
              </p:cNvPr>
              <p:cNvCxnSpPr>
                <a:cxnSpLocks/>
                <a:stCxn id="5" idx="6"/>
                <a:endCxn id="9" idx="2"/>
              </p:cNvCxnSpPr>
              <p:nvPr/>
            </p:nvCxnSpPr>
            <p:spPr>
              <a:xfrm>
                <a:off x="5646184" y="1771959"/>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05138085-6EA6-243D-C961-4DB477392791}"/>
                  </a:ext>
                </a:extLst>
              </p:cNvPr>
              <p:cNvCxnSpPr>
                <a:cxnSpLocks/>
              </p:cNvCxnSpPr>
              <p:nvPr/>
            </p:nvCxnSpPr>
            <p:spPr>
              <a:xfrm>
                <a:off x="5646183" y="3587628"/>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3CD7939E-8E63-6307-E9B0-1ABCFB36FD84}"/>
                  </a:ext>
                </a:extLst>
              </p:cNvPr>
              <p:cNvCxnSpPr>
                <a:cxnSpLocks/>
                <a:stCxn id="5" idx="5"/>
                <a:endCxn id="11" idx="1"/>
              </p:cNvCxnSpPr>
              <p:nvPr/>
            </p:nvCxnSpPr>
            <p:spPr>
              <a:xfrm>
                <a:off x="5587169" y="1903707"/>
                <a:ext cx="1784277" cy="1549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CA5974E3-0307-DC3D-0D7B-CB9D87979EE0}"/>
                  </a:ext>
                </a:extLst>
              </p:cNvPr>
              <p:cNvCxnSpPr>
                <a:cxnSpLocks/>
                <a:stCxn id="9" idx="6"/>
                <a:endCxn id="12" idx="0"/>
              </p:cNvCxnSpPr>
              <p:nvPr/>
            </p:nvCxnSpPr>
            <p:spPr>
              <a:xfrm>
                <a:off x="7715412" y="1771959"/>
                <a:ext cx="851484" cy="702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751A8A21-B185-1CE8-0398-FBB21E4E3E1A}"/>
                  </a:ext>
                </a:extLst>
              </p:cNvPr>
              <p:cNvCxnSpPr>
                <a:cxnSpLocks/>
                <a:endCxn id="12" idx="4"/>
              </p:cNvCxnSpPr>
              <p:nvPr/>
            </p:nvCxnSpPr>
            <p:spPr>
              <a:xfrm flipV="1">
                <a:off x="7715412" y="2847500"/>
                <a:ext cx="851484" cy="7414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6CFE58FB-37B6-0F13-0732-E8DB1552DF4D}"/>
                  </a:ext>
                </a:extLst>
              </p:cNvPr>
              <p:cNvCxnSpPr>
                <a:cxnSpLocks/>
                <a:endCxn id="11" idx="0"/>
              </p:cNvCxnSpPr>
              <p:nvPr/>
            </p:nvCxnSpPr>
            <p:spPr>
              <a:xfrm flipH="1">
                <a:off x="7513922" y="1958279"/>
                <a:ext cx="18359"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910AAE60-3749-AA41-F455-396D023413FD}"/>
                  </a:ext>
                </a:extLst>
              </p:cNvPr>
              <p:cNvCxnSpPr>
                <a:cxnSpLocks/>
                <a:endCxn id="10" idx="0"/>
              </p:cNvCxnSpPr>
              <p:nvPr/>
            </p:nvCxnSpPr>
            <p:spPr>
              <a:xfrm>
                <a:off x="5435513" y="1958279"/>
                <a:ext cx="9181"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BA24ED93-D2EA-55D1-25E6-4CB8938439FB}"/>
                  </a:ext>
                </a:extLst>
              </p:cNvPr>
              <p:cNvSpPr txBox="1"/>
              <p:nvPr/>
            </p:nvSpPr>
            <p:spPr>
              <a:xfrm>
                <a:off x="6157058" y="3572486"/>
                <a:ext cx="563880" cy="369332"/>
              </a:xfrm>
              <a:prstGeom prst="rect">
                <a:avLst/>
              </a:prstGeom>
              <a:noFill/>
            </p:spPr>
            <p:txBody>
              <a:bodyPr wrap="square" rtlCol="0">
                <a:spAutoFit/>
              </a:bodyPr>
              <a:lstStyle/>
              <a:p>
                <a:pPr algn="ctr"/>
                <a:r>
                  <a:rPr lang="en-US" sz="1800" dirty="0">
                    <a:solidFill>
                      <a:schemeClr val="tx2"/>
                    </a:solidFill>
                  </a:rPr>
                  <a:t>7</a:t>
                </a:r>
              </a:p>
            </p:txBody>
          </p:sp>
          <p:sp>
            <p:nvSpPr>
              <p:cNvPr id="44" name="TextBox 43">
                <a:extLst>
                  <a:ext uri="{FF2B5EF4-FFF2-40B4-BE49-F238E27FC236}">
                    <a16:creationId xmlns:a16="http://schemas.microsoft.com/office/drawing/2014/main" id="{B7EAF0D7-F4C6-5479-0098-33FCC1438A5E}"/>
                  </a:ext>
                </a:extLst>
              </p:cNvPr>
              <p:cNvSpPr txBox="1"/>
              <p:nvPr/>
            </p:nvSpPr>
            <p:spPr>
              <a:xfrm>
                <a:off x="4227495" y="1863415"/>
                <a:ext cx="563880" cy="369332"/>
              </a:xfrm>
              <a:prstGeom prst="rect">
                <a:avLst/>
              </a:prstGeom>
              <a:noFill/>
            </p:spPr>
            <p:txBody>
              <a:bodyPr wrap="square" rtlCol="0">
                <a:spAutoFit/>
              </a:bodyPr>
              <a:lstStyle/>
              <a:p>
                <a:pPr algn="ctr"/>
                <a:r>
                  <a:rPr lang="en-US" sz="1800" dirty="0">
                    <a:solidFill>
                      <a:schemeClr val="tx2"/>
                    </a:solidFill>
                  </a:rPr>
                  <a:t>5</a:t>
                </a:r>
              </a:p>
            </p:txBody>
          </p:sp>
          <p:sp>
            <p:nvSpPr>
              <p:cNvPr id="45" name="TextBox 44">
                <a:extLst>
                  <a:ext uri="{FF2B5EF4-FFF2-40B4-BE49-F238E27FC236}">
                    <a16:creationId xmlns:a16="http://schemas.microsoft.com/office/drawing/2014/main" id="{BF94D394-542E-C54E-E4AE-4CB20700987F}"/>
                  </a:ext>
                </a:extLst>
              </p:cNvPr>
              <p:cNvSpPr txBox="1"/>
              <p:nvPr/>
            </p:nvSpPr>
            <p:spPr>
              <a:xfrm>
                <a:off x="4242331" y="3141122"/>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6" name="TextBox 45">
                <a:extLst>
                  <a:ext uri="{FF2B5EF4-FFF2-40B4-BE49-F238E27FC236}">
                    <a16:creationId xmlns:a16="http://schemas.microsoft.com/office/drawing/2014/main" id="{A26E70A6-7AD7-1D7F-3F6B-0FA95788ABD2}"/>
                  </a:ext>
                </a:extLst>
              </p:cNvPr>
              <p:cNvSpPr txBox="1"/>
              <p:nvPr/>
            </p:nvSpPr>
            <p:spPr>
              <a:xfrm>
                <a:off x="5020301" y="2483975"/>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47" name="TextBox 46">
                <a:extLst>
                  <a:ext uri="{FF2B5EF4-FFF2-40B4-BE49-F238E27FC236}">
                    <a16:creationId xmlns:a16="http://schemas.microsoft.com/office/drawing/2014/main" id="{3FEB3FF3-0B1C-5CFD-AE8F-1549EAE5AA5A}"/>
                  </a:ext>
                </a:extLst>
              </p:cNvPr>
              <p:cNvSpPr txBox="1"/>
              <p:nvPr/>
            </p:nvSpPr>
            <p:spPr>
              <a:xfrm>
                <a:off x="6398858" y="2508039"/>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8" name="TextBox 47">
                <a:extLst>
                  <a:ext uri="{FF2B5EF4-FFF2-40B4-BE49-F238E27FC236}">
                    <a16:creationId xmlns:a16="http://schemas.microsoft.com/office/drawing/2014/main" id="{716B5277-1270-9F95-27A6-87103845C32E}"/>
                  </a:ext>
                </a:extLst>
              </p:cNvPr>
              <p:cNvSpPr txBox="1"/>
              <p:nvPr/>
            </p:nvSpPr>
            <p:spPr>
              <a:xfrm>
                <a:off x="7353616" y="2487412"/>
                <a:ext cx="563880" cy="369332"/>
              </a:xfrm>
              <a:prstGeom prst="rect">
                <a:avLst/>
              </a:prstGeom>
              <a:noFill/>
            </p:spPr>
            <p:txBody>
              <a:bodyPr wrap="square" rtlCol="0">
                <a:spAutoFit/>
              </a:bodyPr>
              <a:lstStyle/>
              <a:p>
                <a:pPr algn="ctr"/>
                <a:r>
                  <a:rPr lang="en-US" sz="1800" dirty="0">
                    <a:solidFill>
                      <a:schemeClr val="tx2"/>
                    </a:solidFill>
                  </a:rPr>
                  <a:t>6</a:t>
                </a:r>
              </a:p>
            </p:txBody>
          </p:sp>
          <p:sp>
            <p:nvSpPr>
              <p:cNvPr id="49" name="TextBox 48">
                <a:extLst>
                  <a:ext uri="{FF2B5EF4-FFF2-40B4-BE49-F238E27FC236}">
                    <a16:creationId xmlns:a16="http://schemas.microsoft.com/office/drawing/2014/main" id="{9B87E036-61FF-0D89-E2EE-CA8CF2D7C3F6}"/>
                  </a:ext>
                </a:extLst>
              </p:cNvPr>
              <p:cNvSpPr txBox="1"/>
              <p:nvPr/>
            </p:nvSpPr>
            <p:spPr>
              <a:xfrm>
                <a:off x="8003015" y="1863415"/>
                <a:ext cx="563880" cy="369332"/>
              </a:xfrm>
              <a:prstGeom prst="rect">
                <a:avLst/>
              </a:prstGeom>
              <a:noFill/>
            </p:spPr>
            <p:txBody>
              <a:bodyPr wrap="square" rtlCol="0">
                <a:spAutoFit/>
              </a:bodyPr>
              <a:lstStyle/>
              <a:p>
                <a:pPr algn="ctr"/>
                <a:r>
                  <a:rPr lang="en-US" sz="1800" dirty="0">
                    <a:solidFill>
                      <a:schemeClr val="tx2"/>
                    </a:solidFill>
                  </a:rPr>
                  <a:t>3</a:t>
                </a:r>
              </a:p>
            </p:txBody>
          </p:sp>
          <p:sp>
            <p:nvSpPr>
              <p:cNvPr id="50" name="TextBox 49">
                <a:extLst>
                  <a:ext uri="{FF2B5EF4-FFF2-40B4-BE49-F238E27FC236}">
                    <a16:creationId xmlns:a16="http://schemas.microsoft.com/office/drawing/2014/main" id="{5DF1F3B9-5BCB-B128-3602-95BFAC0F9DD6}"/>
                  </a:ext>
                </a:extLst>
              </p:cNvPr>
              <p:cNvSpPr txBox="1"/>
              <p:nvPr/>
            </p:nvSpPr>
            <p:spPr>
              <a:xfrm>
                <a:off x="7995724" y="3184448"/>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52" name="TextBox 51">
                <a:extLst>
                  <a:ext uri="{FF2B5EF4-FFF2-40B4-BE49-F238E27FC236}">
                    <a16:creationId xmlns:a16="http://schemas.microsoft.com/office/drawing/2014/main" id="{1B85D70C-E449-91A7-106A-86C9382B9AC7}"/>
                  </a:ext>
                </a:extLst>
              </p:cNvPr>
              <p:cNvSpPr txBox="1"/>
              <p:nvPr/>
            </p:nvSpPr>
            <p:spPr>
              <a:xfrm>
                <a:off x="3933181" y="2455577"/>
                <a:ext cx="353807" cy="400110"/>
              </a:xfrm>
              <a:prstGeom prst="rect">
                <a:avLst/>
              </a:prstGeom>
              <a:noFill/>
            </p:spPr>
            <p:txBody>
              <a:bodyPr wrap="square" rtlCol="0">
                <a:spAutoFit/>
              </a:bodyPr>
              <a:lstStyle/>
              <a:p>
                <a:pPr algn="ctr"/>
                <a:r>
                  <a:rPr lang="en-US" sz="2000" dirty="0">
                    <a:solidFill>
                      <a:schemeClr val="bg2"/>
                    </a:solidFill>
                    <a:latin typeface="Poppins" panose="00000500000000000000" pitchFamily="2" charset="0"/>
                    <a:cs typeface="Poppins" panose="00000500000000000000" pitchFamily="2" charset="0"/>
                  </a:rPr>
                  <a:t>0</a:t>
                </a:r>
              </a:p>
            </p:txBody>
          </p:sp>
          <p:sp>
            <p:nvSpPr>
              <p:cNvPr id="53" name="TextBox 52">
                <a:extLst>
                  <a:ext uri="{FF2B5EF4-FFF2-40B4-BE49-F238E27FC236}">
                    <a16:creationId xmlns:a16="http://schemas.microsoft.com/office/drawing/2014/main" id="{8BABAD58-48CA-355A-C78A-C86C56130DCA}"/>
                  </a:ext>
                </a:extLst>
              </p:cNvPr>
              <p:cNvSpPr txBox="1"/>
              <p:nvPr/>
            </p:nvSpPr>
            <p:spPr>
              <a:xfrm>
                <a:off x="5230374" y="1266204"/>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4" name="TextBox 53">
                <a:extLst>
                  <a:ext uri="{FF2B5EF4-FFF2-40B4-BE49-F238E27FC236}">
                    <a16:creationId xmlns:a16="http://schemas.microsoft.com/office/drawing/2014/main" id="{6C24E54C-79CF-5F1E-61E9-9343CACCE975}"/>
                  </a:ext>
                </a:extLst>
              </p:cNvPr>
              <p:cNvSpPr txBox="1"/>
              <p:nvPr/>
            </p:nvSpPr>
            <p:spPr>
              <a:xfrm flipV="1">
                <a:off x="5230374" y="3663910"/>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5" name="TextBox 54">
                <a:extLst>
                  <a:ext uri="{FF2B5EF4-FFF2-40B4-BE49-F238E27FC236}">
                    <a16:creationId xmlns:a16="http://schemas.microsoft.com/office/drawing/2014/main" id="{048F6F17-B96B-743B-C1F4-9D54108F8DA6}"/>
                  </a:ext>
                </a:extLst>
              </p:cNvPr>
              <p:cNvSpPr txBox="1"/>
              <p:nvPr/>
            </p:nvSpPr>
            <p:spPr>
              <a:xfrm flipV="1">
                <a:off x="7276195" y="3663910"/>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6" name="TextBox 55">
                <a:extLst>
                  <a:ext uri="{FF2B5EF4-FFF2-40B4-BE49-F238E27FC236}">
                    <a16:creationId xmlns:a16="http://schemas.microsoft.com/office/drawing/2014/main" id="{B100731F-5E1B-ACA9-71CB-174FD8116429}"/>
                  </a:ext>
                </a:extLst>
              </p:cNvPr>
              <p:cNvSpPr txBox="1"/>
              <p:nvPr/>
            </p:nvSpPr>
            <p:spPr>
              <a:xfrm>
                <a:off x="7355377" y="1273812"/>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7" name="TextBox 56">
                <a:extLst>
                  <a:ext uri="{FF2B5EF4-FFF2-40B4-BE49-F238E27FC236}">
                    <a16:creationId xmlns:a16="http://schemas.microsoft.com/office/drawing/2014/main" id="{BB301B79-3127-3A7B-4262-1855FDB29771}"/>
                  </a:ext>
                </a:extLst>
              </p:cNvPr>
              <p:cNvSpPr txBox="1"/>
              <p:nvPr/>
            </p:nvSpPr>
            <p:spPr>
              <a:xfrm>
                <a:off x="8813694" y="2430347"/>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grpSp>
      </p:grpSp>
    </p:spTree>
    <p:extLst>
      <p:ext uri="{BB962C8B-B14F-4D97-AF65-F5344CB8AC3E}">
        <p14:creationId xmlns:p14="http://schemas.microsoft.com/office/powerpoint/2010/main" val="2299279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83618D37-209D-FDE3-1FA7-11674D8A2FB4}"/>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8D1B09BE-AA2F-8E61-C80B-0B5D86020640}"/>
              </a:ext>
            </a:extLst>
          </p:cNvPr>
          <p:cNvGraphicFramePr>
            <a:graphicFrameLocks noGrp="1"/>
          </p:cNvGraphicFramePr>
          <p:nvPr>
            <p:extLst>
              <p:ext uri="{D42A27DB-BD31-4B8C-83A1-F6EECF244321}">
                <p14:modId xmlns:p14="http://schemas.microsoft.com/office/powerpoint/2010/main" val="3250497575"/>
              </p:ext>
            </p:extLst>
          </p:nvPr>
        </p:nvGraphicFramePr>
        <p:xfrm>
          <a:off x="330702" y="1156417"/>
          <a:ext cx="3449963" cy="3016806"/>
        </p:xfrm>
        <a:graphic>
          <a:graphicData uri="http://schemas.openxmlformats.org/drawingml/2006/table">
            <a:tbl>
              <a:tblPr firstRow="1" firstCol="1" bandRow="1">
                <a:tableStyleId>{284E427A-3D55-4303-BF80-6455036E1DE7}</a:tableStyleId>
              </a:tblPr>
              <a:tblGrid>
                <a:gridCol w="607060">
                  <a:extLst>
                    <a:ext uri="{9D8B030D-6E8A-4147-A177-3AD203B41FA5}">
                      <a16:colId xmlns:a16="http://schemas.microsoft.com/office/drawing/2014/main" val="2400426112"/>
                    </a:ext>
                  </a:extLst>
                </a:gridCol>
                <a:gridCol w="2029988">
                  <a:extLst>
                    <a:ext uri="{9D8B030D-6E8A-4147-A177-3AD203B41FA5}">
                      <a16:colId xmlns:a16="http://schemas.microsoft.com/office/drawing/2014/main" val="833233377"/>
                    </a:ext>
                  </a:extLst>
                </a:gridCol>
                <a:gridCol w="812915">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A</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dirty="0">
                          <a:solidFill>
                            <a:schemeClr val="bg2"/>
                          </a:solidFill>
                          <a:effectLst/>
                          <a:latin typeface="Poppins" panose="00000500000000000000" pitchFamily="2" charset="0"/>
                          <a:cs typeface="Poppins" panose="00000500000000000000" pitchFamily="2" charset="0"/>
                        </a:rPr>
                        <a:t>0</a:t>
                      </a:r>
                      <a:endParaRPr lang="en-US" sz="14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a:effectLst/>
                          <a:latin typeface="Poppins" panose="00000500000000000000" pitchFamily="2" charset="0"/>
                          <a:cs typeface="Poppins" panose="00000500000000000000" pitchFamily="2" charset="0"/>
                        </a:rPr>
                        <a:t>-</a:t>
                      </a:r>
                      <a:endParaRPr lang="en-US" sz="14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B</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strike="noStrike" dirty="0">
                          <a:solidFill>
                            <a:schemeClr val="bg2"/>
                          </a:solidFill>
                          <a:latin typeface="Poppins" panose="00000500000000000000" pitchFamily="2" charset="0"/>
                          <a:cs typeface="Poppins" panose="00000500000000000000" pitchFamily="2" charset="0"/>
                        </a:rPr>
                        <a:t>∞</a:t>
                      </a:r>
                    </a:p>
                  </a:txBody>
                  <a:tcPr marL="68580" marR="68580" marT="0" marB="0" anchor="ctr"/>
                </a:tc>
                <a:tc>
                  <a:txBody>
                    <a:bodyPr/>
                    <a:lstStyle/>
                    <a:p>
                      <a:pPr algn="ctr">
                        <a:lnSpc>
                          <a:spcPct val="107000"/>
                        </a:lnSpc>
                        <a:spcAft>
                          <a:spcPts val="800"/>
                        </a:spcAft>
                      </a:pPr>
                      <a:r>
                        <a:rPr lang="en-US" sz="1600" b="0" kern="100">
                          <a:effectLst/>
                          <a:latin typeface="Poppins" panose="00000500000000000000" pitchFamily="2" charset="0"/>
                          <a:cs typeface="Poppins" panose="00000500000000000000" pitchFamily="2" charset="0"/>
                        </a:rPr>
                        <a:t>A</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C</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p>
                  </a:txBody>
                  <a:tcPr marL="68580" marR="68580" marT="0" marB="0" anchor="ctr"/>
                </a:tc>
                <a:tc>
                  <a:txBody>
                    <a:bodyPr/>
                    <a:lstStyle/>
                    <a:p>
                      <a:pPr algn="ctr">
                        <a:lnSpc>
                          <a:spcPct val="107000"/>
                        </a:lnSpc>
                        <a:spcAft>
                          <a:spcPts val="800"/>
                        </a:spcAft>
                      </a:pPr>
                      <a:r>
                        <a:rPr lang="en-US" sz="1600" b="0" kern="100">
                          <a:effectLst/>
                          <a:latin typeface="Poppins" panose="00000500000000000000" pitchFamily="2" charset="0"/>
                          <a:cs typeface="Poppins" panose="00000500000000000000" pitchFamily="2" charset="0"/>
                        </a:rPr>
                        <a:t>A</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D</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E</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873937652"/>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F</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extLst>
                  <a:ext uri="{0D108BD9-81ED-4DB2-BD59-A6C34878D82A}">
                    <a16:rowId xmlns:a16="http://schemas.microsoft.com/office/drawing/2014/main" val="199206941"/>
                  </a:ext>
                </a:extLst>
              </a:tr>
            </a:tbl>
          </a:graphicData>
        </a:graphic>
      </p:graphicFrame>
      <p:sp>
        <p:nvSpPr>
          <p:cNvPr id="16" name="Google Shape;1842;p46">
            <a:extLst>
              <a:ext uri="{FF2B5EF4-FFF2-40B4-BE49-F238E27FC236}">
                <a16:creationId xmlns:a16="http://schemas.microsoft.com/office/drawing/2014/main" id="{71170B20-4FC6-8FF1-AC86-194C41234A19}"/>
              </a:ext>
            </a:extLst>
          </p:cNvPr>
          <p:cNvSpPr txBox="1">
            <a:spLocks noGrp="1"/>
          </p:cNvSpPr>
          <p:nvPr>
            <p:ph type="title"/>
          </p:nvPr>
        </p:nvSpPr>
        <p:spPr>
          <a:xfrm>
            <a:off x="370564" y="-333061"/>
            <a:ext cx="4971524"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Example</a:t>
            </a:r>
          </a:p>
        </p:txBody>
      </p:sp>
      <p:sp>
        <p:nvSpPr>
          <p:cNvPr id="3" name="AutoShape 4">
            <a:extLst>
              <a:ext uri="{FF2B5EF4-FFF2-40B4-BE49-F238E27FC236}">
                <a16:creationId xmlns:a16="http://schemas.microsoft.com/office/drawing/2014/main" id="{C8A9576B-05FA-0400-2771-E022D90B1499}"/>
              </a:ext>
            </a:extLst>
          </p:cNvPr>
          <p:cNvSpPr>
            <a:spLocks noChangeAspect="1" noChangeArrowheads="1"/>
          </p:cNvSpPr>
          <p:nvPr/>
        </p:nvSpPr>
        <p:spPr bwMode="auto">
          <a:xfrm>
            <a:off x="109538" y="280988"/>
            <a:ext cx="8924925" cy="4581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 name="Oval 3">
            <a:extLst>
              <a:ext uri="{FF2B5EF4-FFF2-40B4-BE49-F238E27FC236}">
                <a16:creationId xmlns:a16="http://schemas.microsoft.com/office/drawing/2014/main" id="{7A3B0742-8E34-6173-4D87-98B4B87A2C0F}"/>
              </a:ext>
            </a:extLst>
          </p:cNvPr>
          <p:cNvSpPr/>
          <p:nvPr/>
        </p:nvSpPr>
        <p:spPr>
          <a:xfrm>
            <a:off x="431157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5" name="Oval 4">
            <a:extLst>
              <a:ext uri="{FF2B5EF4-FFF2-40B4-BE49-F238E27FC236}">
                <a16:creationId xmlns:a16="http://schemas.microsoft.com/office/drawing/2014/main" id="{FDA994B3-4295-D988-970C-CECC797C5B19}"/>
              </a:ext>
            </a:extLst>
          </p:cNvPr>
          <p:cNvSpPr/>
          <p:nvPr/>
        </p:nvSpPr>
        <p:spPr>
          <a:xfrm>
            <a:off x="5243203"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9" name="Oval 8">
            <a:extLst>
              <a:ext uri="{FF2B5EF4-FFF2-40B4-BE49-F238E27FC236}">
                <a16:creationId xmlns:a16="http://schemas.microsoft.com/office/drawing/2014/main" id="{EE5A690E-2ABA-F800-B77F-D4FCC0F21FD6}"/>
              </a:ext>
            </a:extLst>
          </p:cNvPr>
          <p:cNvSpPr/>
          <p:nvPr/>
        </p:nvSpPr>
        <p:spPr>
          <a:xfrm>
            <a:off x="7312431"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0" name="Oval 9">
            <a:extLst>
              <a:ext uri="{FF2B5EF4-FFF2-40B4-BE49-F238E27FC236}">
                <a16:creationId xmlns:a16="http://schemas.microsoft.com/office/drawing/2014/main" id="{6A5724CA-7A6F-FB64-537D-AF57E6B6B445}"/>
              </a:ext>
            </a:extLst>
          </p:cNvPr>
          <p:cNvSpPr/>
          <p:nvPr/>
        </p:nvSpPr>
        <p:spPr>
          <a:xfrm>
            <a:off x="5243203"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1" name="Oval 10">
            <a:extLst>
              <a:ext uri="{FF2B5EF4-FFF2-40B4-BE49-F238E27FC236}">
                <a16:creationId xmlns:a16="http://schemas.microsoft.com/office/drawing/2014/main" id="{A76B60CB-FEAE-77E3-3320-4DE71D6125BC}"/>
              </a:ext>
            </a:extLst>
          </p:cNvPr>
          <p:cNvSpPr/>
          <p:nvPr/>
        </p:nvSpPr>
        <p:spPr>
          <a:xfrm>
            <a:off x="7312431"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2" name="Oval 11">
            <a:extLst>
              <a:ext uri="{FF2B5EF4-FFF2-40B4-BE49-F238E27FC236}">
                <a16:creationId xmlns:a16="http://schemas.microsoft.com/office/drawing/2014/main" id="{997086EC-963A-526B-C112-07083FC253AA}"/>
              </a:ext>
            </a:extLst>
          </p:cNvPr>
          <p:cNvSpPr/>
          <p:nvPr/>
        </p:nvSpPr>
        <p:spPr>
          <a:xfrm>
            <a:off x="836540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cxnSp>
        <p:nvCxnSpPr>
          <p:cNvPr id="13" name="Straight Arrow Connector 12">
            <a:extLst>
              <a:ext uri="{FF2B5EF4-FFF2-40B4-BE49-F238E27FC236}">
                <a16:creationId xmlns:a16="http://schemas.microsoft.com/office/drawing/2014/main" id="{4C32F6DB-9297-0356-6EB9-C69C10600C05}"/>
              </a:ext>
            </a:extLst>
          </p:cNvPr>
          <p:cNvCxnSpPr>
            <a:cxnSpLocks/>
            <a:stCxn id="4" idx="0"/>
          </p:cNvCxnSpPr>
          <p:nvPr/>
        </p:nvCxnSpPr>
        <p:spPr>
          <a:xfrm flipV="1">
            <a:off x="4513066" y="1855470"/>
            <a:ext cx="722875" cy="6193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879F1BE7-A6E3-190C-3FBA-D716F1E282C7}"/>
              </a:ext>
            </a:extLst>
          </p:cNvPr>
          <p:cNvCxnSpPr>
            <a:cxnSpLocks/>
            <a:stCxn id="4" idx="4"/>
            <a:endCxn id="10" idx="2"/>
          </p:cNvCxnSpPr>
          <p:nvPr/>
        </p:nvCxnSpPr>
        <p:spPr>
          <a:xfrm>
            <a:off x="4513066" y="2847500"/>
            <a:ext cx="730137" cy="7373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0668581-2DF9-6ACB-1ACB-308DD1190CE4}"/>
              </a:ext>
            </a:extLst>
          </p:cNvPr>
          <p:cNvCxnSpPr>
            <a:cxnSpLocks/>
            <a:stCxn id="5" idx="6"/>
            <a:endCxn id="9" idx="2"/>
          </p:cNvCxnSpPr>
          <p:nvPr/>
        </p:nvCxnSpPr>
        <p:spPr>
          <a:xfrm>
            <a:off x="5646184" y="1771959"/>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30424159-C495-EDBC-F3FF-06B8253B0A65}"/>
              </a:ext>
            </a:extLst>
          </p:cNvPr>
          <p:cNvCxnSpPr>
            <a:cxnSpLocks/>
          </p:cNvCxnSpPr>
          <p:nvPr/>
        </p:nvCxnSpPr>
        <p:spPr>
          <a:xfrm>
            <a:off x="5646183" y="3587628"/>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658C0652-C0F8-8EF3-C966-C5FE07E93971}"/>
              </a:ext>
            </a:extLst>
          </p:cNvPr>
          <p:cNvCxnSpPr>
            <a:cxnSpLocks/>
            <a:stCxn id="5" idx="5"/>
            <a:endCxn id="11" idx="1"/>
          </p:cNvCxnSpPr>
          <p:nvPr/>
        </p:nvCxnSpPr>
        <p:spPr>
          <a:xfrm>
            <a:off x="5587169" y="1903707"/>
            <a:ext cx="1784277" cy="1549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B59885E-C23B-5234-5C89-9505902C73FC}"/>
              </a:ext>
            </a:extLst>
          </p:cNvPr>
          <p:cNvCxnSpPr>
            <a:cxnSpLocks/>
            <a:stCxn id="9" idx="6"/>
            <a:endCxn id="12" idx="0"/>
          </p:cNvCxnSpPr>
          <p:nvPr/>
        </p:nvCxnSpPr>
        <p:spPr>
          <a:xfrm>
            <a:off x="7715412" y="1771959"/>
            <a:ext cx="851484" cy="702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0E62BF95-E6F6-EF99-CB16-10F72B18A94A}"/>
              </a:ext>
            </a:extLst>
          </p:cNvPr>
          <p:cNvCxnSpPr>
            <a:cxnSpLocks/>
            <a:endCxn id="12" idx="4"/>
          </p:cNvCxnSpPr>
          <p:nvPr/>
        </p:nvCxnSpPr>
        <p:spPr>
          <a:xfrm flipV="1">
            <a:off x="7715412" y="2847500"/>
            <a:ext cx="851484" cy="7414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6FADF884-F0AE-DF09-7ED1-5AE6FB0271FC}"/>
              </a:ext>
            </a:extLst>
          </p:cNvPr>
          <p:cNvCxnSpPr>
            <a:cxnSpLocks/>
            <a:endCxn id="11" idx="0"/>
          </p:cNvCxnSpPr>
          <p:nvPr/>
        </p:nvCxnSpPr>
        <p:spPr>
          <a:xfrm flipH="1">
            <a:off x="7513922" y="1958279"/>
            <a:ext cx="18359"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F122B5BD-BC97-3988-BC7A-76933762B9BF}"/>
              </a:ext>
            </a:extLst>
          </p:cNvPr>
          <p:cNvCxnSpPr>
            <a:cxnSpLocks/>
            <a:endCxn id="10" idx="0"/>
          </p:cNvCxnSpPr>
          <p:nvPr/>
        </p:nvCxnSpPr>
        <p:spPr>
          <a:xfrm>
            <a:off x="5435513" y="1958279"/>
            <a:ext cx="9181"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58A7738C-21DA-7B4F-7000-9E1FF58B1529}"/>
              </a:ext>
            </a:extLst>
          </p:cNvPr>
          <p:cNvSpPr txBox="1"/>
          <p:nvPr/>
        </p:nvSpPr>
        <p:spPr>
          <a:xfrm>
            <a:off x="6157058" y="1461411"/>
            <a:ext cx="563880" cy="369332"/>
          </a:xfrm>
          <a:prstGeom prst="rect">
            <a:avLst/>
          </a:prstGeom>
          <a:noFill/>
        </p:spPr>
        <p:txBody>
          <a:bodyPr wrap="square" rtlCol="0">
            <a:spAutoFit/>
          </a:bodyPr>
          <a:lstStyle/>
          <a:p>
            <a:pPr algn="ctr"/>
            <a:r>
              <a:rPr lang="en-US" sz="1800" dirty="0">
                <a:solidFill>
                  <a:schemeClr val="tx2"/>
                </a:solidFill>
              </a:rPr>
              <a:t>4</a:t>
            </a:r>
          </a:p>
        </p:txBody>
      </p:sp>
      <p:sp>
        <p:nvSpPr>
          <p:cNvPr id="43" name="TextBox 42">
            <a:extLst>
              <a:ext uri="{FF2B5EF4-FFF2-40B4-BE49-F238E27FC236}">
                <a16:creationId xmlns:a16="http://schemas.microsoft.com/office/drawing/2014/main" id="{BD165543-255F-9F15-41D1-B7EC2631B7E1}"/>
              </a:ext>
            </a:extLst>
          </p:cNvPr>
          <p:cNvSpPr txBox="1"/>
          <p:nvPr/>
        </p:nvSpPr>
        <p:spPr>
          <a:xfrm>
            <a:off x="6157058" y="3572486"/>
            <a:ext cx="563880" cy="369332"/>
          </a:xfrm>
          <a:prstGeom prst="rect">
            <a:avLst/>
          </a:prstGeom>
          <a:noFill/>
        </p:spPr>
        <p:txBody>
          <a:bodyPr wrap="square" rtlCol="0">
            <a:spAutoFit/>
          </a:bodyPr>
          <a:lstStyle/>
          <a:p>
            <a:pPr algn="ctr"/>
            <a:r>
              <a:rPr lang="en-US" sz="1800" dirty="0">
                <a:solidFill>
                  <a:schemeClr val="tx2"/>
                </a:solidFill>
              </a:rPr>
              <a:t>7</a:t>
            </a:r>
          </a:p>
        </p:txBody>
      </p:sp>
      <p:sp>
        <p:nvSpPr>
          <p:cNvPr id="44" name="TextBox 43">
            <a:extLst>
              <a:ext uri="{FF2B5EF4-FFF2-40B4-BE49-F238E27FC236}">
                <a16:creationId xmlns:a16="http://schemas.microsoft.com/office/drawing/2014/main" id="{5C776425-D190-C4B8-2182-5D233C546A08}"/>
              </a:ext>
            </a:extLst>
          </p:cNvPr>
          <p:cNvSpPr txBox="1"/>
          <p:nvPr/>
        </p:nvSpPr>
        <p:spPr>
          <a:xfrm>
            <a:off x="4227495" y="1863415"/>
            <a:ext cx="563880" cy="369332"/>
          </a:xfrm>
          <a:prstGeom prst="rect">
            <a:avLst/>
          </a:prstGeom>
          <a:noFill/>
        </p:spPr>
        <p:txBody>
          <a:bodyPr wrap="square" rtlCol="0">
            <a:spAutoFit/>
          </a:bodyPr>
          <a:lstStyle/>
          <a:p>
            <a:pPr algn="ctr"/>
            <a:r>
              <a:rPr lang="en-US" sz="1800" dirty="0">
                <a:solidFill>
                  <a:schemeClr val="tx2"/>
                </a:solidFill>
              </a:rPr>
              <a:t>5</a:t>
            </a:r>
          </a:p>
        </p:txBody>
      </p:sp>
      <p:sp>
        <p:nvSpPr>
          <p:cNvPr id="45" name="TextBox 44">
            <a:extLst>
              <a:ext uri="{FF2B5EF4-FFF2-40B4-BE49-F238E27FC236}">
                <a16:creationId xmlns:a16="http://schemas.microsoft.com/office/drawing/2014/main" id="{397F8AD8-8044-D7E4-B62F-4410E1814A0D}"/>
              </a:ext>
            </a:extLst>
          </p:cNvPr>
          <p:cNvSpPr txBox="1"/>
          <p:nvPr/>
        </p:nvSpPr>
        <p:spPr>
          <a:xfrm>
            <a:off x="4242331" y="3141122"/>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6" name="TextBox 45">
            <a:extLst>
              <a:ext uri="{FF2B5EF4-FFF2-40B4-BE49-F238E27FC236}">
                <a16:creationId xmlns:a16="http://schemas.microsoft.com/office/drawing/2014/main" id="{C58DDF60-16D8-0546-A855-3F4B002D8DA5}"/>
              </a:ext>
            </a:extLst>
          </p:cNvPr>
          <p:cNvSpPr txBox="1"/>
          <p:nvPr/>
        </p:nvSpPr>
        <p:spPr>
          <a:xfrm>
            <a:off x="5020301" y="2483975"/>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47" name="TextBox 46">
            <a:extLst>
              <a:ext uri="{FF2B5EF4-FFF2-40B4-BE49-F238E27FC236}">
                <a16:creationId xmlns:a16="http://schemas.microsoft.com/office/drawing/2014/main" id="{51515E32-91CE-506C-8D96-475CF64B24A9}"/>
              </a:ext>
            </a:extLst>
          </p:cNvPr>
          <p:cNvSpPr txBox="1"/>
          <p:nvPr/>
        </p:nvSpPr>
        <p:spPr>
          <a:xfrm>
            <a:off x="6398858" y="2508039"/>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8" name="TextBox 47">
            <a:extLst>
              <a:ext uri="{FF2B5EF4-FFF2-40B4-BE49-F238E27FC236}">
                <a16:creationId xmlns:a16="http://schemas.microsoft.com/office/drawing/2014/main" id="{2448D7BF-2713-9425-1772-A2C90FF2FDD1}"/>
              </a:ext>
            </a:extLst>
          </p:cNvPr>
          <p:cNvSpPr txBox="1"/>
          <p:nvPr/>
        </p:nvSpPr>
        <p:spPr>
          <a:xfrm>
            <a:off x="7353616" y="2487412"/>
            <a:ext cx="563880" cy="369332"/>
          </a:xfrm>
          <a:prstGeom prst="rect">
            <a:avLst/>
          </a:prstGeom>
          <a:noFill/>
        </p:spPr>
        <p:txBody>
          <a:bodyPr wrap="square" rtlCol="0">
            <a:spAutoFit/>
          </a:bodyPr>
          <a:lstStyle/>
          <a:p>
            <a:pPr algn="ctr"/>
            <a:r>
              <a:rPr lang="en-US" sz="1800" dirty="0">
                <a:solidFill>
                  <a:schemeClr val="tx2"/>
                </a:solidFill>
              </a:rPr>
              <a:t>6</a:t>
            </a:r>
          </a:p>
        </p:txBody>
      </p:sp>
      <p:sp>
        <p:nvSpPr>
          <p:cNvPr id="49" name="TextBox 48">
            <a:extLst>
              <a:ext uri="{FF2B5EF4-FFF2-40B4-BE49-F238E27FC236}">
                <a16:creationId xmlns:a16="http://schemas.microsoft.com/office/drawing/2014/main" id="{1B1CD3B3-38EB-C85B-E506-9DC660F38E17}"/>
              </a:ext>
            </a:extLst>
          </p:cNvPr>
          <p:cNvSpPr txBox="1"/>
          <p:nvPr/>
        </p:nvSpPr>
        <p:spPr>
          <a:xfrm>
            <a:off x="8003015" y="1863415"/>
            <a:ext cx="563880" cy="369332"/>
          </a:xfrm>
          <a:prstGeom prst="rect">
            <a:avLst/>
          </a:prstGeom>
          <a:noFill/>
        </p:spPr>
        <p:txBody>
          <a:bodyPr wrap="square" rtlCol="0">
            <a:spAutoFit/>
          </a:bodyPr>
          <a:lstStyle/>
          <a:p>
            <a:pPr algn="ctr"/>
            <a:r>
              <a:rPr lang="en-US" sz="1800" dirty="0">
                <a:solidFill>
                  <a:schemeClr val="tx2"/>
                </a:solidFill>
              </a:rPr>
              <a:t>3</a:t>
            </a:r>
          </a:p>
        </p:txBody>
      </p:sp>
      <p:sp>
        <p:nvSpPr>
          <p:cNvPr id="50" name="TextBox 49">
            <a:extLst>
              <a:ext uri="{FF2B5EF4-FFF2-40B4-BE49-F238E27FC236}">
                <a16:creationId xmlns:a16="http://schemas.microsoft.com/office/drawing/2014/main" id="{DDB69A2F-9B07-B7A3-17ED-76926B322F5A}"/>
              </a:ext>
            </a:extLst>
          </p:cNvPr>
          <p:cNvSpPr txBox="1"/>
          <p:nvPr/>
        </p:nvSpPr>
        <p:spPr>
          <a:xfrm>
            <a:off x="7995724" y="3184448"/>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52" name="TextBox 51">
            <a:extLst>
              <a:ext uri="{FF2B5EF4-FFF2-40B4-BE49-F238E27FC236}">
                <a16:creationId xmlns:a16="http://schemas.microsoft.com/office/drawing/2014/main" id="{2BA4EDA5-F40A-3900-CDEE-A73580E95B20}"/>
              </a:ext>
            </a:extLst>
          </p:cNvPr>
          <p:cNvSpPr txBox="1"/>
          <p:nvPr/>
        </p:nvSpPr>
        <p:spPr>
          <a:xfrm>
            <a:off x="3933181" y="2455577"/>
            <a:ext cx="353807" cy="400110"/>
          </a:xfrm>
          <a:prstGeom prst="rect">
            <a:avLst/>
          </a:prstGeom>
          <a:noFill/>
        </p:spPr>
        <p:txBody>
          <a:bodyPr wrap="square" rtlCol="0">
            <a:spAutoFit/>
          </a:bodyPr>
          <a:lstStyle/>
          <a:p>
            <a:pPr algn="ctr"/>
            <a:r>
              <a:rPr lang="en-US" sz="2000" dirty="0">
                <a:solidFill>
                  <a:schemeClr val="bg2"/>
                </a:solidFill>
                <a:latin typeface="Poppins" panose="00000500000000000000" pitchFamily="2" charset="0"/>
                <a:cs typeface="Poppins" panose="00000500000000000000" pitchFamily="2" charset="0"/>
              </a:rPr>
              <a:t>0</a:t>
            </a:r>
          </a:p>
        </p:txBody>
      </p:sp>
      <p:sp>
        <p:nvSpPr>
          <p:cNvPr id="53" name="TextBox 52">
            <a:extLst>
              <a:ext uri="{FF2B5EF4-FFF2-40B4-BE49-F238E27FC236}">
                <a16:creationId xmlns:a16="http://schemas.microsoft.com/office/drawing/2014/main" id="{B280D882-7485-3B55-59B9-8B4376EB5AC9}"/>
              </a:ext>
            </a:extLst>
          </p:cNvPr>
          <p:cNvSpPr txBox="1"/>
          <p:nvPr/>
        </p:nvSpPr>
        <p:spPr>
          <a:xfrm>
            <a:off x="5230374" y="1266204"/>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4" name="TextBox 53">
            <a:extLst>
              <a:ext uri="{FF2B5EF4-FFF2-40B4-BE49-F238E27FC236}">
                <a16:creationId xmlns:a16="http://schemas.microsoft.com/office/drawing/2014/main" id="{694ADE66-A37F-79F8-DB90-8E282958E639}"/>
              </a:ext>
            </a:extLst>
          </p:cNvPr>
          <p:cNvSpPr txBox="1"/>
          <p:nvPr/>
        </p:nvSpPr>
        <p:spPr>
          <a:xfrm flipV="1">
            <a:off x="5230374" y="3663910"/>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5" name="TextBox 54">
            <a:extLst>
              <a:ext uri="{FF2B5EF4-FFF2-40B4-BE49-F238E27FC236}">
                <a16:creationId xmlns:a16="http://schemas.microsoft.com/office/drawing/2014/main" id="{FA3F0614-2217-CA38-526B-C05FDBF8D8C3}"/>
              </a:ext>
            </a:extLst>
          </p:cNvPr>
          <p:cNvSpPr txBox="1"/>
          <p:nvPr/>
        </p:nvSpPr>
        <p:spPr>
          <a:xfrm flipV="1">
            <a:off x="7276195" y="3663910"/>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6" name="TextBox 55">
            <a:extLst>
              <a:ext uri="{FF2B5EF4-FFF2-40B4-BE49-F238E27FC236}">
                <a16:creationId xmlns:a16="http://schemas.microsoft.com/office/drawing/2014/main" id="{B6C1D1E6-1A97-F457-4BC8-AAB6070410FC}"/>
              </a:ext>
            </a:extLst>
          </p:cNvPr>
          <p:cNvSpPr txBox="1"/>
          <p:nvPr/>
        </p:nvSpPr>
        <p:spPr>
          <a:xfrm>
            <a:off x="7355377" y="1273812"/>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7" name="TextBox 56">
            <a:extLst>
              <a:ext uri="{FF2B5EF4-FFF2-40B4-BE49-F238E27FC236}">
                <a16:creationId xmlns:a16="http://schemas.microsoft.com/office/drawing/2014/main" id="{A2A10B3C-DE87-35FE-2CA2-C413649850CC}"/>
              </a:ext>
            </a:extLst>
          </p:cNvPr>
          <p:cNvSpPr txBox="1"/>
          <p:nvPr/>
        </p:nvSpPr>
        <p:spPr>
          <a:xfrm>
            <a:off x="8813694" y="2430347"/>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28478703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66BA0DAD-52E6-E5F9-5248-0E5660089CBA}"/>
            </a:ext>
          </a:extLst>
        </p:cNvPr>
        <p:cNvGrpSpPr/>
        <p:nvPr/>
      </p:nvGrpSpPr>
      <p:grpSpPr>
        <a:xfrm>
          <a:off x="0" y="0"/>
          <a:ext cx="0" cy="0"/>
          <a:chOff x="0" y="0"/>
          <a:chExt cx="0" cy="0"/>
        </a:xfrm>
      </p:grpSpPr>
      <p:sp>
        <p:nvSpPr>
          <p:cNvPr id="16" name="Google Shape;1842;p46">
            <a:extLst>
              <a:ext uri="{FF2B5EF4-FFF2-40B4-BE49-F238E27FC236}">
                <a16:creationId xmlns:a16="http://schemas.microsoft.com/office/drawing/2014/main" id="{58C6665E-1FE0-A788-2B7A-40B888EF2777}"/>
              </a:ext>
            </a:extLst>
          </p:cNvPr>
          <p:cNvSpPr txBox="1">
            <a:spLocks noGrp="1"/>
          </p:cNvSpPr>
          <p:nvPr>
            <p:ph type="title"/>
          </p:nvPr>
        </p:nvSpPr>
        <p:spPr>
          <a:xfrm>
            <a:off x="370564" y="-333061"/>
            <a:ext cx="4971524"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Example</a:t>
            </a:r>
          </a:p>
        </p:txBody>
      </p:sp>
      <p:sp>
        <p:nvSpPr>
          <p:cNvPr id="3" name="AutoShape 4">
            <a:extLst>
              <a:ext uri="{FF2B5EF4-FFF2-40B4-BE49-F238E27FC236}">
                <a16:creationId xmlns:a16="http://schemas.microsoft.com/office/drawing/2014/main" id="{F629E6DE-7EB0-7D15-2163-D14D1543C75D}"/>
              </a:ext>
            </a:extLst>
          </p:cNvPr>
          <p:cNvSpPr>
            <a:spLocks noChangeAspect="1" noChangeArrowheads="1"/>
          </p:cNvSpPr>
          <p:nvPr/>
        </p:nvSpPr>
        <p:spPr bwMode="auto">
          <a:xfrm>
            <a:off x="-66675" y="277812"/>
            <a:ext cx="8924925" cy="4581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 name="Oval 3">
            <a:extLst>
              <a:ext uri="{FF2B5EF4-FFF2-40B4-BE49-F238E27FC236}">
                <a16:creationId xmlns:a16="http://schemas.microsoft.com/office/drawing/2014/main" id="{7B56F704-AF66-3055-B7C8-DD032C0925A1}"/>
              </a:ext>
            </a:extLst>
          </p:cNvPr>
          <p:cNvSpPr/>
          <p:nvPr/>
        </p:nvSpPr>
        <p:spPr>
          <a:xfrm>
            <a:off x="431157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5" name="Oval 4">
            <a:extLst>
              <a:ext uri="{FF2B5EF4-FFF2-40B4-BE49-F238E27FC236}">
                <a16:creationId xmlns:a16="http://schemas.microsoft.com/office/drawing/2014/main" id="{B6BB4CFE-1B61-602A-004E-E8F416E1A490}"/>
              </a:ext>
            </a:extLst>
          </p:cNvPr>
          <p:cNvSpPr/>
          <p:nvPr/>
        </p:nvSpPr>
        <p:spPr>
          <a:xfrm>
            <a:off x="5243203"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9" name="Oval 8">
            <a:extLst>
              <a:ext uri="{FF2B5EF4-FFF2-40B4-BE49-F238E27FC236}">
                <a16:creationId xmlns:a16="http://schemas.microsoft.com/office/drawing/2014/main" id="{B6D1A603-3E52-21E6-6EE6-FEBC8372D341}"/>
              </a:ext>
            </a:extLst>
          </p:cNvPr>
          <p:cNvSpPr/>
          <p:nvPr/>
        </p:nvSpPr>
        <p:spPr>
          <a:xfrm>
            <a:off x="7312431"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0" name="Oval 9">
            <a:extLst>
              <a:ext uri="{FF2B5EF4-FFF2-40B4-BE49-F238E27FC236}">
                <a16:creationId xmlns:a16="http://schemas.microsoft.com/office/drawing/2014/main" id="{2DA4B901-C33F-00DA-2A41-D32EB31A368C}"/>
              </a:ext>
            </a:extLst>
          </p:cNvPr>
          <p:cNvSpPr/>
          <p:nvPr/>
        </p:nvSpPr>
        <p:spPr>
          <a:xfrm>
            <a:off x="5243203"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1" name="Oval 10">
            <a:extLst>
              <a:ext uri="{FF2B5EF4-FFF2-40B4-BE49-F238E27FC236}">
                <a16:creationId xmlns:a16="http://schemas.microsoft.com/office/drawing/2014/main" id="{C9358D43-0865-28A3-FAD8-7769D805B5D0}"/>
              </a:ext>
            </a:extLst>
          </p:cNvPr>
          <p:cNvSpPr/>
          <p:nvPr/>
        </p:nvSpPr>
        <p:spPr>
          <a:xfrm>
            <a:off x="7312431"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2" name="Oval 11">
            <a:extLst>
              <a:ext uri="{FF2B5EF4-FFF2-40B4-BE49-F238E27FC236}">
                <a16:creationId xmlns:a16="http://schemas.microsoft.com/office/drawing/2014/main" id="{393FB987-92FF-A851-75C5-6C384FA2D72B}"/>
              </a:ext>
            </a:extLst>
          </p:cNvPr>
          <p:cNvSpPr/>
          <p:nvPr/>
        </p:nvSpPr>
        <p:spPr>
          <a:xfrm>
            <a:off x="836540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cxnSp>
        <p:nvCxnSpPr>
          <p:cNvPr id="13" name="Straight Arrow Connector 12">
            <a:extLst>
              <a:ext uri="{FF2B5EF4-FFF2-40B4-BE49-F238E27FC236}">
                <a16:creationId xmlns:a16="http://schemas.microsoft.com/office/drawing/2014/main" id="{330A0172-3C80-7A42-D5DD-BCA274EC34D8}"/>
              </a:ext>
            </a:extLst>
          </p:cNvPr>
          <p:cNvCxnSpPr>
            <a:cxnSpLocks/>
            <a:stCxn id="4" idx="0"/>
          </p:cNvCxnSpPr>
          <p:nvPr/>
        </p:nvCxnSpPr>
        <p:spPr>
          <a:xfrm flipV="1">
            <a:off x="4513066" y="1855470"/>
            <a:ext cx="722875" cy="6193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7CF014C7-F9E0-A347-2731-44E43A8BF8BB}"/>
              </a:ext>
            </a:extLst>
          </p:cNvPr>
          <p:cNvCxnSpPr>
            <a:cxnSpLocks/>
            <a:stCxn id="4" idx="4"/>
            <a:endCxn id="10" idx="2"/>
          </p:cNvCxnSpPr>
          <p:nvPr/>
        </p:nvCxnSpPr>
        <p:spPr>
          <a:xfrm>
            <a:off x="4513066" y="2847500"/>
            <a:ext cx="730137" cy="7373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45E69D2A-103B-B9C0-C463-5F0E6B0ADE31}"/>
              </a:ext>
            </a:extLst>
          </p:cNvPr>
          <p:cNvCxnSpPr>
            <a:cxnSpLocks/>
            <a:stCxn id="5" idx="6"/>
            <a:endCxn id="9" idx="2"/>
          </p:cNvCxnSpPr>
          <p:nvPr/>
        </p:nvCxnSpPr>
        <p:spPr>
          <a:xfrm>
            <a:off x="5646184" y="1771959"/>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783A9102-A066-05B6-252F-D0F35770B3CF}"/>
              </a:ext>
            </a:extLst>
          </p:cNvPr>
          <p:cNvCxnSpPr>
            <a:cxnSpLocks/>
          </p:cNvCxnSpPr>
          <p:nvPr/>
        </p:nvCxnSpPr>
        <p:spPr>
          <a:xfrm>
            <a:off x="5646183" y="3587628"/>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B1A7395-202F-C886-E72A-BBE5FF701680}"/>
              </a:ext>
            </a:extLst>
          </p:cNvPr>
          <p:cNvCxnSpPr>
            <a:cxnSpLocks/>
            <a:stCxn id="5" idx="5"/>
            <a:endCxn id="11" idx="1"/>
          </p:cNvCxnSpPr>
          <p:nvPr/>
        </p:nvCxnSpPr>
        <p:spPr>
          <a:xfrm>
            <a:off x="5587169" y="1903707"/>
            <a:ext cx="1784277" cy="1549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C5DA0FD-BAF9-5EFB-0B88-0665CF2B8F3C}"/>
              </a:ext>
            </a:extLst>
          </p:cNvPr>
          <p:cNvCxnSpPr>
            <a:cxnSpLocks/>
            <a:stCxn id="9" idx="6"/>
            <a:endCxn id="12" idx="0"/>
          </p:cNvCxnSpPr>
          <p:nvPr/>
        </p:nvCxnSpPr>
        <p:spPr>
          <a:xfrm>
            <a:off x="7715412" y="1771959"/>
            <a:ext cx="851484" cy="702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56CC63CE-318F-29D5-6C21-41659CD8480F}"/>
              </a:ext>
            </a:extLst>
          </p:cNvPr>
          <p:cNvCxnSpPr>
            <a:cxnSpLocks/>
            <a:endCxn id="12" idx="4"/>
          </p:cNvCxnSpPr>
          <p:nvPr/>
        </p:nvCxnSpPr>
        <p:spPr>
          <a:xfrm flipV="1">
            <a:off x="7715412" y="2847500"/>
            <a:ext cx="851484" cy="7414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9FAB9080-6EF7-314F-74F8-BD7F2848C21B}"/>
              </a:ext>
            </a:extLst>
          </p:cNvPr>
          <p:cNvCxnSpPr>
            <a:cxnSpLocks/>
            <a:endCxn id="11" idx="0"/>
          </p:cNvCxnSpPr>
          <p:nvPr/>
        </p:nvCxnSpPr>
        <p:spPr>
          <a:xfrm flipH="1">
            <a:off x="7513922" y="1958279"/>
            <a:ext cx="18359"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C415066D-6801-A2B8-1112-18D49B8DAD6E}"/>
              </a:ext>
            </a:extLst>
          </p:cNvPr>
          <p:cNvCxnSpPr>
            <a:cxnSpLocks/>
            <a:endCxn id="10" idx="0"/>
          </p:cNvCxnSpPr>
          <p:nvPr/>
        </p:nvCxnSpPr>
        <p:spPr>
          <a:xfrm>
            <a:off x="5435513" y="1958279"/>
            <a:ext cx="9181"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254D2F78-89F2-4E62-E9F3-5DCB413F52B3}"/>
              </a:ext>
            </a:extLst>
          </p:cNvPr>
          <p:cNvSpPr txBox="1"/>
          <p:nvPr/>
        </p:nvSpPr>
        <p:spPr>
          <a:xfrm>
            <a:off x="6157058" y="1461411"/>
            <a:ext cx="563880" cy="369332"/>
          </a:xfrm>
          <a:prstGeom prst="rect">
            <a:avLst/>
          </a:prstGeom>
          <a:noFill/>
        </p:spPr>
        <p:txBody>
          <a:bodyPr wrap="square" rtlCol="0">
            <a:spAutoFit/>
          </a:bodyPr>
          <a:lstStyle/>
          <a:p>
            <a:pPr algn="ctr"/>
            <a:r>
              <a:rPr lang="en-US" sz="1800" dirty="0">
                <a:solidFill>
                  <a:schemeClr val="tx2"/>
                </a:solidFill>
              </a:rPr>
              <a:t>4</a:t>
            </a:r>
          </a:p>
        </p:txBody>
      </p:sp>
      <p:sp>
        <p:nvSpPr>
          <p:cNvPr id="43" name="TextBox 42">
            <a:extLst>
              <a:ext uri="{FF2B5EF4-FFF2-40B4-BE49-F238E27FC236}">
                <a16:creationId xmlns:a16="http://schemas.microsoft.com/office/drawing/2014/main" id="{99E0A217-7C4C-4ECC-1F41-1AF702856534}"/>
              </a:ext>
            </a:extLst>
          </p:cNvPr>
          <p:cNvSpPr txBox="1"/>
          <p:nvPr/>
        </p:nvSpPr>
        <p:spPr>
          <a:xfrm>
            <a:off x="6157058" y="3572486"/>
            <a:ext cx="563880" cy="369332"/>
          </a:xfrm>
          <a:prstGeom prst="rect">
            <a:avLst/>
          </a:prstGeom>
          <a:noFill/>
        </p:spPr>
        <p:txBody>
          <a:bodyPr wrap="square" rtlCol="0">
            <a:spAutoFit/>
          </a:bodyPr>
          <a:lstStyle/>
          <a:p>
            <a:pPr algn="ctr"/>
            <a:r>
              <a:rPr lang="en-US" sz="1800" dirty="0">
                <a:solidFill>
                  <a:schemeClr val="tx2"/>
                </a:solidFill>
              </a:rPr>
              <a:t>7</a:t>
            </a:r>
          </a:p>
        </p:txBody>
      </p:sp>
      <p:sp>
        <p:nvSpPr>
          <p:cNvPr id="44" name="TextBox 43">
            <a:extLst>
              <a:ext uri="{FF2B5EF4-FFF2-40B4-BE49-F238E27FC236}">
                <a16:creationId xmlns:a16="http://schemas.microsoft.com/office/drawing/2014/main" id="{8A7A866F-792B-944D-ABF9-236F9198C83D}"/>
              </a:ext>
            </a:extLst>
          </p:cNvPr>
          <p:cNvSpPr txBox="1"/>
          <p:nvPr/>
        </p:nvSpPr>
        <p:spPr>
          <a:xfrm>
            <a:off x="4227495" y="1863415"/>
            <a:ext cx="563880" cy="369332"/>
          </a:xfrm>
          <a:prstGeom prst="rect">
            <a:avLst/>
          </a:prstGeom>
          <a:noFill/>
        </p:spPr>
        <p:txBody>
          <a:bodyPr wrap="square" rtlCol="0">
            <a:spAutoFit/>
          </a:bodyPr>
          <a:lstStyle/>
          <a:p>
            <a:pPr algn="ctr"/>
            <a:r>
              <a:rPr lang="en-US" sz="1800" dirty="0">
                <a:solidFill>
                  <a:schemeClr val="tx2"/>
                </a:solidFill>
              </a:rPr>
              <a:t>5</a:t>
            </a:r>
          </a:p>
        </p:txBody>
      </p:sp>
      <p:sp>
        <p:nvSpPr>
          <p:cNvPr id="45" name="TextBox 44">
            <a:extLst>
              <a:ext uri="{FF2B5EF4-FFF2-40B4-BE49-F238E27FC236}">
                <a16:creationId xmlns:a16="http://schemas.microsoft.com/office/drawing/2014/main" id="{94CB5ED6-2523-214B-14DD-E89460433766}"/>
              </a:ext>
            </a:extLst>
          </p:cNvPr>
          <p:cNvSpPr txBox="1"/>
          <p:nvPr/>
        </p:nvSpPr>
        <p:spPr>
          <a:xfrm>
            <a:off x="4242331" y="3141122"/>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6" name="TextBox 45">
            <a:extLst>
              <a:ext uri="{FF2B5EF4-FFF2-40B4-BE49-F238E27FC236}">
                <a16:creationId xmlns:a16="http://schemas.microsoft.com/office/drawing/2014/main" id="{3F626296-6B95-36B6-E1D1-2E618C383939}"/>
              </a:ext>
            </a:extLst>
          </p:cNvPr>
          <p:cNvSpPr txBox="1"/>
          <p:nvPr/>
        </p:nvSpPr>
        <p:spPr>
          <a:xfrm>
            <a:off x="5020301" y="2483975"/>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47" name="TextBox 46">
            <a:extLst>
              <a:ext uri="{FF2B5EF4-FFF2-40B4-BE49-F238E27FC236}">
                <a16:creationId xmlns:a16="http://schemas.microsoft.com/office/drawing/2014/main" id="{301864EC-7E0D-9EB5-D659-E1C795B07864}"/>
              </a:ext>
            </a:extLst>
          </p:cNvPr>
          <p:cNvSpPr txBox="1"/>
          <p:nvPr/>
        </p:nvSpPr>
        <p:spPr>
          <a:xfrm>
            <a:off x="6398858" y="2508039"/>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8" name="TextBox 47">
            <a:extLst>
              <a:ext uri="{FF2B5EF4-FFF2-40B4-BE49-F238E27FC236}">
                <a16:creationId xmlns:a16="http://schemas.microsoft.com/office/drawing/2014/main" id="{CF8463C3-1087-699F-3C80-EAC3189E35C3}"/>
              </a:ext>
            </a:extLst>
          </p:cNvPr>
          <p:cNvSpPr txBox="1"/>
          <p:nvPr/>
        </p:nvSpPr>
        <p:spPr>
          <a:xfrm>
            <a:off x="7353616" y="2487412"/>
            <a:ext cx="563880" cy="369332"/>
          </a:xfrm>
          <a:prstGeom prst="rect">
            <a:avLst/>
          </a:prstGeom>
          <a:noFill/>
        </p:spPr>
        <p:txBody>
          <a:bodyPr wrap="square" rtlCol="0">
            <a:spAutoFit/>
          </a:bodyPr>
          <a:lstStyle/>
          <a:p>
            <a:pPr algn="ctr"/>
            <a:r>
              <a:rPr lang="en-US" sz="1800" dirty="0">
                <a:solidFill>
                  <a:schemeClr val="tx2"/>
                </a:solidFill>
              </a:rPr>
              <a:t>6</a:t>
            </a:r>
          </a:p>
        </p:txBody>
      </p:sp>
      <p:sp>
        <p:nvSpPr>
          <p:cNvPr id="49" name="TextBox 48">
            <a:extLst>
              <a:ext uri="{FF2B5EF4-FFF2-40B4-BE49-F238E27FC236}">
                <a16:creationId xmlns:a16="http://schemas.microsoft.com/office/drawing/2014/main" id="{612CB327-2674-98EC-1AE6-5F6FD01BD91A}"/>
              </a:ext>
            </a:extLst>
          </p:cNvPr>
          <p:cNvSpPr txBox="1"/>
          <p:nvPr/>
        </p:nvSpPr>
        <p:spPr>
          <a:xfrm>
            <a:off x="8003015" y="1863415"/>
            <a:ext cx="563880" cy="369332"/>
          </a:xfrm>
          <a:prstGeom prst="rect">
            <a:avLst/>
          </a:prstGeom>
          <a:noFill/>
        </p:spPr>
        <p:txBody>
          <a:bodyPr wrap="square" rtlCol="0">
            <a:spAutoFit/>
          </a:bodyPr>
          <a:lstStyle/>
          <a:p>
            <a:pPr algn="ctr"/>
            <a:r>
              <a:rPr lang="en-US" sz="1800" dirty="0">
                <a:solidFill>
                  <a:schemeClr val="tx2"/>
                </a:solidFill>
              </a:rPr>
              <a:t>3</a:t>
            </a:r>
          </a:p>
        </p:txBody>
      </p:sp>
      <p:sp>
        <p:nvSpPr>
          <p:cNvPr id="50" name="TextBox 49">
            <a:extLst>
              <a:ext uri="{FF2B5EF4-FFF2-40B4-BE49-F238E27FC236}">
                <a16:creationId xmlns:a16="http://schemas.microsoft.com/office/drawing/2014/main" id="{C36F6998-439F-E595-BD53-1B7C6A2B4DF9}"/>
              </a:ext>
            </a:extLst>
          </p:cNvPr>
          <p:cNvSpPr txBox="1"/>
          <p:nvPr/>
        </p:nvSpPr>
        <p:spPr>
          <a:xfrm>
            <a:off x="7995724" y="3184448"/>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52" name="TextBox 51">
            <a:extLst>
              <a:ext uri="{FF2B5EF4-FFF2-40B4-BE49-F238E27FC236}">
                <a16:creationId xmlns:a16="http://schemas.microsoft.com/office/drawing/2014/main" id="{BC97CD23-A1F1-71DB-CC76-6CD74D0BDEB8}"/>
              </a:ext>
            </a:extLst>
          </p:cNvPr>
          <p:cNvSpPr txBox="1"/>
          <p:nvPr/>
        </p:nvSpPr>
        <p:spPr>
          <a:xfrm>
            <a:off x="3933181" y="2455577"/>
            <a:ext cx="353807" cy="400110"/>
          </a:xfrm>
          <a:prstGeom prst="rect">
            <a:avLst/>
          </a:prstGeom>
          <a:noFill/>
        </p:spPr>
        <p:txBody>
          <a:bodyPr wrap="square" rtlCol="0">
            <a:spAutoFit/>
          </a:bodyPr>
          <a:lstStyle/>
          <a:p>
            <a:pPr algn="ctr"/>
            <a:r>
              <a:rPr lang="en-US" sz="2000" dirty="0">
                <a:solidFill>
                  <a:schemeClr val="bg2"/>
                </a:solidFill>
                <a:latin typeface="Poppins" panose="00000500000000000000" pitchFamily="2" charset="0"/>
                <a:cs typeface="Poppins" panose="00000500000000000000" pitchFamily="2" charset="0"/>
              </a:rPr>
              <a:t>0</a:t>
            </a:r>
          </a:p>
        </p:txBody>
      </p:sp>
      <p:sp>
        <p:nvSpPr>
          <p:cNvPr id="53" name="TextBox 52">
            <a:extLst>
              <a:ext uri="{FF2B5EF4-FFF2-40B4-BE49-F238E27FC236}">
                <a16:creationId xmlns:a16="http://schemas.microsoft.com/office/drawing/2014/main" id="{AC927B71-CF9A-15DA-3D36-25D158A937BC}"/>
              </a:ext>
            </a:extLst>
          </p:cNvPr>
          <p:cNvSpPr txBox="1"/>
          <p:nvPr/>
        </p:nvSpPr>
        <p:spPr>
          <a:xfrm>
            <a:off x="5230374" y="1266204"/>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4" name="TextBox 53">
            <a:extLst>
              <a:ext uri="{FF2B5EF4-FFF2-40B4-BE49-F238E27FC236}">
                <a16:creationId xmlns:a16="http://schemas.microsoft.com/office/drawing/2014/main" id="{EC104B88-DB0E-D028-1A44-08839D3EF043}"/>
              </a:ext>
            </a:extLst>
          </p:cNvPr>
          <p:cNvSpPr txBox="1"/>
          <p:nvPr/>
        </p:nvSpPr>
        <p:spPr>
          <a:xfrm flipV="1">
            <a:off x="5230374" y="3663910"/>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5" name="TextBox 54">
            <a:extLst>
              <a:ext uri="{FF2B5EF4-FFF2-40B4-BE49-F238E27FC236}">
                <a16:creationId xmlns:a16="http://schemas.microsoft.com/office/drawing/2014/main" id="{3DEAEBEB-691A-13EC-5434-EBA7D16F1056}"/>
              </a:ext>
            </a:extLst>
          </p:cNvPr>
          <p:cNvSpPr txBox="1"/>
          <p:nvPr/>
        </p:nvSpPr>
        <p:spPr>
          <a:xfrm flipV="1">
            <a:off x="7276195" y="3663910"/>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6" name="TextBox 55">
            <a:extLst>
              <a:ext uri="{FF2B5EF4-FFF2-40B4-BE49-F238E27FC236}">
                <a16:creationId xmlns:a16="http://schemas.microsoft.com/office/drawing/2014/main" id="{802A7555-AF04-B3B0-C522-FDD6CC56394F}"/>
              </a:ext>
            </a:extLst>
          </p:cNvPr>
          <p:cNvSpPr txBox="1"/>
          <p:nvPr/>
        </p:nvSpPr>
        <p:spPr>
          <a:xfrm>
            <a:off x="7355377" y="1273812"/>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7" name="TextBox 56">
            <a:extLst>
              <a:ext uri="{FF2B5EF4-FFF2-40B4-BE49-F238E27FC236}">
                <a16:creationId xmlns:a16="http://schemas.microsoft.com/office/drawing/2014/main" id="{05EDD796-480B-B7AD-F1BB-84CF3C06C745}"/>
              </a:ext>
            </a:extLst>
          </p:cNvPr>
          <p:cNvSpPr txBox="1"/>
          <p:nvPr/>
        </p:nvSpPr>
        <p:spPr>
          <a:xfrm>
            <a:off x="8813694" y="2430347"/>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14" name="AutoShape 3">
            <a:extLst>
              <a:ext uri="{FF2B5EF4-FFF2-40B4-BE49-F238E27FC236}">
                <a16:creationId xmlns:a16="http://schemas.microsoft.com/office/drawing/2014/main" id="{B29C175E-39EF-2EDC-E9DA-ADFBB2CD18EE}"/>
              </a:ext>
            </a:extLst>
          </p:cNvPr>
          <p:cNvSpPr>
            <a:spLocks noChangeAspect="1" noChangeArrowheads="1" noTextEdit="1"/>
          </p:cNvSpPr>
          <p:nvPr/>
        </p:nvSpPr>
        <p:spPr bwMode="auto">
          <a:xfrm>
            <a:off x="285750" y="1136650"/>
            <a:ext cx="3575050" cy="314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4170" name="Table 4169">
            <a:extLst>
              <a:ext uri="{FF2B5EF4-FFF2-40B4-BE49-F238E27FC236}">
                <a16:creationId xmlns:a16="http://schemas.microsoft.com/office/drawing/2014/main" id="{A5B1D508-24E6-5E61-80FD-72145D7B16C9}"/>
              </a:ext>
            </a:extLst>
          </p:cNvPr>
          <p:cNvGraphicFramePr>
            <a:graphicFrameLocks noGrp="1"/>
          </p:cNvGraphicFramePr>
          <p:nvPr>
            <p:extLst>
              <p:ext uri="{D42A27DB-BD31-4B8C-83A1-F6EECF244321}">
                <p14:modId xmlns:p14="http://schemas.microsoft.com/office/powerpoint/2010/main" val="854716158"/>
              </p:ext>
            </p:extLst>
          </p:nvPr>
        </p:nvGraphicFramePr>
        <p:xfrm>
          <a:off x="330702" y="1156417"/>
          <a:ext cx="3449963" cy="3016806"/>
        </p:xfrm>
        <a:graphic>
          <a:graphicData uri="http://schemas.openxmlformats.org/drawingml/2006/table">
            <a:tbl>
              <a:tblPr firstRow="1" firstCol="1" bandRow="1">
                <a:tableStyleId>{284E427A-3D55-4303-BF80-6455036E1DE7}</a:tableStyleId>
              </a:tblPr>
              <a:tblGrid>
                <a:gridCol w="607060">
                  <a:extLst>
                    <a:ext uri="{9D8B030D-6E8A-4147-A177-3AD203B41FA5}">
                      <a16:colId xmlns:a16="http://schemas.microsoft.com/office/drawing/2014/main" val="2400426112"/>
                    </a:ext>
                  </a:extLst>
                </a:gridCol>
                <a:gridCol w="2029988">
                  <a:extLst>
                    <a:ext uri="{9D8B030D-6E8A-4147-A177-3AD203B41FA5}">
                      <a16:colId xmlns:a16="http://schemas.microsoft.com/office/drawing/2014/main" val="833233377"/>
                    </a:ext>
                  </a:extLst>
                </a:gridCol>
                <a:gridCol w="812915">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A</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dirty="0">
                          <a:solidFill>
                            <a:schemeClr val="bg2"/>
                          </a:solidFill>
                          <a:effectLst/>
                          <a:latin typeface="Poppins" panose="00000500000000000000" pitchFamily="2" charset="0"/>
                          <a:cs typeface="Poppins" panose="00000500000000000000" pitchFamily="2" charset="0"/>
                        </a:rPr>
                        <a:t>0</a:t>
                      </a:r>
                      <a:endParaRPr lang="en-US" sz="14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a:effectLst/>
                          <a:latin typeface="Poppins" panose="00000500000000000000" pitchFamily="2" charset="0"/>
                          <a:cs typeface="Poppins" panose="00000500000000000000" pitchFamily="2" charset="0"/>
                        </a:rPr>
                        <a:t>-</a:t>
                      </a:r>
                      <a:endParaRPr lang="en-US" sz="14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B</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2000" b="0" strike="noStrike" dirty="0">
                        <a:solidFill>
                          <a:schemeClr val="bg2"/>
                        </a:solidFill>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C</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2000" b="0" strike="noStrike" kern="100" dirty="0">
                        <a:solidFill>
                          <a:schemeClr val="bg2"/>
                        </a:solidFill>
                        <a:effectLst/>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D</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E</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873937652"/>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F</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extLst>
                  <a:ext uri="{0D108BD9-81ED-4DB2-BD59-A6C34878D82A}">
                    <a16:rowId xmlns:a16="http://schemas.microsoft.com/office/drawing/2014/main" val="199206941"/>
                  </a:ext>
                </a:extLst>
              </a:tr>
            </a:tbl>
          </a:graphicData>
        </a:graphic>
      </p:graphicFrame>
      <p:sp>
        <p:nvSpPr>
          <p:cNvPr id="4171" name="TextBox 4170">
            <a:extLst>
              <a:ext uri="{FF2B5EF4-FFF2-40B4-BE49-F238E27FC236}">
                <a16:creationId xmlns:a16="http://schemas.microsoft.com/office/drawing/2014/main" id="{EC608AC1-DBF2-3B9C-114E-1B3CB4FA42E3}"/>
              </a:ext>
            </a:extLst>
          </p:cNvPr>
          <p:cNvSpPr txBox="1"/>
          <p:nvPr/>
        </p:nvSpPr>
        <p:spPr>
          <a:xfrm>
            <a:off x="1605012" y="2048081"/>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5</a:t>
            </a:r>
            <a:endParaRPr lang="ja-JP" altLang="en-US" b="0" i="0" u="none" strike="noStrike" kern="100" baseline="0" dirty="0">
              <a:solidFill>
                <a:srgbClr val="0C0A9E"/>
              </a:solidFill>
              <a:latin typeface="Poppins" panose="00000500000000000000" pitchFamily="2" charset="0"/>
            </a:endParaRPr>
          </a:p>
        </p:txBody>
      </p:sp>
      <p:sp>
        <p:nvSpPr>
          <p:cNvPr id="4172" name="TextBox 4171">
            <a:extLst>
              <a:ext uri="{FF2B5EF4-FFF2-40B4-BE49-F238E27FC236}">
                <a16:creationId xmlns:a16="http://schemas.microsoft.com/office/drawing/2014/main" id="{391B28FD-DF04-FD4C-7FA4-6AE00D57363A}"/>
              </a:ext>
            </a:extLst>
          </p:cNvPr>
          <p:cNvSpPr txBox="1"/>
          <p:nvPr/>
        </p:nvSpPr>
        <p:spPr>
          <a:xfrm>
            <a:off x="1593801" y="2529062"/>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2</a:t>
            </a:r>
            <a:endParaRPr lang="ja-JP" altLang="en-US" b="0" i="0" u="none" strike="noStrike" kern="100" baseline="0" dirty="0">
              <a:solidFill>
                <a:srgbClr val="0C0A9E"/>
              </a:solidFill>
              <a:latin typeface="Poppins" panose="00000500000000000000" pitchFamily="2" charset="0"/>
            </a:endParaRPr>
          </a:p>
        </p:txBody>
      </p:sp>
      <p:sp>
        <p:nvSpPr>
          <p:cNvPr id="4176" name="TextBox 4175">
            <a:extLst>
              <a:ext uri="{FF2B5EF4-FFF2-40B4-BE49-F238E27FC236}">
                <a16:creationId xmlns:a16="http://schemas.microsoft.com/office/drawing/2014/main" id="{9CB64807-506B-6200-F9D5-539A79ED601B}"/>
              </a:ext>
            </a:extLst>
          </p:cNvPr>
          <p:cNvSpPr txBox="1"/>
          <p:nvPr/>
        </p:nvSpPr>
        <p:spPr>
          <a:xfrm rot="10800000" flipV="1">
            <a:off x="5243203" y="3786319"/>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2</a:t>
            </a:r>
          </a:p>
        </p:txBody>
      </p:sp>
      <p:sp>
        <p:nvSpPr>
          <p:cNvPr id="4177" name="TextBox 4176">
            <a:extLst>
              <a:ext uri="{FF2B5EF4-FFF2-40B4-BE49-F238E27FC236}">
                <a16:creationId xmlns:a16="http://schemas.microsoft.com/office/drawing/2014/main" id="{0A730BEB-0C67-A600-EA38-96563DF6F7D3}"/>
              </a:ext>
            </a:extLst>
          </p:cNvPr>
          <p:cNvSpPr txBox="1"/>
          <p:nvPr/>
        </p:nvSpPr>
        <p:spPr>
          <a:xfrm>
            <a:off x="3006602" y="2023426"/>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sp>
        <p:nvSpPr>
          <p:cNvPr id="4178" name="TextBox 4177">
            <a:extLst>
              <a:ext uri="{FF2B5EF4-FFF2-40B4-BE49-F238E27FC236}">
                <a16:creationId xmlns:a16="http://schemas.microsoft.com/office/drawing/2014/main" id="{F6B1CF53-8073-8547-74A8-3B7B44AB8227}"/>
              </a:ext>
            </a:extLst>
          </p:cNvPr>
          <p:cNvSpPr txBox="1"/>
          <p:nvPr/>
        </p:nvSpPr>
        <p:spPr>
          <a:xfrm>
            <a:off x="3006602" y="2508039"/>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grpSp>
        <p:nvGrpSpPr>
          <p:cNvPr id="4179" name="Google Shape;11060;p78">
            <a:extLst>
              <a:ext uri="{FF2B5EF4-FFF2-40B4-BE49-F238E27FC236}">
                <a16:creationId xmlns:a16="http://schemas.microsoft.com/office/drawing/2014/main" id="{3422A45E-F5E8-46FF-056A-A8CF0ECBE77E}"/>
              </a:ext>
            </a:extLst>
          </p:cNvPr>
          <p:cNvGrpSpPr/>
          <p:nvPr/>
        </p:nvGrpSpPr>
        <p:grpSpPr>
          <a:xfrm>
            <a:off x="0" y="1681212"/>
            <a:ext cx="285749" cy="265631"/>
            <a:chOff x="5216456" y="3725484"/>
            <a:chExt cx="356196" cy="265631"/>
          </a:xfrm>
        </p:grpSpPr>
        <p:sp>
          <p:nvSpPr>
            <p:cNvPr id="4180" name="Google Shape;11061;p78">
              <a:extLst>
                <a:ext uri="{FF2B5EF4-FFF2-40B4-BE49-F238E27FC236}">
                  <a16:creationId xmlns:a16="http://schemas.microsoft.com/office/drawing/2014/main" id="{7C688286-6ADD-DAA7-F567-AAD3A1582669}"/>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11062;p78">
              <a:extLst>
                <a:ext uri="{FF2B5EF4-FFF2-40B4-BE49-F238E27FC236}">
                  <a16:creationId xmlns:a16="http://schemas.microsoft.com/office/drawing/2014/main" id="{3FE75CB2-B439-149E-4E21-8386E63FEDF3}"/>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2" name="TextBox 4181">
            <a:extLst>
              <a:ext uri="{FF2B5EF4-FFF2-40B4-BE49-F238E27FC236}">
                <a16:creationId xmlns:a16="http://schemas.microsoft.com/office/drawing/2014/main" id="{B1370AD5-45BD-87D5-0B03-33D356409F1F}"/>
              </a:ext>
            </a:extLst>
          </p:cNvPr>
          <p:cNvSpPr txBox="1"/>
          <p:nvPr/>
        </p:nvSpPr>
        <p:spPr>
          <a:xfrm>
            <a:off x="5235402" y="1231241"/>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5</a:t>
            </a:r>
          </a:p>
        </p:txBody>
      </p:sp>
      <p:sp>
        <p:nvSpPr>
          <p:cNvPr id="4184" name="TextBox 4183">
            <a:extLst>
              <a:ext uri="{FF2B5EF4-FFF2-40B4-BE49-F238E27FC236}">
                <a16:creationId xmlns:a16="http://schemas.microsoft.com/office/drawing/2014/main" id="{0FCBACF3-1739-9DD4-279D-CE79F7DE6558}"/>
              </a:ext>
            </a:extLst>
          </p:cNvPr>
          <p:cNvSpPr txBox="1"/>
          <p:nvPr/>
        </p:nvSpPr>
        <p:spPr>
          <a:xfrm>
            <a:off x="1600329" y="2032692"/>
            <a:ext cx="707666" cy="400110"/>
          </a:xfrm>
          <a:prstGeom prst="rect">
            <a:avLst/>
          </a:prstGeom>
          <a:noFill/>
        </p:spPr>
        <p:txBody>
          <a:bodyPr wrap="square" rtlCol="0">
            <a:spAutoFit/>
          </a:bodyPr>
          <a:lstStyle/>
          <a:p>
            <a:pPr algn="ct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p:txBody>
      </p:sp>
      <p:sp>
        <p:nvSpPr>
          <p:cNvPr id="4188" name="TextBox 4187">
            <a:extLst>
              <a:ext uri="{FF2B5EF4-FFF2-40B4-BE49-F238E27FC236}">
                <a16:creationId xmlns:a16="http://schemas.microsoft.com/office/drawing/2014/main" id="{106EA03D-BEE0-9CB7-3202-6F7C748E1D22}"/>
              </a:ext>
            </a:extLst>
          </p:cNvPr>
          <p:cNvSpPr txBox="1"/>
          <p:nvPr/>
        </p:nvSpPr>
        <p:spPr>
          <a:xfrm>
            <a:off x="1600329" y="2523259"/>
            <a:ext cx="707666" cy="400110"/>
          </a:xfrm>
          <a:prstGeom prst="rect">
            <a:avLst/>
          </a:prstGeom>
          <a:noFill/>
        </p:spPr>
        <p:txBody>
          <a:bodyPr wrap="square" rtlCol="0">
            <a:spAutoFit/>
          </a:bodyPr>
          <a:lstStyle/>
          <a:p>
            <a:pPr algn="ct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p:txBody>
      </p:sp>
    </p:spTree>
    <p:extLst>
      <p:ext uri="{BB962C8B-B14F-4D97-AF65-F5344CB8AC3E}">
        <p14:creationId xmlns:p14="http://schemas.microsoft.com/office/powerpoint/2010/main" val="412312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4"/>
                                        </p:tgtEl>
                                        <p:attrNameLst>
                                          <p:attrName>style.color</p:attrName>
                                        </p:attrNameLst>
                                      </p:cBhvr>
                                      <p:by>
                                        <p:hsl h="0" s="-12549" l="-25098"/>
                                      </p:by>
                                    </p:animClr>
                                    <p:animClr clrSpc="hsl" dir="cw">
                                      <p:cBhvr>
                                        <p:cTn id="7" dur="500" fill="hold"/>
                                        <p:tgtEl>
                                          <p:spTgt spid="4"/>
                                        </p:tgtEl>
                                        <p:attrNameLst>
                                          <p:attrName>fillcolor</p:attrName>
                                        </p:attrNameLst>
                                      </p:cBhvr>
                                      <p:by>
                                        <p:hsl h="0" s="-12549" l="-25098"/>
                                      </p:by>
                                    </p:animClr>
                                    <p:animClr clrSpc="hsl" dir="cw">
                                      <p:cBhvr>
                                        <p:cTn id="8" dur="500" fill="hold"/>
                                        <p:tgtEl>
                                          <p:spTgt spid="4"/>
                                        </p:tgtEl>
                                        <p:attrNameLst>
                                          <p:attrName>stroke.color</p:attrName>
                                        </p:attrNameLst>
                                      </p:cBhvr>
                                      <p:by>
                                        <p:hsl h="0" s="-12549" l="-25098"/>
                                      </p:by>
                                    </p:animClr>
                                    <p:set>
                                      <p:cBhvr>
                                        <p:cTn id="9" dur="500" fill="hold"/>
                                        <p:tgtEl>
                                          <p:spTgt spid="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182"/>
                                        </p:tgtEl>
                                        <p:attrNameLst>
                                          <p:attrName>style.visibility</p:attrName>
                                        </p:attrNameLst>
                                      </p:cBhvr>
                                      <p:to>
                                        <p:strVal val="visible"/>
                                      </p:to>
                                    </p:set>
                                    <p:animEffect transition="in" filter="fade">
                                      <p:cBhvr>
                                        <p:cTn id="14" dur="500"/>
                                        <p:tgtEl>
                                          <p:spTgt spid="4182"/>
                                        </p:tgtEl>
                                      </p:cBhvr>
                                    </p:animEffect>
                                  </p:childTnLst>
                                </p:cTn>
                              </p:par>
                              <p:par>
                                <p:cTn id="15" presetID="1" presetClass="exit"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4176"/>
                                        </p:tgtEl>
                                        <p:attrNameLst>
                                          <p:attrName>style.visibility</p:attrName>
                                        </p:attrNameLst>
                                      </p:cBhvr>
                                      <p:to>
                                        <p:strVal val="visible"/>
                                      </p:to>
                                    </p:set>
                                    <p:animEffect transition="in" filter="fade">
                                      <p:cBhvr>
                                        <p:cTn id="23" dur="500"/>
                                        <p:tgtEl>
                                          <p:spTgt spid="417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4184"/>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4171"/>
                                        </p:tgtEl>
                                        <p:attrNameLst>
                                          <p:attrName>style.visibility</p:attrName>
                                        </p:attrNameLst>
                                      </p:cBhvr>
                                      <p:to>
                                        <p:strVal val="visible"/>
                                      </p:to>
                                    </p:set>
                                    <p:animEffect transition="in" filter="fade">
                                      <p:cBhvr>
                                        <p:cTn id="30" dur="500"/>
                                        <p:tgtEl>
                                          <p:spTgt spid="417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177"/>
                                        </p:tgtEl>
                                        <p:attrNameLst>
                                          <p:attrName>style.visibility</p:attrName>
                                        </p:attrNameLst>
                                      </p:cBhvr>
                                      <p:to>
                                        <p:strVal val="visible"/>
                                      </p:to>
                                    </p:set>
                                    <p:animEffect transition="in" filter="fade">
                                      <p:cBhvr>
                                        <p:cTn id="35" dur="500"/>
                                        <p:tgtEl>
                                          <p:spTgt spid="417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4188"/>
                                        </p:tgtEl>
                                        <p:attrNameLst>
                                          <p:attrName>style.visibility</p:attrName>
                                        </p:attrNameLst>
                                      </p:cBhvr>
                                      <p:to>
                                        <p:strVal val="hidden"/>
                                      </p:to>
                                    </p:set>
                                  </p:childTnLst>
                                </p:cTn>
                              </p:par>
                              <p:par>
                                <p:cTn id="40" presetID="10" presetClass="entr" presetSubtype="0" fill="hold" grpId="0" nodeType="withEffect">
                                  <p:stCondLst>
                                    <p:cond delay="0"/>
                                  </p:stCondLst>
                                  <p:childTnLst>
                                    <p:set>
                                      <p:cBhvr>
                                        <p:cTn id="41" dur="1" fill="hold">
                                          <p:stCondLst>
                                            <p:cond delay="0"/>
                                          </p:stCondLst>
                                        </p:cTn>
                                        <p:tgtEl>
                                          <p:spTgt spid="4172"/>
                                        </p:tgtEl>
                                        <p:attrNameLst>
                                          <p:attrName>style.visibility</p:attrName>
                                        </p:attrNameLst>
                                      </p:cBhvr>
                                      <p:to>
                                        <p:strVal val="visible"/>
                                      </p:to>
                                    </p:set>
                                    <p:animEffect transition="in" filter="fade">
                                      <p:cBhvr>
                                        <p:cTn id="42" dur="500"/>
                                        <p:tgtEl>
                                          <p:spTgt spid="417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178"/>
                                        </p:tgtEl>
                                        <p:attrNameLst>
                                          <p:attrName>style.visibility</p:attrName>
                                        </p:attrNameLst>
                                      </p:cBhvr>
                                      <p:to>
                                        <p:strVal val="visible"/>
                                      </p:to>
                                    </p:set>
                                    <p:animEffect transition="in" filter="fade">
                                      <p:cBhvr>
                                        <p:cTn id="47" dur="500"/>
                                        <p:tgtEl>
                                          <p:spTgt spid="417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179"/>
                                        </p:tgtEl>
                                        <p:attrNameLst>
                                          <p:attrName>style.visibility</p:attrName>
                                        </p:attrNameLst>
                                      </p:cBhvr>
                                      <p:to>
                                        <p:strVal val="visible"/>
                                      </p:to>
                                    </p:set>
                                    <p:anim calcmode="lin" valueType="num">
                                      <p:cBhvr additive="base">
                                        <p:cTn id="52" dur="500" fill="hold"/>
                                        <p:tgtEl>
                                          <p:spTgt spid="4179"/>
                                        </p:tgtEl>
                                        <p:attrNameLst>
                                          <p:attrName>ppt_x</p:attrName>
                                        </p:attrNameLst>
                                      </p:cBhvr>
                                      <p:tavLst>
                                        <p:tav tm="0">
                                          <p:val>
                                            <p:strVal val="#ppt_x"/>
                                          </p:val>
                                        </p:tav>
                                        <p:tav tm="100000">
                                          <p:val>
                                            <p:strVal val="#ppt_x"/>
                                          </p:val>
                                        </p:tav>
                                      </p:tavLst>
                                    </p:anim>
                                    <p:anim calcmode="lin" valueType="num">
                                      <p:cBhvr additive="base">
                                        <p:cTn id="53" dur="500" fill="hold"/>
                                        <p:tgtEl>
                                          <p:spTgt spid="41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3" grpId="0"/>
      <p:bldP spid="54" grpId="0"/>
      <p:bldP spid="4171" grpId="0"/>
      <p:bldP spid="4172" grpId="0"/>
      <p:bldP spid="4176" grpId="0"/>
      <p:bldP spid="4177" grpId="0"/>
      <p:bldP spid="4178" grpId="0"/>
      <p:bldP spid="4182" grpId="0"/>
      <p:bldP spid="4184" grpId="0"/>
      <p:bldP spid="418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A1D7F32B-675C-8ACE-829B-ECDA6C2E8776}"/>
            </a:ext>
          </a:extLst>
        </p:cNvPr>
        <p:cNvGrpSpPr/>
        <p:nvPr/>
      </p:nvGrpSpPr>
      <p:grpSpPr>
        <a:xfrm>
          <a:off x="0" y="0"/>
          <a:ext cx="0" cy="0"/>
          <a:chOff x="0" y="0"/>
          <a:chExt cx="0" cy="0"/>
        </a:xfrm>
      </p:grpSpPr>
      <p:sp>
        <p:nvSpPr>
          <p:cNvPr id="16" name="Google Shape;1842;p46">
            <a:extLst>
              <a:ext uri="{FF2B5EF4-FFF2-40B4-BE49-F238E27FC236}">
                <a16:creationId xmlns:a16="http://schemas.microsoft.com/office/drawing/2014/main" id="{F2B74B8D-C350-368D-E169-F18B9FCC44B9}"/>
              </a:ext>
            </a:extLst>
          </p:cNvPr>
          <p:cNvSpPr txBox="1">
            <a:spLocks noGrp="1"/>
          </p:cNvSpPr>
          <p:nvPr>
            <p:ph type="title"/>
          </p:nvPr>
        </p:nvSpPr>
        <p:spPr>
          <a:xfrm>
            <a:off x="370564" y="-333061"/>
            <a:ext cx="4971524"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Example</a:t>
            </a:r>
          </a:p>
        </p:txBody>
      </p:sp>
      <p:sp>
        <p:nvSpPr>
          <p:cNvPr id="3" name="AutoShape 4">
            <a:extLst>
              <a:ext uri="{FF2B5EF4-FFF2-40B4-BE49-F238E27FC236}">
                <a16:creationId xmlns:a16="http://schemas.microsoft.com/office/drawing/2014/main" id="{5EFAF6F4-2898-E4A6-F871-C2C68A38EF85}"/>
              </a:ext>
            </a:extLst>
          </p:cNvPr>
          <p:cNvSpPr>
            <a:spLocks noChangeAspect="1" noChangeArrowheads="1"/>
          </p:cNvSpPr>
          <p:nvPr/>
        </p:nvSpPr>
        <p:spPr bwMode="auto">
          <a:xfrm>
            <a:off x="-66675" y="277812"/>
            <a:ext cx="8924925" cy="4581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 name="Oval 3">
            <a:extLst>
              <a:ext uri="{FF2B5EF4-FFF2-40B4-BE49-F238E27FC236}">
                <a16:creationId xmlns:a16="http://schemas.microsoft.com/office/drawing/2014/main" id="{6D1EEE3C-9424-FF0D-F6ED-56BAF81FE83F}"/>
              </a:ext>
            </a:extLst>
          </p:cNvPr>
          <p:cNvSpPr/>
          <p:nvPr/>
        </p:nvSpPr>
        <p:spPr>
          <a:xfrm>
            <a:off x="431157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5" name="Oval 4">
            <a:extLst>
              <a:ext uri="{FF2B5EF4-FFF2-40B4-BE49-F238E27FC236}">
                <a16:creationId xmlns:a16="http://schemas.microsoft.com/office/drawing/2014/main" id="{FB17A5F4-4894-30EE-694D-2D8E937C66E0}"/>
              </a:ext>
            </a:extLst>
          </p:cNvPr>
          <p:cNvSpPr/>
          <p:nvPr/>
        </p:nvSpPr>
        <p:spPr>
          <a:xfrm>
            <a:off x="5243203"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9" name="Oval 8">
            <a:extLst>
              <a:ext uri="{FF2B5EF4-FFF2-40B4-BE49-F238E27FC236}">
                <a16:creationId xmlns:a16="http://schemas.microsoft.com/office/drawing/2014/main" id="{54C1EEBF-7697-E139-3ECB-026C4A47E63A}"/>
              </a:ext>
            </a:extLst>
          </p:cNvPr>
          <p:cNvSpPr/>
          <p:nvPr/>
        </p:nvSpPr>
        <p:spPr>
          <a:xfrm>
            <a:off x="7312431"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0" name="Oval 9">
            <a:extLst>
              <a:ext uri="{FF2B5EF4-FFF2-40B4-BE49-F238E27FC236}">
                <a16:creationId xmlns:a16="http://schemas.microsoft.com/office/drawing/2014/main" id="{8BDC96FA-E427-7D8F-3F05-7E455FD629EC}"/>
              </a:ext>
            </a:extLst>
          </p:cNvPr>
          <p:cNvSpPr/>
          <p:nvPr/>
        </p:nvSpPr>
        <p:spPr>
          <a:xfrm>
            <a:off x="5243203"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1" name="Oval 10">
            <a:extLst>
              <a:ext uri="{FF2B5EF4-FFF2-40B4-BE49-F238E27FC236}">
                <a16:creationId xmlns:a16="http://schemas.microsoft.com/office/drawing/2014/main" id="{79077F0F-D940-5316-68AF-63E9073017A5}"/>
              </a:ext>
            </a:extLst>
          </p:cNvPr>
          <p:cNvSpPr/>
          <p:nvPr/>
        </p:nvSpPr>
        <p:spPr>
          <a:xfrm>
            <a:off x="7312431"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2" name="Oval 11">
            <a:extLst>
              <a:ext uri="{FF2B5EF4-FFF2-40B4-BE49-F238E27FC236}">
                <a16:creationId xmlns:a16="http://schemas.microsoft.com/office/drawing/2014/main" id="{36F6167C-8BE4-2DCA-005E-4A1F2F619D7B}"/>
              </a:ext>
            </a:extLst>
          </p:cNvPr>
          <p:cNvSpPr/>
          <p:nvPr/>
        </p:nvSpPr>
        <p:spPr>
          <a:xfrm>
            <a:off x="836540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cxnSp>
        <p:nvCxnSpPr>
          <p:cNvPr id="13" name="Straight Arrow Connector 12">
            <a:extLst>
              <a:ext uri="{FF2B5EF4-FFF2-40B4-BE49-F238E27FC236}">
                <a16:creationId xmlns:a16="http://schemas.microsoft.com/office/drawing/2014/main" id="{946F23D4-84C6-64F6-A143-AC40EE505E23}"/>
              </a:ext>
            </a:extLst>
          </p:cNvPr>
          <p:cNvCxnSpPr>
            <a:cxnSpLocks/>
            <a:stCxn id="4" idx="0"/>
          </p:cNvCxnSpPr>
          <p:nvPr/>
        </p:nvCxnSpPr>
        <p:spPr>
          <a:xfrm flipV="1">
            <a:off x="4513066" y="1855470"/>
            <a:ext cx="722875" cy="6193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CDB40E4E-F13E-5DFA-F528-606C57B5E71B}"/>
              </a:ext>
            </a:extLst>
          </p:cNvPr>
          <p:cNvCxnSpPr>
            <a:cxnSpLocks/>
            <a:stCxn id="4" idx="4"/>
            <a:endCxn id="10" idx="2"/>
          </p:cNvCxnSpPr>
          <p:nvPr/>
        </p:nvCxnSpPr>
        <p:spPr>
          <a:xfrm>
            <a:off x="4513066" y="2847500"/>
            <a:ext cx="730137" cy="7373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FA680773-5E1D-082A-CBFD-637B42BE49D4}"/>
              </a:ext>
            </a:extLst>
          </p:cNvPr>
          <p:cNvCxnSpPr>
            <a:cxnSpLocks/>
            <a:stCxn id="5" idx="6"/>
            <a:endCxn id="9" idx="2"/>
          </p:cNvCxnSpPr>
          <p:nvPr/>
        </p:nvCxnSpPr>
        <p:spPr>
          <a:xfrm>
            <a:off x="5646184" y="1771959"/>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B9C3FF35-A307-BA19-89EE-C182C13E2B96}"/>
              </a:ext>
            </a:extLst>
          </p:cNvPr>
          <p:cNvCxnSpPr>
            <a:cxnSpLocks/>
          </p:cNvCxnSpPr>
          <p:nvPr/>
        </p:nvCxnSpPr>
        <p:spPr>
          <a:xfrm>
            <a:off x="5646183" y="3587628"/>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0BAED83E-1289-8F2D-B70D-BA152ECDEEF4}"/>
              </a:ext>
            </a:extLst>
          </p:cNvPr>
          <p:cNvCxnSpPr>
            <a:cxnSpLocks/>
            <a:stCxn id="5" idx="5"/>
            <a:endCxn id="11" idx="1"/>
          </p:cNvCxnSpPr>
          <p:nvPr/>
        </p:nvCxnSpPr>
        <p:spPr>
          <a:xfrm>
            <a:off x="5587169" y="1903707"/>
            <a:ext cx="1784277" cy="1549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26CA29BC-A225-7ADB-B661-C570E0316E52}"/>
              </a:ext>
            </a:extLst>
          </p:cNvPr>
          <p:cNvCxnSpPr>
            <a:cxnSpLocks/>
            <a:stCxn id="9" idx="6"/>
            <a:endCxn id="12" idx="0"/>
          </p:cNvCxnSpPr>
          <p:nvPr/>
        </p:nvCxnSpPr>
        <p:spPr>
          <a:xfrm>
            <a:off x="7715412" y="1771959"/>
            <a:ext cx="851484" cy="702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326B70A1-A5E5-0F62-8E2D-7FA105F1BDD7}"/>
              </a:ext>
            </a:extLst>
          </p:cNvPr>
          <p:cNvCxnSpPr>
            <a:cxnSpLocks/>
            <a:endCxn id="12" idx="4"/>
          </p:cNvCxnSpPr>
          <p:nvPr/>
        </p:nvCxnSpPr>
        <p:spPr>
          <a:xfrm flipV="1">
            <a:off x="7715412" y="2847500"/>
            <a:ext cx="851484" cy="7414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EFD8C2CC-F0FF-5DAC-E771-C96659DFC3B0}"/>
              </a:ext>
            </a:extLst>
          </p:cNvPr>
          <p:cNvCxnSpPr>
            <a:cxnSpLocks/>
            <a:endCxn id="11" idx="0"/>
          </p:cNvCxnSpPr>
          <p:nvPr/>
        </p:nvCxnSpPr>
        <p:spPr>
          <a:xfrm flipH="1">
            <a:off x="7513922" y="1958279"/>
            <a:ext cx="18359"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BD668181-F625-CCCF-6744-9F593A8D574C}"/>
              </a:ext>
            </a:extLst>
          </p:cNvPr>
          <p:cNvCxnSpPr>
            <a:cxnSpLocks/>
            <a:endCxn id="10" idx="0"/>
          </p:cNvCxnSpPr>
          <p:nvPr/>
        </p:nvCxnSpPr>
        <p:spPr>
          <a:xfrm>
            <a:off x="5435513" y="1958279"/>
            <a:ext cx="9181"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87270206-8656-601B-1C9C-895A50F48EEC}"/>
              </a:ext>
            </a:extLst>
          </p:cNvPr>
          <p:cNvSpPr txBox="1"/>
          <p:nvPr/>
        </p:nvSpPr>
        <p:spPr>
          <a:xfrm>
            <a:off x="6157058" y="1461411"/>
            <a:ext cx="563880" cy="369332"/>
          </a:xfrm>
          <a:prstGeom prst="rect">
            <a:avLst/>
          </a:prstGeom>
          <a:noFill/>
        </p:spPr>
        <p:txBody>
          <a:bodyPr wrap="square" rtlCol="0">
            <a:spAutoFit/>
          </a:bodyPr>
          <a:lstStyle/>
          <a:p>
            <a:pPr algn="ctr"/>
            <a:r>
              <a:rPr lang="en-US" sz="1800" dirty="0">
                <a:solidFill>
                  <a:schemeClr val="tx2"/>
                </a:solidFill>
              </a:rPr>
              <a:t>4</a:t>
            </a:r>
          </a:p>
        </p:txBody>
      </p:sp>
      <p:sp>
        <p:nvSpPr>
          <p:cNvPr id="43" name="TextBox 42">
            <a:extLst>
              <a:ext uri="{FF2B5EF4-FFF2-40B4-BE49-F238E27FC236}">
                <a16:creationId xmlns:a16="http://schemas.microsoft.com/office/drawing/2014/main" id="{49A5FBD9-73BA-C1D1-5D12-986111D43C3A}"/>
              </a:ext>
            </a:extLst>
          </p:cNvPr>
          <p:cNvSpPr txBox="1"/>
          <p:nvPr/>
        </p:nvSpPr>
        <p:spPr>
          <a:xfrm>
            <a:off x="6157058" y="3572486"/>
            <a:ext cx="563880" cy="369332"/>
          </a:xfrm>
          <a:prstGeom prst="rect">
            <a:avLst/>
          </a:prstGeom>
          <a:noFill/>
        </p:spPr>
        <p:txBody>
          <a:bodyPr wrap="square" rtlCol="0">
            <a:spAutoFit/>
          </a:bodyPr>
          <a:lstStyle/>
          <a:p>
            <a:pPr algn="ctr"/>
            <a:r>
              <a:rPr lang="en-US" sz="1800" dirty="0">
                <a:solidFill>
                  <a:schemeClr val="tx2"/>
                </a:solidFill>
              </a:rPr>
              <a:t>7</a:t>
            </a:r>
          </a:p>
        </p:txBody>
      </p:sp>
      <p:sp>
        <p:nvSpPr>
          <p:cNvPr id="44" name="TextBox 43">
            <a:extLst>
              <a:ext uri="{FF2B5EF4-FFF2-40B4-BE49-F238E27FC236}">
                <a16:creationId xmlns:a16="http://schemas.microsoft.com/office/drawing/2014/main" id="{3448CF13-CD68-60A0-E207-8ACF72B592B3}"/>
              </a:ext>
            </a:extLst>
          </p:cNvPr>
          <p:cNvSpPr txBox="1"/>
          <p:nvPr/>
        </p:nvSpPr>
        <p:spPr>
          <a:xfrm>
            <a:off x="4227495" y="1863415"/>
            <a:ext cx="563880" cy="369332"/>
          </a:xfrm>
          <a:prstGeom prst="rect">
            <a:avLst/>
          </a:prstGeom>
          <a:noFill/>
        </p:spPr>
        <p:txBody>
          <a:bodyPr wrap="square" rtlCol="0">
            <a:spAutoFit/>
          </a:bodyPr>
          <a:lstStyle/>
          <a:p>
            <a:pPr algn="ctr"/>
            <a:r>
              <a:rPr lang="en-US" sz="1800" dirty="0">
                <a:solidFill>
                  <a:schemeClr val="tx2"/>
                </a:solidFill>
              </a:rPr>
              <a:t>5</a:t>
            </a:r>
          </a:p>
        </p:txBody>
      </p:sp>
      <p:sp>
        <p:nvSpPr>
          <p:cNvPr id="45" name="TextBox 44">
            <a:extLst>
              <a:ext uri="{FF2B5EF4-FFF2-40B4-BE49-F238E27FC236}">
                <a16:creationId xmlns:a16="http://schemas.microsoft.com/office/drawing/2014/main" id="{1003AF03-FCFE-38E5-9525-C5817D3C5821}"/>
              </a:ext>
            </a:extLst>
          </p:cNvPr>
          <p:cNvSpPr txBox="1"/>
          <p:nvPr/>
        </p:nvSpPr>
        <p:spPr>
          <a:xfrm>
            <a:off x="4242331" y="3141122"/>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6" name="TextBox 45">
            <a:extLst>
              <a:ext uri="{FF2B5EF4-FFF2-40B4-BE49-F238E27FC236}">
                <a16:creationId xmlns:a16="http://schemas.microsoft.com/office/drawing/2014/main" id="{4A8A1AED-5B1A-5946-2396-58A2A749E5F1}"/>
              </a:ext>
            </a:extLst>
          </p:cNvPr>
          <p:cNvSpPr txBox="1"/>
          <p:nvPr/>
        </p:nvSpPr>
        <p:spPr>
          <a:xfrm>
            <a:off x="5020301" y="2483975"/>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47" name="TextBox 46">
            <a:extLst>
              <a:ext uri="{FF2B5EF4-FFF2-40B4-BE49-F238E27FC236}">
                <a16:creationId xmlns:a16="http://schemas.microsoft.com/office/drawing/2014/main" id="{2999C838-CEEB-F174-FC92-23A7F1A8E7D9}"/>
              </a:ext>
            </a:extLst>
          </p:cNvPr>
          <p:cNvSpPr txBox="1"/>
          <p:nvPr/>
        </p:nvSpPr>
        <p:spPr>
          <a:xfrm>
            <a:off x="6398858" y="2508039"/>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8" name="TextBox 47">
            <a:extLst>
              <a:ext uri="{FF2B5EF4-FFF2-40B4-BE49-F238E27FC236}">
                <a16:creationId xmlns:a16="http://schemas.microsoft.com/office/drawing/2014/main" id="{F9B2269C-A324-F93E-F7D1-8BB5629B177B}"/>
              </a:ext>
            </a:extLst>
          </p:cNvPr>
          <p:cNvSpPr txBox="1"/>
          <p:nvPr/>
        </p:nvSpPr>
        <p:spPr>
          <a:xfrm>
            <a:off x="7353616" y="2487412"/>
            <a:ext cx="563880" cy="369332"/>
          </a:xfrm>
          <a:prstGeom prst="rect">
            <a:avLst/>
          </a:prstGeom>
          <a:noFill/>
        </p:spPr>
        <p:txBody>
          <a:bodyPr wrap="square" rtlCol="0">
            <a:spAutoFit/>
          </a:bodyPr>
          <a:lstStyle/>
          <a:p>
            <a:pPr algn="ctr"/>
            <a:r>
              <a:rPr lang="en-US" sz="1800" dirty="0">
                <a:solidFill>
                  <a:schemeClr val="tx2"/>
                </a:solidFill>
              </a:rPr>
              <a:t>6</a:t>
            </a:r>
          </a:p>
        </p:txBody>
      </p:sp>
      <p:sp>
        <p:nvSpPr>
          <p:cNvPr id="49" name="TextBox 48">
            <a:extLst>
              <a:ext uri="{FF2B5EF4-FFF2-40B4-BE49-F238E27FC236}">
                <a16:creationId xmlns:a16="http://schemas.microsoft.com/office/drawing/2014/main" id="{E9A51AC1-B836-504D-AA1E-8F6EEEEC78FB}"/>
              </a:ext>
            </a:extLst>
          </p:cNvPr>
          <p:cNvSpPr txBox="1"/>
          <p:nvPr/>
        </p:nvSpPr>
        <p:spPr>
          <a:xfrm>
            <a:off x="8003015" y="1863415"/>
            <a:ext cx="563880" cy="369332"/>
          </a:xfrm>
          <a:prstGeom prst="rect">
            <a:avLst/>
          </a:prstGeom>
          <a:noFill/>
        </p:spPr>
        <p:txBody>
          <a:bodyPr wrap="square" rtlCol="0">
            <a:spAutoFit/>
          </a:bodyPr>
          <a:lstStyle/>
          <a:p>
            <a:pPr algn="ctr"/>
            <a:r>
              <a:rPr lang="en-US" sz="1800" dirty="0">
                <a:solidFill>
                  <a:schemeClr val="tx2"/>
                </a:solidFill>
              </a:rPr>
              <a:t>3</a:t>
            </a:r>
          </a:p>
        </p:txBody>
      </p:sp>
      <p:sp>
        <p:nvSpPr>
          <p:cNvPr id="50" name="TextBox 49">
            <a:extLst>
              <a:ext uri="{FF2B5EF4-FFF2-40B4-BE49-F238E27FC236}">
                <a16:creationId xmlns:a16="http://schemas.microsoft.com/office/drawing/2014/main" id="{DC9756C9-0FEF-CFAE-C7BD-E5DF67BE569D}"/>
              </a:ext>
            </a:extLst>
          </p:cNvPr>
          <p:cNvSpPr txBox="1"/>
          <p:nvPr/>
        </p:nvSpPr>
        <p:spPr>
          <a:xfrm>
            <a:off x="7995724" y="3184448"/>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52" name="TextBox 51">
            <a:extLst>
              <a:ext uri="{FF2B5EF4-FFF2-40B4-BE49-F238E27FC236}">
                <a16:creationId xmlns:a16="http://schemas.microsoft.com/office/drawing/2014/main" id="{D40A70A4-D073-3B7C-57F3-42E5EAE36E73}"/>
              </a:ext>
            </a:extLst>
          </p:cNvPr>
          <p:cNvSpPr txBox="1"/>
          <p:nvPr/>
        </p:nvSpPr>
        <p:spPr>
          <a:xfrm>
            <a:off x="3933181" y="2455577"/>
            <a:ext cx="353807" cy="400110"/>
          </a:xfrm>
          <a:prstGeom prst="rect">
            <a:avLst/>
          </a:prstGeom>
          <a:noFill/>
        </p:spPr>
        <p:txBody>
          <a:bodyPr wrap="square" rtlCol="0">
            <a:spAutoFit/>
          </a:bodyPr>
          <a:lstStyle/>
          <a:p>
            <a:pPr algn="ctr"/>
            <a:r>
              <a:rPr lang="en-US" sz="2000" dirty="0">
                <a:solidFill>
                  <a:schemeClr val="bg2"/>
                </a:solidFill>
                <a:latin typeface="Poppins" panose="00000500000000000000" pitchFamily="2" charset="0"/>
                <a:cs typeface="Poppins" panose="00000500000000000000" pitchFamily="2" charset="0"/>
              </a:rPr>
              <a:t>0</a:t>
            </a:r>
          </a:p>
        </p:txBody>
      </p:sp>
      <p:sp>
        <p:nvSpPr>
          <p:cNvPr id="55" name="TextBox 54">
            <a:extLst>
              <a:ext uri="{FF2B5EF4-FFF2-40B4-BE49-F238E27FC236}">
                <a16:creationId xmlns:a16="http://schemas.microsoft.com/office/drawing/2014/main" id="{9F9726EE-701B-9294-E877-AFB3AAF5B055}"/>
              </a:ext>
            </a:extLst>
          </p:cNvPr>
          <p:cNvSpPr txBox="1"/>
          <p:nvPr/>
        </p:nvSpPr>
        <p:spPr>
          <a:xfrm flipV="1">
            <a:off x="7276195" y="3663910"/>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6" name="TextBox 55">
            <a:extLst>
              <a:ext uri="{FF2B5EF4-FFF2-40B4-BE49-F238E27FC236}">
                <a16:creationId xmlns:a16="http://schemas.microsoft.com/office/drawing/2014/main" id="{3C252EA3-CCD3-2138-44D1-AB33427F37B3}"/>
              </a:ext>
            </a:extLst>
          </p:cNvPr>
          <p:cNvSpPr txBox="1"/>
          <p:nvPr/>
        </p:nvSpPr>
        <p:spPr>
          <a:xfrm>
            <a:off x="7355377" y="1273812"/>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7" name="TextBox 56">
            <a:extLst>
              <a:ext uri="{FF2B5EF4-FFF2-40B4-BE49-F238E27FC236}">
                <a16:creationId xmlns:a16="http://schemas.microsoft.com/office/drawing/2014/main" id="{35015D60-3AD5-649D-114A-6DCCB0CEB7ED}"/>
              </a:ext>
            </a:extLst>
          </p:cNvPr>
          <p:cNvSpPr txBox="1"/>
          <p:nvPr/>
        </p:nvSpPr>
        <p:spPr>
          <a:xfrm>
            <a:off x="8813694" y="2430347"/>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14" name="AutoShape 3">
            <a:extLst>
              <a:ext uri="{FF2B5EF4-FFF2-40B4-BE49-F238E27FC236}">
                <a16:creationId xmlns:a16="http://schemas.microsoft.com/office/drawing/2014/main" id="{CE288D59-74D2-6315-CE19-017BD951795E}"/>
              </a:ext>
            </a:extLst>
          </p:cNvPr>
          <p:cNvSpPr>
            <a:spLocks noChangeAspect="1" noChangeArrowheads="1" noTextEdit="1"/>
          </p:cNvSpPr>
          <p:nvPr/>
        </p:nvSpPr>
        <p:spPr bwMode="auto">
          <a:xfrm>
            <a:off x="285750" y="1136650"/>
            <a:ext cx="3575050" cy="314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4170" name="Table 4169">
            <a:extLst>
              <a:ext uri="{FF2B5EF4-FFF2-40B4-BE49-F238E27FC236}">
                <a16:creationId xmlns:a16="http://schemas.microsoft.com/office/drawing/2014/main" id="{F4687E77-D5B0-7725-435F-002503C61537}"/>
              </a:ext>
            </a:extLst>
          </p:cNvPr>
          <p:cNvGraphicFramePr>
            <a:graphicFrameLocks noGrp="1"/>
          </p:cNvGraphicFramePr>
          <p:nvPr>
            <p:extLst>
              <p:ext uri="{D42A27DB-BD31-4B8C-83A1-F6EECF244321}">
                <p14:modId xmlns:p14="http://schemas.microsoft.com/office/powerpoint/2010/main" val="4165232957"/>
              </p:ext>
            </p:extLst>
          </p:nvPr>
        </p:nvGraphicFramePr>
        <p:xfrm>
          <a:off x="330702" y="1156417"/>
          <a:ext cx="3449963" cy="3016806"/>
        </p:xfrm>
        <a:graphic>
          <a:graphicData uri="http://schemas.openxmlformats.org/drawingml/2006/table">
            <a:tbl>
              <a:tblPr firstRow="1" firstCol="1" bandRow="1">
                <a:tableStyleId>{284E427A-3D55-4303-BF80-6455036E1DE7}</a:tableStyleId>
              </a:tblPr>
              <a:tblGrid>
                <a:gridCol w="607060">
                  <a:extLst>
                    <a:ext uri="{9D8B030D-6E8A-4147-A177-3AD203B41FA5}">
                      <a16:colId xmlns:a16="http://schemas.microsoft.com/office/drawing/2014/main" val="2400426112"/>
                    </a:ext>
                  </a:extLst>
                </a:gridCol>
                <a:gridCol w="2029988">
                  <a:extLst>
                    <a:ext uri="{9D8B030D-6E8A-4147-A177-3AD203B41FA5}">
                      <a16:colId xmlns:a16="http://schemas.microsoft.com/office/drawing/2014/main" val="833233377"/>
                    </a:ext>
                  </a:extLst>
                </a:gridCol>
                <a:gridCol w="812915">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A</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dirty="0">
                          <a:solidFill>
                            <a:schemeClr val="bg2"/>
                          </a:solidFill>
                          <a:effectLst/>
                          <a:latin typeface="Poppins" panose="00000500000000000000" pitchFamily="2" charset="0"/>
                          <a:cs typeface="Poppins" panose="00000500000000000000" pitchFamily="2" charset="0"/>
                        </a:rPr>
                        <a:t>0</a:t>
                      </a:r>
                      <a:endParaRPr lang="en-US" sz="14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a:effectLst/>
                          <a:latin typeface="Poppins" panose="00000500000000000000" pitchFamily="2" charset="0"/>
                          <a:cs typeface="Poppins" panose="00000500000000000000" pitchFamily="2" charset="0"/>
                        </a:rPr>
                        <a:t>-</a:t>
                      </a:r>
                      <a:endParaRPr lang="en-US" sz="14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B</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2000" b="0" strike="noStrike" dirty="0">
                        <a:solidFill>
                          <a:schemeClr val="bg2"/>
                        </a:solidFill>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C</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2000" b="0" strike="noStrike" kern="100" dirty="0">
                        <a:solidFill>
                          <a:schemeClr val="bg2"/>
                        </a:solidFill>
                        <a:effectLst/>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D</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E</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873937652"/>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F</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extLst>
                  <a:ext uri="{0D108BD9-81ED-4DB2-BD59-A6C34878D82A}">
                    <a16:rowId xmlns:a16="http://schemas.microsoft.com/office/drawing/2014/main" val="199206941"/>
                  </a:ext>
                </a:extLst>
              </a:tr>
            </a:tbl>
          </a:graphicData>
        </a:graphic>
      </p:graphicFrame>
      <p:sp>
        <p:nvSpPr>
          <p:cNvPr id="4171" name="TextBox 4170">
            <a:extLst>
              <a:ext uri="{FF2B5EF4-FFF2-40B4-BE49-F238E27FC236}">
                <a16:creationId xmlns:a16="http://schemas.microsoft.com/office/drawing/2014/main" id="{02C0F56E-286E-7ABB-9909-5EC3E72CF71B}"/>
              </a:ext>
            </a:extLst>
          </p:cNvPr>
          <p:cNvSpPr txBox="1"/>
          <p:nvPr/>
        </p:nvSpPr>
        <p:spPr>
          <a:xfrm>
            <a:off x="1593801" y="2078858"/>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5</a:t>
            </a:r>
            <a:endParaRPr lang="ja-JP" altLang="en-US" b="0" i="0" u="none" strike="noStrike" kern="100" baseline="0" dirty="0">
              <a:solidFill>
                <a:srgbClr val="0C0A9E"/>
              </a:solidFill>
              <a:latin typeface="Poppins" panose="00000500000000000000" pitchFamily="2" charset="0"/>
            </a:endParaRPr>
          </a:p>
        </p:txBody>
      </p:sp>
      <p:sp>
        <p:nvSpPr>
          <p:cNvPr id="4172" name="TextBox 4171">
            <a:extLst>
              <a:ext uri="{FF2B5EF4-FFF2-40B4-BE49-F238E27FC236}">
                <a16:creationId xmlns:a16="http://schemas.microsoft.com/office/drawing/2014/main" id="{0D632C76-C729-1E96-8290-76AB3C4E1044}"/>
              </a:ext>
            </a:extLst>
          </p:cNvPr>
          <p:cNvSpPr txBox="1"/>
          <p:nvPr/>
        </p:nvSpPr>
        <p:spPr>
          <a:xfrm>
            <a:off x="1593801" y="2503468"/>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2</a:t>
            </a:r>
            <a:endParaRPr lang="ja-JP" altLang="en-US" b="0" i="0" u="none" strike="noStrike" kern="100" baseline="0" dirty="0">
              <a:solidFill>
                <a:srgbClr val="0C0A9E"/>
              </a:solidFill>
              <a:latin typeface="Poppins" panose="00000500000000000000" pitchFamily="2" charset="0"/>
            </a:endParaRPr>
          </a:p>
        </p:txBody>
      </p:sp>
      <p:sp>
        <p:nvSpPr>
          <p:cNvPr id="4173" name="TextBox 4172">
            <a:extLst>
              <a:ext uri="{FF2B5EF4-FFF2-40B4-BE49-F238E27FC236}">
                <a16:creationId xmlns:a16="http://schemas.microsoft.com/office/drawing/2014/main" id="{727EC973-F956-96C0-A52C-1D83360EAE57}"/>
              </a:ext>
            </a:extLst>
          </p:cNvPr>
          <p:cNvSpPr txBox="1"/>
          <p:nvPr/>
        </p:nvSpPr>
        <p:spPr>
          <a:xfrm>
            <a:off x="3004063" y="2066112"/>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sp>
        <p:nvSpPr>
          <p:cNvPr id="4174" name="TextBox 4173">
            <a:extLst>
              <a:ext uri="{FF2B5EF4-FFF2-40B4-BE49-F238E27FC236}">
                <a16:creationId xmlns:a16="http://schemas.microsoft.com/office/drawing/2014/main" id="{ED974E8A-8186-5758-374C-1EBAEC8EB823}"/>
              </a:ext>
            </a:extLst>
          </p:cNvPr>
          <p:cNvSpPr txBox="1"/>
          <p:nvPr/>
        </p:nvSpPr>
        <p:spPr>
          <a:xfrm>
            <a:off x="3006602" y="2508039"/>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sp>
        <p:nvSpPr>
          <p:cNvPr id="4175" name="TextBox 4174">
            <a:extLst>
              <a:ext uri="{FF2B5EF4-FFF2-40B4-BE49-F238E27FC236}">
                <a16:creationId xmlns:a16="http://schemas.microsoft.com/office/drawing/2014/main" id="{D1ACE867-2F5A-4C68-4665-AF7DA1B37616}"/>
              </a:ext>
            </a:extLst>
          </p:cNvPr>
          <p:cNvSpPr txBox="1"/>
          <p:nvPr/>
        </p:nvSpPr>
        <p:spPr>
          <a:xfrm>
            <a:off x="5235402" y="1231241"/>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5</a:t>
            </a:r>
          </a:p>
        </p:txBody>
      </p:sp>
      <p:sp>
        <p:nvSpPr>
          <p:cNvPr id="4176" name="TextBox 4175">
            <a:extLst>
              <a:ext uri="{FF2B5EF4-FFF2-40B4-BE49-F238E27FC236}">
                <a16:creationId xmlns:a16="http://schemas.microsoft.com/office/drawing/2014/main" id="{2334A7AC-C572-7B49-6125-D462E8DC6B2B}"/>
              </a:ext>
            </a:extLst>
          </p:cNvPr>
          <p:cNvSpPr txBox="1"/>
          <p:nvPr/>
        </p:nvSpPr>
        <p:spPr>
          <a:xfrm rot="10800000" flipV="1">
            <a:off x="5243203" y="3786319"/>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2</a:t>
            </a:r>
          </a:p>
        </p:txBody>
      </p:sp>
      <p:sp>
        <p:nvSpPr>
          <p:cNvPr id="2" name="TextBox 1">
            <a:extLst>
              <a:ext uri="{FF2B5EF4-FFF2-40B4-BE49-F238E27FC236}">
                <a16:creationId xmlns:a16="http://schemas.microsoft.com/office/drawing/2014/main" id="{76227892-F972-07F4-6468-016745E7B6DB}"/>
              </a:ext>
            </a:extLst>
          </p:cNvPr>
          <p:cNvSpPr txBox="1"/>
          <p:nvPr/>
        </p:nvSpPr>
        <p:spPr>
          <a:xfrm>
            <a:off x="1593801" y="3369114"/>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9</a:t>
            </a:r>
            <a:endParaRPr lang="ja-JP" altLang="en-US" b="0" i="0" u="none" strike="noStrike" kern="100" baseline="0" dirty="0">
              <a:solidFill>
                <a:srgbClr val="0C0A9E"/>
              </a:solidFill>
              <a:latin typeface="Poppins" panose="00000500000000000000" pitchFamily="2" charset="0"/>
            </a:endParaRPr>
          </a:p>
        </p:txBody>
      </p:sp>
      <p:sp>
        <p:nvSpPr>
          <p:cNvPr id="6" name="TextBox 5">
            <a:extLst>
              <a:ext uri="{FF2B5EF4-FFF2-40B4-BE49-F238E27FC236}">
                <a16:creationId xmlns:a16="http://schemas.microsoft.com/office/drawing/2014/main" id="{D742E563-8576-8B9D-F6BE-90601F52C3E5}"/>
              </a:ext>
            </a:extLst>
          </p:cNvPr>
          <p:cNvSpPr txBox="1"/>
          <p:nvPr/>
        </p:nvSpPr>
        <p:spPr>
          <a:xfrm>
            <a:off x="3010100" y="3347698"/>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C</a:t>
            </a:r>
            <a:endParaRPr lang="ja-JP" altLang="en-US" b="0" i="0" u="none" strike="noStrike" kern="100" baseline="0" dirty="0">
              <a:solidFill>
                <a:srgbClr val="0C0A9E"/>
              </a:solidFill>
              <a:latin typeface="Poppins" panose="00000500000000000000" pitchFamily="2" charset="0"/>
            </a:endParaRPr>
          </a:p>
        </p:txBody>
      </p:sp>
      <p:grpSp>
        <p:nvGrpSpPr>
          <p:cNvPr id="17" name="Google Shape;11060;p78">
            <a:extLst>
              <a:ext uri="{FF2B5EF4-FFF2-40B4-BE49-F238E27FC236}">
                <a16:creationId xmlns:a16="http://schemas.microsoft.com/office/drawing/2014/main" id="{39510896-06F8-EBD9-3D89-E84576E4564C}"/>
              </a:ext>
            </a:extLst>
          </p:cNvPr>
          <p:cNvGrpSpPr/>
          <p:nvPr/>
        </p:nvGrpSpPr>
        <p:grpSpPr>
          <a:xfrm>
            <a:off x="0" y="1681212"/>
            <a:ext cx="285749" cy="265631"/>
            <a:chOff x="5216456" y="3725484"/>
            <a:chExt cx="356196" cy="265631"/>
          </a:xfrm>
        </p:grpSpPr>
        <p:sp>
          <p:nvSpPr>
            <p:cNvPr id="18" name="Google Shape;11061;p78">
              <a:extLst>
                <a:ext uri="{FF2B5EF4-FFF2-40B4-BE49-F238E27FC236}">
                  <a16:creationId xmlns:a16="http://schemas.microsoft.com/office/drawing/2014/main" id="{CA9690CD-4C66-E5F4-8C35-43FBD5F06DFF}"/>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062;p78">
              <a:extLst>
                <a:ext uri="{FF2B5EF4-FFF2-40B4-BE49-F238E27FC236}">
                  <a16:creationId xmlns:a16="http://schemas.microsoft.com/office/drawing/2014/main" id="{126DEC31-3B3A-29A2-6336-ABED6E13C7F4}"/>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1060;p78">
            <a:extLst>
              <a:ext uri="{FF2B5EF4-FFF2-40B4-BE49-F238E27FC236}">
                <a16:creationId xmlns:a16="http://schemas.microsoft.com/office/drawing/2014/main" id="{A1C3298A-F6B2-56E1-AE0B-98389BC688C2}"/>
              </a:ext>
            </a:extLst>
          </p:cNvPr>
          <p:cNvGrpSpPr/>
          <p:nvPr/>
        </p:nvGrpSpPr>
        <p:grpSpPr>
          <a:xfrm>
            <a:off x="8762" y="2540050"/>
            <a:ext cx="285749" cy="265631"/>
            <a:chOff x="5216456" y="3725484"/>
            <a:chExt cx="356196" cy="265631"/>
          </a:xfrm>
        </p:grpSpPr>
        <p:sp>
          <p:nvSpPr>
            <p:cNvPr id="22" name="Google Shape;11061;p78">
              <a:extLst>
                <a:ext uri="{FF2B5EF4-FFF2-40B4-BE49-F238E27FC236}">
                  <a16:creationId xmlns:a16="http://schemas.microsoft.com/office/drawing/2014/main" id="{EF559B7A-5C82-9150-C5A8-31609DAFC576}"/>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062;p78">
              <a:extLst>
                <a:ext uri="{FF2B5EF4-FFF2-40B4-BE49-F238E27FC236}">
                  <a16:creationId xmlns:a16="http://schemas.microsoft.com/office/drawing/2014/main" id="{5A75F7C0-8E13-EFB4-D6E9-19BF4D3EAEA9}"/>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TextBox 24">
            <a:extLst>
              <a:ext uri="{FF2B5EF4-FFF2-40B4-BE49-F238E27FC236}">
                <a16:creationId xmlns:a16="http://schemas.microsoft.com/office/drawing/2014/main" id="{662DCD40-6C8B-54CD-F2AB-0C295DAE20AC}"/>
              </a:ext>
            </a:extLst>
          </p:cNvPr>
          <p:cNvSpPr txBox="1"/>
          <p:nvPr/>
        </p:nvSpPr>
        <p:spPr>
          <a:xfrm rot="10800000" flipV="1">
            <a:off x="7292849" y="3774023"/>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9</a:t>
            </a:r>
          </a:p>
        </p:txBody>
      </p:sp>
      <p:sp>
        <p:nvSpPr>
          <p:cNvPr id="4189" name="TextBox 4188">
            <a:extLst>
              <a:ext uri="{FF2B5EF4-FFF2-40B4-BE49-F238E27FC236}">
                <a16:creationId xmlns:a16="http://schemas.microsoft.com/office/drawing/2014/main" id="{A37477BF-E163-0F2D-9474-C64D3853011C}"/>
              </a:ext>
            </a:extLst>
          </p:cNvPr>
          <p:cNvSpPr txBox="1"/>
          <p:nvPr/>
        </p:nvSpPr>
        <p:spPr>
          <a:xfrm>
            <a:off x="1593801" y="3332309"/>
            <a:ext cx="707666" cy="400110"/>
          </a:xfrm>
          <a:prstGeom prst="rect">
            <a:avLst/>
          </a:prstGeom>
          <a:noFill/>
        </p:spPr>
        <p:txBody>
          <a:bodyPr wrap="square" rtlCol="0">
            <a:spAutoFit/>
          </a:bodyPr>
          <a:lstStyle/>
          <a:p>
            <a:pPr algn="ct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p:txBody>
      </p:sp>
    </p:spTree>
    <p:extLst>
      <p:ext uri="{BB962C8B-B14F-4D97-AF65-F5344CB8AC3E}">
        <p14:creationId xmlns:p14="http://schemas.microsoft.com/office/powerpoint/2010/main" val="65629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10"/>
                                        </p:tgtEl>
                                        <p:attrNameLst>
                                          <p:attrName>style.color</p:attrName>
                                        </p:attrNameLst>
                                      </p:cBhvr>
                                      <p:by>
                                        <p:hsl h="0" s="-12549" l="-25098"/>
                                      </p:by>
                                    </p:animClr>
                                    <p:animClr clrSpc="hsl" dir="cw">
                                      <p:cBhvr>
                                        <p:cTn id="7" dur="500" fill="hold"/>
                                        <p:tgtEl>
                                          <p:spTgt spid="10"/>
                                        </p:tgtEl>
                                        <p:attrNameLst>
                                          <p:attrName>fillcolor</p:attrName>
                                        </p:attrNameLst>
                                      </p:cBhvr>
                                      <p:by>
                                        <p:hsl h="0" s="-12549" l="-25098"/>
                                      </p:by>
                                    </p:animClr>
                                    <p:animClr clrSpc="hsl" dir="cw">
                                      <p:cBhvr>
                                        <p:cTn id="8" dur="500" fill="hold"/>
                                        <p:tgtEl>
                                          <p:spTgt spid="10"/>
                                        </p:tgtEl>
                                        <p:attrNameLst>
                                          <p:attrName>stroke.color</p:attrName>
                                        </p:attrNameLst>
                                      </p:cBhvr>
                                      <p:by>
                                        <p:hsl h="0" s="-12549" l="-25098"/>
                                      </p:by>
                                    </p:animClr>
                                    <p:set>
                                      <p:cBhvr>
                                        <p:cTn id="9" dur="500" fill="hold"/>
                                        <p:tgtEl>
                                          <p:spTgt spid="10"/>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4189"/>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5" grpId="0"/>
      <p:bldP spid="2" grpId="0"/>
      <p:bldP spid="6" grpId="0"/>
      <p:bldP spid="25" grpId="0"/>
      <p:bldP spid="418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81A00240-E8C9-13F1-E4FC-543AC95EACF2}"/>
            </a:ext>
          </a:extLst>
        </p:cNvPr>
        <p:cNvGrpSpPr/>
        <p:nvPr/>
      </p:nvGrpSpPr>
      <p:grpSpPr>
        <a:xfrm>
          <a:off x="0" y="0"/>
          <a:ext cx="0" cy="0"/>
          <a:chOff x="0" y="0"/>
          <a:chExt cx="0" cy="0"/>
        </a:xfrm>
      </p:grpSpPr>
      <p:sp>
        <p:nvSpPr>
          <p:cNvPr id="16" name="Google Shape;1842;p46">
            <a:extLst>
              <a:ext uri="{FF2B5EF4-FFF2-40B4-BE49-F238E27FC236}">
                <a16:creationId xmlns:a16="http://schemas.microsoft.com/office/drawing/2014/main" id="{5A96B9B1-26AA-FB9E-8C6D-15984076A8C6}"/>
              </a:ext>
            </a:extLst>
          </p:cNvPr>
          <p:cNvSpPr txBox="1">
            <a:spLocks noGrp="1"/>
          </p:cNvSpPr>
          <p:nvPr>
            <p:ph type="title"/>
          </p:nvPr>
        </p:nvSpPr>
        <p:spPr>
          <a:xfrm>
            <a:off x="370564" y="-333061"/>
            <a:ext cx="4971524"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Example</a:t>
            </a:r>
          </a:p>
        </p:txBody>
      </p:sp>
      <p:sp>
        <p:nvSpPr>
          <p:cNvPr id="3" name="AutoShape 4">
            <a:extLst>
              <a:ext uri="{FF2B5EF4-FFF2-40B4-BE49-F238E27FC236}">
                <a16:creationId xmlns:a16="http://schemas.microsoft.com/office/drawing/2014/main" id="{02C99305-5447-85A6-A5DE-BB403818AB88}"/>
              </a:ext>
            </a:extLst>
          </p:cNvPr>
          <p:cNvSpPr>
            <a:spLocks noChangeAspect="1" noChangeArrowheads="1"/>
          </p:cNvSpPr>
          <p:nvPr/>
        </p:nvSpPr>
        <p:spPr bwMode="auto">
          <a:xfrm>
            <a:off x="-66675" y="277812"/>
            <a:ext cx="8924925" cy="4581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 name="Oval 3">
            <a:extLst>
              <a:ext uri="{FF2B5EF4-FFF2-40B4-BE49-F238E27FC236}">
                <a16:creationId xmlns:a16="http://schemas.microsoft.com/office/drawing/2014/main" id="{80B9FD73-8133-4212-A318-DF363A00E4F6}"/>
              </a:ext>
            </a:extLst>
          </p:cNvPr>
          <p:cNvSpPr/>
          <p:nvPr/>
        </p:nvSpPr>
        <p:spPr>
          <a:xfrm>
            <a:off x="431157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5" name="Oval 4">
            <a:extLst>
              <a:ext uri="{FF2B5EF4-FFF2-40B4-BE49-F238E27FC236}">
                <a16:creationId xmlns:a16="http://schemas.microsoft.com/office/drawing/2014/main" id="{263506ED-E330-12F4-C5FA-BA17638D0387}"/>
              </a:ext>
            </a:extLst>
          </p:cNvPr>
          <p:cNvSpPr/>
          <p:nvPr/>
        </p:nvSpPr>
        <p:spPr>
          <a:xfrm>
            <a:off x="5243203"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9" name="Oval 8">
            <a:extLst>
              <a:ext uri="{FF2B5EF4-FFF2-40B4-BE49-F238E27FC236}">
                <a16:creationId xmlns:a16="http://schemas.microsoft.com/office/drawing/2014/main" id="{825824B0-9484-60AF-BDFF-6A87F817B5AD}"/>
              </a:ext>
            </a:extLst>
          </p:cNvPr>
          <p:cNvSpPr/>
          <p:nvPr/>
        </p:nvSpPr>
        <p:spPr>
          <a:xfrm>
            <a:off x="7312431"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0" name="Oval 9">
            <a:extLst>
              <a:ext uri="{FF2B5EF4-FFF2-40B4-BE49-F238E27FC236}">
                <a16:creationId xmlns:a16="http://schemas.microsoft.com/office/drawing/2014/main" id="{17085EA2-6770-F581-9008-AAEE3003BB91}"/>
              </a:ext>
            </a:extLst>
          </p:cNvPr>
          <p:cNvSpPr/>
          <p:nvPr/>
        </p:nvSpPr>
        <p:spPr>
          <a:xfrm>
            <a:off x="5243203"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1" name="Oval 10">
            <a:extLst>
              <a:ext uri="{FF2B5EF4-FFF2-40B4-BE49-F238E27FC236}">
                <a16:creationId xmlns:a16="http://schemas.microsoft.com/office/drawing/2014/main" id="{9A85E08F-1E43-EE98-067A-5AF9BD875B83}"/>
              </a:ext>
            </a:extLst>
          </p:cNvPr>
          <p:cNvSpPr/>
          <p:nvPr/>
        </p:nvSpPr>
        <p:spPr>
          <a:xfrm>
            <a:off x="7312431"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2" name="Oval 11">
            <a:extLst>
              <a:ext uri="{FF2B5EF4-FFF2-40B4-BE49-F238E27FC236}">
                <a16:creationId xmlns:a16="http://schemas.microsoft.com/office/drawing/2014/main" id="{1DBEDA78-9524-4490-F93D-1DBCDB626B31}"/>
              </a:ext>
            </a:extLst>
          </p:cNvPr>
          <p:cNvSpPr/>
          <p:nvPr/>
        </p:nvSpPr>
        <p:spPr>
          <a:xfrm>
            <a:off x="836540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cxnSp>
        <p:nvCxnSpPr>
          <p:cNvPr id="13" name="Straight Arrow Connector 12">
            <a:extLst>
              <a:ext uri="{FF2B5EF4-FFF2-40B4-BE49-F238E27FC236}">
                <a16:creationId xmlns:a16="http://schemas.microsoft.com/office/drawing/2014/main" id="{A10BFCA9-BA61-0FE2-59C9-D1917FA642CE}"/>
              </a:ext>
            </a:extLst>
          </p:cNvPr>
          <p:cNvCxnSpPr>
            <a:cxnSpLocks/>
            <a:stCxn id="4" idx="0"/>
          </p:cNvCxnSpPr>
          <p:nvPr/>
        </p:nvCxnSpPr>
        <p:spPr>
          <a:xfrm flipV="1">
            <a:off x="4513066" y="1855470"/>
            <a:ext cx="722875" cy="6193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E943673C-4A7E-5277-20E0-865C2DB351B4}"/>
              </a:ext>
            </a:extLst>
          </p:cNvPr>
          <p:cNvCxnSpPr>
            <a:cxnSpLocks/>
            <a:stCxn id="4" idx="4"/>
            <a:endCxn id="10" idx="2"/>
          </p:cNvCxnSpPr>
          <p:nvPr/>
        </p:nvCxnSpPr>
        <p:spPr>
          <a:xfrm>
            <a:off x="4513066" y="2847500"/>
            <a:ext cx="730137" cy="7373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55A4FC3-60DF-AAF0-32C5-70DD7FEBDB5D}"/>
              </a:ext>
            </a:extLst>
          </p:cNvPr>
          <p:cNvCxnSpPr>
            <a:cxnSpLocks/>
            <a:stCxn id="5" idx="6"/>
            <a:endCxn id="9" idx="2"/>
          </p:cNvCxnSpPr>
          <p:nvPr/>
        </p:nvCxnSpPr>
        <p:spPr>
          <a:xfrm>
            <a:off x="5646184" y="1771959"/>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B3A7EC6-50C6-6EBF-614D-6573646DD45C}"/>
              </a:ext>
            </a:extLst>
          </p:cNvPr>
          <p:cNvCxnSpPr>
            <a:cxnSpLocks/>
          </p:cNvCxnSpPr>
          <p:nvPr/>
        </p:nvCxnSpPr>
        <p:spPr>
          <a:xfrm>
            <a:off x="5646183" y="3587628"/>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7DA70EB-9C37-B3A4-CFE5-74CA2B16C7B7}"/>
              </a:ext>
            </a:extLst>
          </p:cNvPr>
          <p:cNvCxnSpPr>
            <a:cxnSpLocks/>
            <a:stCxn id="5" idx="5"/>
            <a:endCxn id="11" idx="1"/>
          </p:cNvCxnSpPr>
          <p:nvPr/>
        </p:nvCxnSpPr>
        <p:spPr>
          <a:xfrm>
            <a:off x="5587169" y="1903707"/>
            <a:ext cx="1784277" cy="1549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16158E3E-6555-F654-F402-13850FA3F3D5}"/>
              </a:ext>
            </a:extLst>
          </p:cNvPr>
          <p:cNvCxnSpPr>
            <a:cxnSpLocks/>
            <a:stCxn id="9" idx="6"/>
            <a:endCxn id="12" idx="0"/>
          </p:cNvCxnSpPr>
          <p:nvPr/>
        </p:nvCxnSpPr>
        <p:spPr>
          <a:xfrm>
            <a:off x="7715412" y="1771959"/>
            <a:ext cx="851484" cy="702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0604E653-F499-2B85-102A-2F6CC8EE7AA0}"/>
              </a:ext>
            </a:extLst>
          </p:cNvPr>
          <p:cNvCxnSpPr>
            <a:cxnSpLocks/>
            <a:endCxn id="12" idx="4"/>
          </p:cNvCxnSpPr>
          <p:nvPr/>
        </p:nvCxnSpPr>
        <p:spPr>
          <a:xfrm flipV="1">
            <a:off x="7715412" y="2847500"/>
            <a:ext cx="851484" cy="7414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01DF0D74-F8A8-2F84-F369-6165746A5E5C}"/>
              </a:ext>
            </a:extLst>
          </p:cNvPr>
          <p:cNvCxnSpPr>
            <a:cxnSpLocks/>
            <a:endCxn id="11" idx="0"/>
          </p:cNvCxnSpPr>
          <p:nvPr/>
        </p:nvCxnSpPr>
        <p:spPr>
          <a:xfrm flipH="1">
            <a:off x="7513922" y="1958279"/>
            <a:ext cx="18359"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E970DC63-3DDB-81D4-8439-0731C538D227}"/>
              </a:ext>
            </a:extLst>
          </p:cNvPr>
          <p:cNvCxnSpPr>
            <a:cxnSpLocks/>
            <a:endCxn id="10" idx="0"/>
          </p:cNvCxnSpPr>
          <p:nvPr/>
        </p:nvCxnSpPr>
        <p:spPr>
          <a:xfrm>
            <a:off x="5435513" y="1958279"/>
            <a:ext cx="9181"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B60D0BA9-2BA3-48DE-F2BB-C27DB8D97BD8}"/>
              </a:ext>
            </a:extLst>
          </p:cNvPr>
          <p:cNvSpPr txBox="1"/>
          <p:nvPr/>
        </p:nvSpPr>
        <p:spPr>
          <a:xfrm>
            <a:off x="6157058" y="1461411"/>
            <a:ext cx="563880" cy="369332"/>
          </a:xfrm>
          <a:prstGeom prst="rect">
            <a:avLst/>
          </a:prstGeom>
          <a:noFill/>
        </p:spPr>
        <p:txBody>
          <a:bodyPr wrap="square" rtlCol="0">
            <a:spAutoFit/>
          </a:bodyPr>
          <a:lstStyle/>
          <a:p>
            <a:pPr algn="ctr"/>
            <a:r>
              <a:rPr lang="en-US" sz="1800" dirty="0">
                <a:solidFill>
                  <a:schemeClr val="tx2"/>
                </a:solidFill>
              </a:rPr>
              <a:t>4</a:t>
            </a:r>
          </a:p>
        </p:txBody>
      </p:sp>
      <p:sp>
        <p:nvSpPr>
          <p:cNvPr id="43" name="TextBox 42">
            <a:extLst>
              <a:ext uri="{FF2B5EF4-FFF2-40B4-BE49-F238E27FC236}">
                <a16:creationId xmlns:a16="http://schemas.microsoft.com/office/drawing/2014/main" id="{2DBE551E-82DC-5646-1614-92FED6C73FAF}"/>
              </a:ext>
            </a:extLst>
          </p:cNvPr>
          <p:cNvSpPr txBox="1"/>
          <p:nvPr/>
        </p:nvSpPr>
        <p:spPr>
          <a:xfrm>
            <a:off x="6157058" y="3572486"/>
            <a:ext cx="563880" cy="369332"/>
          </a:xfrm>
          <a:prstGeom prst="rect">
            <a:avLst/>
          </a:prstGeom>
          <a:noFill/>
        </p:spPr>
        <p:txBody>
          <a:bodyPr wrap="square" rtlCol="0">
            <a:spAutoFit/>
          </a:bodyPr>
          <a:lstStyle/>
          <a:p>
            <a:pPr algn="ctr"/>
            <a:r>
              <a:rPr lang="en-US" sz="1800" dirty="0">
                <a:solidFill>
                  <a:schemeClr val="tx2"/>
                </a:solidFill>
              </a:rPr>
              <a:t>7</a:t>
            </a:r>
          </a:p>
        </p:txBody>
      </p:sp>
      <p:sp>
        <p:nvSpPr>
          <p:cNvPr id="44" name="TextBox 43">
            <a:extLst>
              <a:ext uri="{FF2B5EF4-FFF2-40B4-BE49-F238E27FC236}">
                <a16:creationId xmlns:a16="http://schemas.microsoft.com/office/drawing/2014/main" id="{CBA25CE6-457F-724F-C1C9-831DD77EB3C6}"/>
              </a:ext>
            </a:extLst>
          </p:cNvPr>
          <p:cNvSpPr txBox="1"/>
          <p:nvPr/>
        </p:nvSpPr>
        <p:spPr>
          <a:xfrm>
            <a:off x="4227495" y="1863415"/>
            <a:ext cx="563880" cy="369332"/>
          </a:xfrm>
          <a:prstGeom prst="rect">
            <a:avLst/>
          </a:prstGeom>
          <a:noFill/>
        </p:spPr>
        <p:txBody>
          <a:bodyPr wrap="square" rtlCol="0">
            <a:spAutoFit/>
          </a:bodyPr>
          <a:lstStyle/>
          <a:p>
            <a:pPr algn="ctr"/>
            <a:r>
              <a:rPr lang="en-US" sz="1800" dirty="0">
                <a:solidFill>
                  <a:schemeClr val="tx2"/>
                </a:solidFill>
              </a:rPr>
              <a:t>5</a:t>
            </a:r>
          </a:p>
        </p:txBody>
      </p:sp>
      <p:sp>
        <p:nvSpPr>
          <p:cNvPr id="45" name="TextBox 44">
            <a:extLst>
              <a:ext uri="{FF2B5EF4-FFF2-40B4-BE49-F238E27FC236}">
                <a16:creationId xmlns:a16="http://schemas.microsoft.com/office/drawing/2014/main" id="{7F472CCA-3A39-ECF8-39A1-FB6830F82113}"/>
              </a:ext>
            </a:extLst>
          </p:cNvPr>
          <p:cNvSpPr txBox="1"/>
          <p:nvPr/>
        </p:nvSpPr>
        <p:spPr>
          <a:xfrm>
            <a:off x="4242331" y="3141122"/>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6" name="TextBox 45">
            <a:extLst>
              <a:ext uri="{FF2B5EF4-FFF2-40B4-BE49-F238E27FC236}">
                <a16:creationId xmlns:a16="http://schemas.microsoft.com/office/drawing/2014/main" id="{76B77908-3015-6A23-6B59-5C6915B69BB2}"/>
              </a:ext>
            </a:extLst>
          </p:cNvPr>
          <p:cNvSpPr txBox="1"/>
          <p:nvPr/>
        </p:nvSpPr>
        <p:spPr>
          <a:xfrm>
            <a:off x="5020301" y="2483975"/>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47" name="TextBox 46">
            <a:extLst>
              <a:ext uri="{FF2B5EF4-FFF2-40B4-BE49-F238E27FC236}">
                <a16:creationId xmlns:a16="http://schemas.microsoft.com/office/drawing/2014/main" id="{74396A6F-69CA-388D-3248-91B766B5AF67}"/>
              </a:ext>
            </a:extLst>
          </p:cNvPr>
          <p:cNvSpPr txBox="1"/>
          <p:nvPr/>
        </p:nvSpPr>
        <p:spPr>
          <a:xfrm>
            <a:off x="6398858" y="2508039"/>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8" name="TextBox 47">
            <a:extLst>
              <a:ext uri="{FF2B5EF4-FFF2-40B4-BE49-F238E27FC236}">
                <a16:creationId xmlns:a16="http://schemas.microsoft.com/office/drawing/2014/main" id="{6F798D6C-6910-14DA-FA7B-6F254B08B5EF}"/>
              </a:ext>
            </a:extLst>
          </p:cNvPr>
          <p:cNvSpPr txBox="1"/>
          <p:nvPr/>
        </p:nvSpPr>
        <p:spPr>
          <a:xfrm>
            <a:off x="7353616" y="2487412"/>
            <a:ext cx="563880" cy="369332"/>
          </a:xfrm>
          <a:prstGeom prst="rect">
            <a:avLst/>
          </a:prstGeom>
          <a:noFill/>
        </p:spPr>
        <p:txBody>
          <a:bodyPr wrap="square" rtlCol="0">
            <a:spAutoFit/>
          </a:bodyPr>
          <a:lstStyle/>
          <a:p>
            <a:pPr algn="ctr"/>
            <a:r>
              <a:rPr lang="en-US" sz="1800" dirty="0">
                <a:solidFill>
                  <a:schemeClr val="tx2"/>
                </a:solidFill>
              </a:rPr>
              <a:t>6</a:t>
            </a:r>
          </a:p>
        </p:txBody>
      </p:sp>
      <p:sp>
        <p:nvSpPr>
          <p:cNvPr id="49" name="TextBox 48">
            <a:extLst>
              <a:ext uri="{FF2B5EF4-FFF2-40B4-BE49-F238E27FC236}">
                <a16:creationId xmlns:a16="http://schemas.microsoft.com/office/drawing/2014/main" id="{AFFF39D9-B506-4251-8FB9-883275B94160}"/>
              </a:ext>
            </a:extLst>
          </p:cNvPr>
          <p:cNvSpPr txBox="1"/>
          <p:nvPr/>
        </p:nvSpPr>
        <p:spPr>
          <a:xfrm>
            <a:off x="8003015" y="1863415"/>
            <a:ext cx="563880" cy="369332"/>
          </a:xfrm>
          <a:prstGeom prst="rect">
            <a:avLst/>
          </a:prstGeom>
          <a:noFill/>
        </p:spPr>
        <p:txBody>
          <a:bodyPr wrap="square" rtlCol="0">
            <a:spAutoFit/>
          </a:bodyPr>
          <a:lstStyle/>
          <a:p>
            <a:pPr algn="ctr"/>
            <a:r>
              <a:rPr lang="en-US" sz="1800" dirty="0">
                <a:solidFill>
                  <a:schemeClr val="tx2"/>
                </a:solidFill>
              </a:rPr>
              <a:t>3</a:t>
            </a:r>
          </a:p>
        </p:txBody>
      </p:sp>
      <p:sp>
        <p:nvSpPr>
          <p:cNvPr id="50" name="TextBox 49">
            <a:extLst>
              <a:ext uri="{FF2B5EF4-FFF2-40B4-BE49-F238E27FC236}">
                <a16:creationId xmlns:a16="http://schemas.microsoft.com/office/drawing/2014/main" id="{0AA1D892-5BD6-F0EA-A0E7-CC1764AA8AF1}"/>
              </a:ext>
            </a:extLst>
          </p:cNvPr>
          <p:cNvSpPr txBox="1"/>
          <p:nvPr/>
        </p:nvSpPr>
        <p:spPr>
          <a:xfrm>
            <a:off x="7995724" y="3184448"/>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52" name="TextBox 51">
            <a:extLst>
              <a:ext uri="{FF2B5EF4-FFF2-40B4-BE49-F238E27FC236}">
                <a16:creationId xmlns:a16="http://schemas.microsoft.com/office/drawing/2014/main" id="{ABDBB96E-9361-7B27-A1C4-89F9A8B2E6C0}"/>
              </a:ext>
            </a:extLst>
          </p:cNvPr>
          <p:cNvSpPr txBox="1"/>
          <p:nvPr/>
        </p:nvSpPr>
        <p:spPr>
          <a:xfrm>
            <a:off x="3933181" y="2455577"/>
            <a:ext cx="353807" cy="400110"/>
          </a:xfrm>
          <a:prstGeom prst="rect">
            <a:avLst/>
          </a:prstGeom>
          <a:noFill/>
        </p:spPr>
        <p:txBody>
          <a:bodyPr wrap="square" rtlCol="0">
            <a:spAutoFit/>
          </a:bodyPr>
          <a:lstStyle/>
          <a:p>
            <a:pPr algn="ctr"/>
            <a:r>
              <a:rPr lang="en-US" sz="2000" dirty="0">
                <a:solidFill>
                  <a:schemeClr val="bg2"/>
                </a:solidFill>
                <a:latin typeface="Poppins" panose="00000500000000000000" pitchFamily="2" charset="0"/>
                <a:cs typeface="Poppins" panose="00000500000000000000" pitchFamily="2" charset="0"/>
              </a:rPr>
              <a:t>0</a:t>
            </a:r>
          </a:p>
        </p:txBody>
      </p:sp>
      <p:sp>
        <p:nvSpPr>
          <p:cNvPr id="56" name="TextBox 55">
            <a:extLst>
              <a:ext uri="{FF2B5EF4-FFF2-40B4-BE49-F238E27FC236}">
                <a16:creationId xmlns:a16="http://schemas.microsoft.com/office/drawing/2014/main" id="{4C2FC09D-3AD7-918C-8350-895EA1BB127F}"/>
              </a:ext>
            </a:extLst>
          </p:cNvPr>
          <p:cNvSpPr txBox="1"/>
          <p:nvPr/>
        </p:nvSpPr>
        <p:spPr>
          <a:xfrm>
            <a:off x="7355377" y="1273812"/>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57" name="TextBox 56">
            <a:extLst>
              <a:ext uri="{FF2B5EF4-FFF2-40B4-BE49-F238E27FC236}">
                <a16:creationId xmlns:a16="http://schemas.microsoft.com/office/drawing/2014/main" id="{D1F1C942-2B42-4C11-2999-7CA3EB6EAC45}"/>
              </a:ext>
            </a:extLst>
          </p:cNvPr>
          <p:cNvSpPr txBox="1"/>
          <p:nvPr/>
        </p:nvSpPr>
        <p:spPr>
          <a:xfrm>
            <a:off x="8813694" y="2430347"/>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14" name="AutoShape 3">
            <a:extLst>
              <a:ext uri="{FF2B5EF4-FFF2-40B4-BE49-F238E27FC236}">
                <a16:creationId xmlns:a16="http://schemas.microsoft.com/office/drawing/2014/main" id="{9FF5D5F7-D1B2-47B3-5396-BA0E91959B31}"/>
              </a:ext>
            </a:extLst>
          </p:cNvPr>
          <p:cNvSpPr>
            <a:spLocks noChangeAspect="1" noChangeArrowheads="1" noTextEdit="1"/>
          </p:cNvSpPr>
          <p:nvPr/>
        </p:nvSpPr>
        <p:spPr bwMode="auto">
          <a:xfrm>
            <a:off x="285750" y="1136650"/>
            <a:ext cx="3575050" cy="314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4170" name="Table 4169">
            <a:extLst>
              <a:ext uri="{FF2B5EF4-FFF2-40B4-BE49-F238E27FC236}">
                <a16:creationId xmlns:a16="http://schemas.microsoft.com/office/drawing/2014/main" id="{C2D0B897-0BE0-5495-F216-E47229C24D70}"/>
              </a:ext>
            </a:extLst>
          </p:cNvPr>
          <p:cNvGraphicFramePr>
            <a:graphicFrameLocks noGrp="1"/>
          </p:cNvGraphicFramePr>
          <p:nvPr>
            <p:extLst>
              <p:ext uri="{D42A27DB-BD31-4B8C-83A1-F6EECF244321}">
                <p14:modId xmlns:p14="http://schemas.microsoft.com/office/powerpoint/2010/main" val="183379546"/>
              </p:ext>
            </p:extLst>
          </p:nvPr>
        </p:nvGraphicFramePr>
        <p:xfrm>
          <a:off x="330702" y="1156417"/>
          <a:ext cx="3449963" cy="3016806"/>
        </p:xfrm>
        <a:graphic>
          <a:graphicData uri="http://schemas.openxmlformats.org/drawingml/2006/table">
            <a:tbl>
              <a:tblPr firstRow="1" firstCol="1" bandRow="1">
                <a:tableStyleId>{284E427A-3D55-4303-BF80-6455036E1DE7}</a:tableStyleId>
              </a:tblPr>
              <a:tblGrid>
                <a:gridCol w="607060">
                  <a:extLst>
                    <a:ext uri="{9D8B030D-6E8A-4147-A177-3AD203B41FA5}">
                      <a16:colId xmlns:a16="http://schemas.microsoft.com/office/drawing/2014/main" val="2400426112"/>
                    </a:ext>
                  </a:extLst>
                </a:gridCol>
                <a:gridCol w="2029988">
                  <a:extLst>
                    <a:ext uri="{9D8B030D-6E8A-4147-A177-3AD203B41FA5}">
                      <a16:colId xmlns:a16="http://schemas.microsoft.com/office/drawing/2014/main" val="833233377"/>
                    </a:ext>
                  </a:extLst>
                </a:gridCol>
                <a:gridCol w="812915">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A</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dirty="0">
                          <a:solidFill>
                            <a:schemeClr val="bg2"/>
                          </a:solidFill>
                          <a:effectLst/>
                          <a:latin typeface="Poppins" panose="00000500000000000000" pitchFamily="2" charset="0"/>
                          <a:cs typeface="Poppins" panose="00000500000000000000" pitchFamily="2" charset="0"/>
                        </a:rPr>
                        <a:t>0</a:t>
                      </a:r>
                      <a:endParaRPr lang="en-US" sz="14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a:effectLst/>
                          <a:latin typeface="Poppins" panose="00000500000000000000" pitchFamily="2" charset="0"/>
                          <a:cs typeface="Poppins" panose="00000500000000000000" pitchFamily="2" charset="0"/>
                        </a:rPr>
                        <a:t>-</a:t>
                      </a:r>
                      <a:endParaRPr lang="en-US" sz="14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B</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2000" b="0" strike="noStrike" dirty="0">
                        <a:solidFill>
                          <a:schemeClr val="bg2"/>
                        </a:solidFill>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C</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2000" b="0" strike="noStrike" kern="100" dirty="0">
                        <a:solidFill>
                          <a:schemeClr val="bg2"/>
                        </a:solidFill>
                        <a:effectLst/>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D</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E</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873937652"/>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F</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extLst>
                  <a:ext uri="{0D108BD9-81ED-4DB2-BD59-A6C34878D82A}">
                    <a16:rowId xmlns:a16="http://schemas.microsoft.com/office/drawing/2014/main" val="199206941"/>
                  </a:ext>
                </a:extLst>
              </a:tr>
            </a:tbl>
          </a:graphicData>
        </a:graphic>
      </p:graphicFrame>
      <p:sp>
        <p:nvSpPr>
          <p:cNvPr id="4171" name="TextBox 4170">
            <a:extLst>
              <a:ext uri="{FF2B5EF4-FFF2-40B4-BE49-F238E27FC236}">
                <a16:creationId xmlns:a16="http://schemas.microsoft.com/office/drawing/2014/main" id="{B58CBD4B-65EE-0A58-FB13-C342599FBA6B}"/>
              </a:ext>
            </a:extLst>
          </p:cNvPr>
          <p:cNvSpPr txBox="1"/>
          <p:nvPr/>
        </p:nvSpPr>
        <p:spPr>
          <a:xfrm>
            <a:off x="1593801" y="2078858"/>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5</a:t>
            </a:r>
            <a:endParaRPr lang="ja-JP" altLang="en-US" b="0" i="0" u="none" strike="noStrike" kern="100" baseline="0" dirty="0">
              <a:solidFill>
                <a:srgbClr val="0C0A9E"/>
              </a:solidFill>
              <a:latin typeface="Poppins" panose="00000500000000000000" pitchFamily="2" charset="0"/>
            </a:endParaRPr>
          </a:p>
        </p:txBody>
      </p:sp>
      <p:sp>
        <p:nvSpPr>
          <p:cNvPr id="4172" name="TextBox 4171">
            <a:extLst>
              <a:ext uri="{FF2B5EF4-FFF2-40B4-BE49-F238E27FC236}">
                <a16:creationId xmlns:a16="http://schemas.microsoft.com/office/drawing/2014/main" id="{83080953-8AF2-39E6-A75A-E3DCD959D49D}"/>
              </a:ext>
            </a:extLst>
          </p:cNvPr>
          <p:cNvSpPr txBox="1"/>
          <p:nvPr/>
        </p:nvSpPr>
        <p:spPr>
          <a:xfrm>
            <a:off x="1593801" y="2529062"/>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2</a:t>
            </a:r>
            <a:endParaRPr lang="ja-JP" altLang="en-US" b="0" i="0" u="none" strike="noStrike" kern="100" baseline="0" dirty="0">
              <a:solidFill>
                <a:srgbClr val="0C0A9E"/>
              </a:solidFill>
              <a:latin typeface="Poppins" panose="00000500000000000000" pitchFamily="2" charset="0"/>
            </a:endParaRPr>
          </a:p>
        </p:txBody>
      </p:sp>
      <p:sp>
        <p:nvSpPr>
          <p:cNvPr id="4173" name="TextBox 4172">
            <a:extLst>
              <a:ext uri="{FF2B5EF4-FFF2-40B4-BE49-F238E27FC236}">
                <a16:creationId xmlns:a16="http://schemas.microsoft.com/office/drawing/2014/main" id="{F09DCF0E-4B0F-ADDB-0325-BE647CAB235B}"/>
              </a:ext>
            </a:extLst>
          </p:cNvPr>
          <p:cNvSpPr txBox="1"/>
          <p:nvPr/>
        </p:nvSpPr>
        <p:spPr>
          <a:xfrm>
            <a:off x="3004063" y="2066112"/>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sp>
        <p:nvSpPr>
          <p:cNvPr id="4174" name="TextBox 4173">
            <a:extLst>
              <a:ext uri="{FF2B5EF4-FFF2-40B4-BE49-F238E27FC236}">
                <a16:creationId xmlns:a16="http://schemas.microsoft.com/office/drawing/2014/main" id="{B6793E65-A907-5E94-B6F9-B9FB7650B77B}"/>
              </a:ext>
            </a:extLst>
          </p:cNvPr>
          <p:cNvSpPr txBox="1"/>
          <p:nvPr/>
        </p:nvSpPr>
        <p:spPr>
          <a:xfrm>
            <a:off x="3006602" y="2508039"/>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sp>
        <p:nvSpPr>
          <p:cNvPr id="4175" name="TextBox 4174">
            <a:extLst>
              <a:ext uri="{FF2B5EF4-FFF2-40B4-BE49-F238E27FC236}">
                <a16:creationId xmlns:a16="http://schemas.microsoft.com/office/drawing/2014/main" id="{5AC67C29-1501-25F3-BDB9-874904364598}"/>
              </a:ext>
            </a:extLst>
          </p:cNvPr>
          <p:cNvSpPr txBox="1"/>
          <p:nvPr/>
        </p:nvSpPr>
        <p:spPr>
          <a:xfrm>
            <a:off x="5235402" y="1231241"/>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5</a:t>
            </a:r>
          </a:p>
        </p:txBody>
      </p:sp>
      <p:sp>
        <p:nvSpPr>
          <p:cNvPr id="4176" name="TextBox 4175">
            <a:extLst>
              <a:ext uri="{FF2B5EF4-FFF2-40B4-BE49-F238E27FC236}">
                <a16:creationId xmlns:a16="http://schemas.microsoft.com/office/drawing/2014/main" id="{4DAB17DE-3761-94F3-9132-498180C2CCAF}"/>
              </a:ext>
            </a:extLst>
          </p:cNvPr>
          <p:cNvSpPr txBox="1"/>
          <p:nvPr/>
        </p:nvSpPr>
        <p:spPr>
          <a:xfrm rot="10800000" flipV="1">
            <a:off x="5243203" y="3786319"/>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2</a:t>
            </a:r>
          </a:p>
        </p:txBody>
      </p:sp>
      <p:sp>
        <p:nvSpPr>
          <p:cNvPr id="2" name="TextBox 1">
            <a:extLst>
              <a:ext uri="{FF2B5EF4-FFF2-40B4-BE49-F238E27FC236}">
                <a16:creationId xmlns:a16="http://schemas.microsoft.com/office/drawing/2014/main" id="{FEFF5AC0-E04D-90F5-7849-2EDAED1EA974}"/>
              </a:ext>
            </a:extLst>
          </p:cNvPr>
          <p:cNvSpPr txBox="1"/>
          <p:nvPr/>
        </p:nvSpPr>
        <p:spPr>
          <a:xfrm>
            <a:off x="1593801" y="3369114"/>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9</a:t>
            </a:r>
            <a:endParaRPr lang="ja-JP" altLang="en-US" b="0" i="0" u="none" strike="noStrike" kern="100" baseline="0" dirty="0">
              <a:solidFill>
                <a:srgbClr val="0C0A9E"/>
              </a:solidFill>
              <a:latin typeface="Poppins" panose="00000500000000000000" pitchFamily="2" charset="0"/>
            </a:endParaRPr>
          </a:p>
        </p:txBody>
      </p:sp>
      <p:sp>
        <p:nvSpPr>
          <p:cNvPr id="6" name="TextBox 5">
            <a:extLst>
              <a:ext uri="{FF2B5EF4-FFF2-40B4-BE49-F238E27FC236}">
                <a16:creationId xmlns:a16="http://schemas.microsoft.com/office/drawing/2014/main" id="{C0EA7470-8240-0476-2AE6-795C2584BCF7}"/>
              </a:ext>
            </a:extLst>
          </p:cNvPr>
          <p:cNvSpPr txBox="1"/>
          <p:nvPr/>
        </p:nvSpPr>
        <p:spPr>
          <a:xfrm>
            <a:off x="3010100" y="3347698"/>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C</a:t>
            </a:r>
            <a:endParaRPr lang="ja-JP" altLang="en-US" b="0" i="0" u="none" strike="noStrike" kern="100" baseline="0" dirty="0">
              <a:solidFill>
                <a:srgbClr val="0C0A9E"/>
              </a:solidFill>
              <a:latin typeface="Poppins" panose="00000500000000000000" pitchFamily="2" charset="0"/>
            </a:endParaRPr>
          </a:p>
        </p:txBody>
      </p:sp>
      <p:grpSp>
        <p:nvGrpSpPr>
          <p:cNvPr id="17" name="Google Shape;11060;p78">
            <a:extLst>
              <a:ext uri="{FF2B5EF4-FFF2-40B4-BE49-F238E27FC236}">
                <a16:creationId xmlns:a16="http://schemas.microsoft.com/office/drawing/2014/main" id="{BED060C3-A1EE-7844-87B1-00D896E99F5E}"/>
              </a:ext>
            </a:extLst>
          </p:cNvPr>
          <p:cNvGrpSpPr/>
          <p:nvPr/>
        </p:nvGrpSpPr>
        <p:grpSpPr>
          <a:xfrm>
            <a:off x="0" y="1681212"/>
            <a:ext cx="285749" cy="265631"/>
            <a:chOff x="5216456" y="3725484"/>
            <a:chExt cx="356196" cy="265631"/>
          </a:xfrm>
        </p:grpSpPr>
        <p:sp>
          <p:nvSpPr>
            <p:cNvPr id="18" name="Google Shape;11061;p78">
              <a:extLst>
                <a:ext uri="{FF2B5EF4-FFF2-40B4-BE49-F238E27FC236}">
                  <a16:creationId xmlns:a16="http://schemas.microsoft.com/office/drawing/2014/main" id="{EF177FA4-10EC-ADC6-8959-AC853C7F93B6}"/>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062;p78">
              <a:extLst>
                <a:ext uri="{FF2B5EF4-FFF2-40B4-BE49-F238E27FC236}">
                  <a16:creationId xmlns:a16="http://schemas.microsoft.com/office/drawing/2014/main" id="{0DCCD822-B3D2-3E3C-91B3-93E6BF55CF3C}"/>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1060;p78">
            <a:extLst>
              <a:ext uri="{FF2B5EF4-FFF2-40B4-BE49-F238E27FC236}">
                <a16:creationId xmlns:a16="http://schemas.microsoft.com/office/drawing/2014/main" id="{F6B616A2-9C7B-1421-964B-008F5928EC9E}"/>
              </a:ext>
            </a:extLst>
          </p:cNvPr>
          <p:cNvGrpSpPr/>
          <p:nvPr/>
        </p:nvGrpSpPr>
        <p:grpSpPr>
          <a:xfrm>
            <a:off x="8762" y="2540050"/>
            <a:ext cx="285749" cy="265631"/>
            <a:chOff x="5216456" y="3725484"/>
            <a:chExt cx="356196" cy="265631"/>
          </a:xfrm>
        </p:grpSpPr>
        <p:sp>
          <p:nvSpPr>
            <p:cNvPr id="22" name="Google Shape;11061;p78">
              <a:extLst>
                <a:ext uri="{FF2B5EF4-FFF2-40B4-BE49-F238E27FC236}">
                  <a16:creationId xmlns:a16="http://schemas.microsoft.com/office/drawing/2014/main" id="{EC6C67D5-17F2-897F-4303-FF95A0DEDBD3}"/>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062;p78">
              <a:extLst>
                <a:ext uri="{FF2B5EF4-FFF2-40B4-BE49-F238E27FC236}">
                  <a16:creationId xmlns:a16="http://schemas.microsoft.com/office/drawing/2014/main" id="{59F241F5-085E-0BB8-1C86-1E7A3E06DB63}"/>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E37037D2-7A6F-06A9-4A52-C07958A45D9E}"/>
              </a:ext>
            </a:extLst>
          </p:cNvPr>
          <p:cNvSpPr txBox="1"/>
          <p:nvPr/>
        </p:nvSpPr>
        <p:spPr>
          <a:xfrm>
            <a:off x="1596280" y="3365798"/>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7</a:t>
            </a:r>
            <a:endParaRPr lang="ja-JP" altLang="en-US" b="0" i="0" u="none" strike="noStrike" kern="100" baseline="0" dirty="0">
              <a:solidFill>
                <a:srgbClr val="0C0A9E"/>
              </a:solidFill>
              <a:latin typeface="Poppins" panose="00000500000000000000" pitchFamily="2" charset="0"/>
            </a:endParaRPr>
          </a:p>
        </p:txBody>
      </p:sp>
      <p:sp>
        <p:nvSpPr>
          <p:cNvPr id="8" name="TextBox 7">
            <a:extLst>
              <a:ext uri="{FF2B5EF4-FFF2-40B4-BE49-F238E27FC236}">
                <a16:creationId xmlns:a16="http://schemas.microsoft.com/office/drawing/2014/main" id="{35C70E98-6216-1EF9-D589-C0D80D091517}"/>
              </a:ext>
            </a:extLst>
          </p:cNvPr>
          <p:cNvSpPr txBox="1"/>
          <p:nvPr/>
        </p:nvSpPr>
        <p:spPr>
          <a:xfrm>
            <a:off x="3019796" y="3350319"/>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B</a:t>
            </a:r>
            <a:endParaRPr lang="ja-JP" altLang="en-US" b="0" i="0" u="none" strike="noStrike" kern="100" baseline="0" dirty="0">
              <a:solidFill>
                <a:srgbClr val="0C0A9E"/>
              </a:solidFill>
              <a:latin typeface="Poppins" panose="00000500000000000000" pitchFamily="2" charset="0"/>
            </a:endParaRPr>
          </a:p>
        </p:txBody>
      </p:sp>
      <p:sp>
        <p:nvSpPr>
          <p:cNvPr id="26" name="TextBox 25">
            <a:extLst>
              <a:ext uri="{FF2B5EF4-FFF2-40B4-BE49-F238E27FC236}">
                <a16:creationId xmlns:a16="http://schemas.microsoft.com/office/drawing/2014/main" id="{A43E7FAB-39EC-D5C6-6E71-5A93B8063CEA}"/>
              </a:ext>
            </a:extLst>
          </p:cNvPr>
          <p:cNvSpPr txBox="1"/>
          <p:nvPr/>
        </p:nvSpPr>
        <p:spPr>
          <a:xfrm>
            <a:off x="1585948" y="2955915"/>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9</a:t>
            </a:r>
            <a:endParaRPr lang="ja-JP" altLang="en-US" b="0" i="0" u="none" strike="noStrike" kern="100" baseline="0" dirty="0">
              <a:solidFill>
                <a:srgbClr val="0C0A9E"/>
              </a:solidFill>
              <a:latin typeface="Poppins" panose="00000500000000000000" pitchFamily="2" charset="0"/>
            </a:endParaRPr>
          </a:p>
        </p:txBody>
      </p:sp>
      <p:sp>
        <p:nvSpPr>
          <p:cNvPr id="33" name="TextBox 32">
            <a:extLst>
              <a:ext uri="{FF2B5EF4-FFF2-40B4-BE49-F238E27FC236}">
                <a16:creationId xmlns:a16="http://schemas.microsoft.com/office/drawing/2014/main" id="{55E22C0F-39B5-13C2-6B98-27D6EEDD6A68}"/>
              </a:ext>
            </a:extLst>
          </p:cNvPr>
          <p:cNvSpPr txBox="1"/>
          <p:nvPr/>
        </p:nvSpPr>
        <p:spPr>
          <a:xfrm>
            <a:off x="1592502" y="2942261"/>
            <a:ext cx="707666" cy="400110"/>
          </a:xfrm>
          <a:prstGeom prst="rect">
            <a:avLst/>
          </a:prstGeom>
          <a:noFill/>
        </p:spPr>
        <p:txBody>
          <a:bodyPr wrap="square" rtlCol="0">
            <a:spAutoFit/>
          </a:bodyPr>
          <a:lstStyle/>
          <a:p>
            <a:pPr algn="ct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p:txBody>
      </p:sp>
      <p:sp>
        <p:nvSpPr>
          <p:cNvPr id="35" name="TextBox 34">
            <a:extLst>
              <a:ext uri="{FF2B5EF4-FFF2-40B4-BE49-F238E27FC236}">
                <a16:creationId xmlns:a16="http://schemas.microsoft.com/office/drawing/2014/main" id="{5045CB7C-6A3D-4C76-A76C-D5D9658B893A}"/>
              </a:ext>
            </a:extLst>
          </p:cNvPr>
          <p:cNvSpPr txBox="1"/>
          <p:nvPr/>
        </p:nvSpPr>
        <p:spPr>
          <a:xfrm>
            <a:off x="3004063" y="2936735"/>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B</a:t>
            </a:r>
            <a:endParaRPr lang="ja-JP" altLang="en-US" b="0" i="0" u="none" strike="noStrike" kern="100" baseline="0" dirty="0">
              <a:solidFill>
                <a:srgbClr val="0C0A9E"/>
              </a:solidFill>
              <a:latin typeface="Poppins" panose="00000500000000000000" pitchFamily="2" charset="0"/>
            </a:endParaRPr>
          </a:p>
        </p:txBody>
      </p:sp>
      <p:grpSp>
        <p:nvGrpSpPr>
          <p:cNvPr id="36" name="Google Shape;11060;p78">
            <a:extLst>
              <a:ext uri="{FF2B5EF4-FFF2-40B4-BE49-F238E27FC236}">
                <a16:creationId xmlns:a16="http://schemas.microsoft.com/office/drawing/2014/main" id="{CB436F8A-1547-16CB-09D6-54185516532E}"/>
              </a:ext>
            </a:extLst>
          </p:cNvPr>
          <p:cNvGrpSpPr/>
          <p:nvPr/>
        </p:nvGrpSpPr>
        <p:grpSpPr>
          <a:xfrm>
            <a:off x="20993" y="2130858"/>
            <a:ext cx="285749" cy="265631"/>
            <a:chOff x="5216456" y="3725484"/>
            <a:chExt cx="356196" cy="265631"/>
          </a:xfrm>
        </p:grpSpPr>
        <p:sp>
          <p:nvSpPr>
            <p:cNvPr id="37" name="Google Shape;11061;p78">
              <a:extLst>
                <a:ext uri="{FF2B5EF4-FFF2-40B4-BE49-F238E27FC236}">
                  <a16:creationId xmlns:a16="http://schemas.microsoft.com/office/drawing/2014/main" id="{E337968C-C800-B3B8-3F33-F1D589DF4671}"/>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062;p78">
              <a:extLst>
                <a:ext uri="{FF2B5EF4-FFF2-40B4-BE49-F238E27FC236}">
                  <a16:creationId xmlns:a16="http://schemas.microsoft.com/office/drawing/2014/main" id="{7FDDD890-1A98-FD50-040B-BFAAA6DB0F50}"/>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TextBox 40">
            <a:extLst>
              <a:ext uri="{FF2B5EF4-FFF2-40B4-BE49-F238E27FC236}">
                <a16:creationId xmlns:a16="http://schemas.microsoft.com/office/drawing/2014/main" id="{F06A0910-958C-4B8C-2D98-CD13EA8ED963}"/>
              </a:ext>
            </a:extLst>
          </p:cNvPr>
          <p:cNvSpPr txBox="1"/>
          <p:nvPr/>
        </p:nvSpPr>
        <p:spPr>
          <a:xfrm rot="10800000" flipV="1">
            <a:off x="7292849" y="3774023"/>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9</a:t>
            </a:r>
          </a:p>
        </p:txBody>
      </p:sp>
      <p:sp>
        <p:nvSpPr>
          <p:cNvPr id="51" name="TextBox 50">
            <a:extLst>
              <a:ext uri="{FF2B5EF4-FFF2-40B4-BE49-F238E27FC236}">
                <a16:creationId xmlns:a16="http://schemas.microsoft.com/office/drawing/2014/main" id="{B20A97E2-BDA2-2A44-6214-00864F3D524B}"/>
              </a:ext>
            </a:extLst>
          </p:cNvPr>
          <p:cNvSpPr txBox="1"/>
          <p:nvPr/>
        </p:nvSpPr>
        <p:spPr>
          <a:xfrm rot="10800000" flipV="1">
            <a:off x="7317121" y="1225717"/>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9</a:t>
            </a:r>
          </a:p>
        </p:txBody>
      </p:sp>
      <p:sp>
        <p:nvSpPr>
          <p:cNvPr id="53" name="TextBox 52">
            <a:extLst>
              <a:ext uri="{FF2B5EF4-FFF2-40B4-BE49-F238E27FC236}">
                <a16:creationId xmlns:a16="http://schemas.microsoft.com/office/drawing/2014/main" id="{51CD39BA-43EC-699C-A483-524839AE66BF}"/>
              </a:ext>
            </a:extLst>
          </p:cNvPr>
          <p:cNvSpPr txBox="1"/>
          <p:nvPr/>
        </p:nvSpPr>
        <p:spPr>
          <a:xfrm>
            <a:off x="7154174" y="3842027"/>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7</a:t>
            </a:r>
            <a:endParaRPr lang="ja-JP" altLang="en-US" b="0" i="0" u="none" strike="noStrike" kern="100" baseline="0" dirty="0">
              <a:solidFill>
                <a:srgbClr val="0C0A9E"/>
              </a:solidFill>
              <a:latin typeface="Poppins" panose="00000500000000000000" pitchFamily="2" charset="0"/>
            </a:endParaRPr>
          </a:p>
        </p:txBody>
      </p:sp>
    </p:spTree>
    <p:extLst>
      <p:ext uri="{BB962C8B-B14F-4D97-AF65-F5344CB8AC3E}">
        <p14:creationId xmlns:p14="http://schemas.microsoft.com/office/powerpoint/2010/main" val="87860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5"/>
                                        </p:tgtEl>
                                        <p:attrNameLst>
                                          <p:attrName>style.color</p:attrName>
                                        </p:attrNameLst>
                                      </p:cBhvr>
                                      <p:by>
                                        <p:hsl h="0" s="-12549" l="-25098"/>
                                      </p:by>
                                    </p:animClr>
                                    <p:animClr clrSpc="hsl" dir="cw">
                                      <p:cBhvr>
                                        <p:cTn id="7" dur="500" fill="hold"/>
                                        <p:tgtEl>
                                          <p:spTgt spid="5"/>
                                        </p:tgtEl>
                                        <p:attrNameLst>
                                          <p:attrName>fillcolor</p:attrName>
                                        </p:attrNameLst>
                                      </p:cBhvr>
                                      <p:by>
                                        <p:hsl h="0" s="-12549" l="-25098"/>
                                      </p:by>
                                    </p:animClr>
                                    <p:animClr clrSpc="hsl" dir="cw">
                                      <p:cBhvr>
                                        <p:cTn id="8" dur="500" fill="hold"/>
                                        <p:tgtEl>
                                          <p:spTgt spid="5"/>
                                        </p:tgtEl>
                                        <p:attrNameLst>
                                          <p:attrName>stroke.color</p:attrName>
                                        </p:attrNameLst>
                                      </p:cBhvr>
                                      <p:by>
                                        <p:hsl h="0" s="-12549" l="-25098"/>
                                      </p:by>
                                    </p:animClr>
                                    <p:set>
                                      <p:cBhvr>
                                        <p:cTn id="9" dur="500" fill="hold"/>
                                        <p:tgtEl>
                                          <p:spTgt spid="5"/>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0" nodeType="clickEffect">
                                  <p:stCondLst>
                                    <p:cond delay="0"/>
                                  </p:stCondLst>
                                  <p:childTnLst>
                                    <p:set>
                                      <p:cBhvr>
                                        <p:cTn id="13" dur="1" fill="hold">
                                          <p:stCondLst>
                                            <p:cond delay="0"/>
                                          </p:stCondLst>
                                        </p:cTn>
                                        <p:tgtEl>
                                          <p:spTgt spid="41"/>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500"/>
                                        <p:tgtEl>
                                          <p:spTgt spid="5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500"/>
                                        <p:tgtEl>
                                          <p:spTgt spid="5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hidden"/>
                                      </p:to>
                                    </p:se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additive="base">
                                        <p:cTn id="54" dur="500" fill="hold"/>
                                        <p:tgtEl>
                                          <p:spTgt spid="36"/>
                                        </p:tgtEl>
                                        <p:attrNameLst>
                                          <p:attrName>ppt_x</p:attrName>
                                        </p:attrNameLst>
                                      </p:cBhvr>
                                      <p:tavLst>
                                        <p:tav tm="0">
                                          <p:val>
                                            <p:strVal val="#ppt_x"/>
                                          </p:val>
                                        </p:tav>
                                        <p:tav tm="100000">
                                          <p:val>
                                            <p:strVal val="#ppt_x"/>
                                          </p:val>
                                        </p:tav>
                                      </p:tavLst>
                                    </p:anim>
                                    <p:anim calcmode="lin" valueType="num">
                                      <p:cBhvr additive="base">
                                        <p:cTn id="55"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6" grpId="0"/>
      <p:bldP spid="2" grpId="0"/>
      <p:bldP spid="6" grpId="0"/>
      <p:bldP spid="7" grpId="0"/>
      <p:bldP spid="8" grpId="0"/>
      <p:bldP spid="26" grpId="0"/>
      <p:bldP spid="33" grpId="0"/>
      <p:bldP spid="35" grpId="0"/>
      <p:bldP spid="41" grpId="0"/>
      <p:bldP spid="51" grpId="0"/>
      <p:bldP spid="5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A481CB7F-5A11-B0D9-4B15-9974F9038709}"/>
            </a:ext>
          </a:extLst>
        </p:cNvPr>
        <p:cNvGrpSpPr/>
        <p:nvPr/>
      </p:nvGrpSpPr>
      <p:grpSpPr>
        <a:xfrm>
          <a:off x="0" y="0"/>
          <a:ext cx="0" cy="0"/>
          <a:chOff x="0" y="0"/>
          <a:chExt cx="0" cy="0"/>
        </a:xfrm>
      </p:grpSpPr>
      <p:sp>
        <p:nvSpPr>
          <p:cNvPr id="16" name="Google Shape;1842;p46">
            <a:extLst>
              <a:ext uri="{FF2B5EF4-FFF2-40B4-BE49-F238E27FC236}">
                <a16:creationId xmlns:a16="http://schemas.microsoft.com/office/drawing/2014/main" id="{FF51E5A3-C62D-9B2A-0CD4-5C9DFD15D353}"/>
              </a:ext>
            </a:extLst>
          </p:cNvPr>
          <p:cNvSpPr txBox="1">
            <a:spLocks noGrp="1"/>
          </p:cNvSpPr>
          <p:nvPr>
            <p:ph type="title"/>
          </p:nvPr>
        </p:nvSpPr>
        <p:spPr>
          <a:xfrm>
            <a:off x="370564" y="-333061"/>
            <a:ext cx="4971524"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Example</a:t>
            </a:r>
          </a:p>
        </p:txBody>
      </p:sp>
      <p:sp>
        <p:nvSpPr>
          <p:cNvPr id="3" name="AutoShape 4">
            <a:extLst>
              <a:ext uri="{FF2B5EF4-FFF2-40B4-BE49-F238E27FC236}">
                <a16:creationId xmlns:a16="http://schemas.microsoft.com/office/drawing/2014/main" id="{FD183018-8D47-4F59-81E4-360DCA32F1BD}"/>
              </a:ext>
            </a:extLst>
          </p:cNvPr>
          <p:cNvSpPr>
            <a:spLocks noChangeAspect="1" noChangeArrowheads="1"/>
          </p:cNvSpPr>
          <p:nvPr/>
        </p:nvSpPr>
        <p:spPr bwMode="auto">
          <a:xfrm>
            <a:off x="-66675" y="277812"/>
            <a:ext cx="8924925" cy="4581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 name="Oval 3">
            <a:extLst>
              <a:ext uri="{FF2B5EF4-FFF2-40B4-BE49-F238E27FC236}">
                <a16:creationId xmlns:a16="http://schemas.microsoft.com/office/drawing/2014/main" id="{7503DDC8-A04D-3B89-CCEB-4BF69F99C474}"/>
              </a:ext>
            </a:extLst>
          </p:cNvPr>
          <p:cNvSpPr/>
          <p:nvPr/>
        </p:nvSpPr>
        <p:spPr>
          <a:xfrm>
            <a:off x="431157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5" name="Oval 4">
            <a:extLst>
              <a:ext uri="{FF2B5EF4-FFF2-40B4-BE49-F238E27FC236}">
                <a16:creationId xmlns:a16="http://schemas.microsoft.com/office/drawing/2014/main" id="{DA670879-CA9C-9212-E956-F438120DC42A}"/>
              </a:ext>
            </a:extLst>
          </p:cNvPr>
          <p:cNvSpPr/>
          <p:nvPr/>
        </p:nvSpPr>
        <p:spPr>
          <a:xfrm>
            <a:off x="5243203"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9" name="Oval 8">
            <a:extLst>
              <a:ext uri="{FF2B5EF4-FFF2-40B4-BE49-F238E27FC236}">
                <a16:creationId xmlns:a16="http://schemas.microsoft.com/office/drawing/2014/main" id="{13F9098A-A06A-F5BE-2EBF-4ED33F0ABCD1}"/>
              </a:ext>
            </a:extLst>
          </p:cNvPr>
          <p:cNvSpPr/>
          <p:nvPr/>
        </p:nvSpPr>
        <p:spPr>
          <a:xfrm>
            <a:off x="7312431" y="1585639"/>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0" name="Oval 9">
            <a:extLst>
              <a:ext uri="{FF2B5EF4-FFF2-40B4-BE49-F238E27FC236}">
                <a16:creationId xmlns:a16="http://schemas.microsoft.com/office/drawing/2014/main" id="{05DA5102-6E91-5506-0C91-A8D4C553E5A8}"/>
              </a:ext>
            </a:extLst>
          </p:cNvPr>
          <p:cNvSpPr/>
          <p:nvPr/>
        </p:nvSpPr>
        <p:spPr>
          <a:xfrm>
            <a:off x="5243203"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1" name="Oval 10">
            <a:extLst>
              <a:ext uri="{FF2B5EF4-FFF2-40B4-BE49-F238E27FC236}">
                <a16:creationId xmlns:a16="http://schemas.microsoft.com/office/drawing/2014/main" id="{7B02DD46-0C5F-85D3-3541-F51DAA41A2CC}"/>
              </a:ext>
            </a:extLst>
          </p:cNvPr>
          <p:cNvSpPr/>
          <p:nvPr/>
        </p:nvSpPr>
        <p:spPr>
          <a:xfrm>
            <a:off x="7312431" y="3398537"/>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2" name="Oval 11">
            <a:extLst>
              <a:ext uri="{FF2B5EF4-FFF2-40B4-BE49-F238E27FC236}">
                <a16:creationId xmlns:a16="http://schemas.microsoft.com/office/drawing/2014/main" id="{86ECC4D7-5819-1E75-F475-193060F0C0CD}"/>
              </a:ext>
            </a:extLst>
          </p:cNvPr>
          <p:cNvSpPr/>
          <p:nvPr/>
        </p:nvSpPr>
        <p:spPr>
          <a:xfrm>
            <a:off x="8365405" y="2474860"/>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cxnSp>
        <p:nvCxnSpPr>
          <p:cNvPr id="13" name="Straight Arrow Connector 12">
            <a:extLst>
              <a:ext uri="{FF2B5EF4-FFF2-40B4-BE49-F238E27FC236}">
                <a16:creationId xmlns:a16="http://schemas.microsoft.com/office/drawing/2014/main" id="{8EDD3C89-9B52-2028-77D5-60EF0D82E671}"/>
              </a:ext>
            </a:extLst>
          </p:cNvPr>
          <p:cNvCxnSpPr>
            <a:cxnSpLocks/>
            <a:stCxn id="4" idx="0"/>
          </p:cNvCxnSpPr>
          <p:nvPr/>
        </p:nvCxnSpPr>
        <p:spPr>
          <a:xfrm flipV="1">
            <a:off x="4513066" y="1855470"/>
            <a:ext cx="722875" cy="6193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A69260BB-B0D5-8594-D562-23F0275E8BB2}"/>
              </a:ext>
            </a:extLst>
          </p:cNvPr>
          <p:cNvCxnSpPr>
            <a:cxnSpLocks/>
            <a:stCxn id="4" idx="4"/>
            <a:endCxn id="10" idx="2"/>
          </p:cNvCxnSpPr>
          <p:nvPr/>
        </p:nvCxnSpPr>
        <p:spPr>
          <a:xfrm>
            <a:off x="4513066" y="2847500"/>
            <a:ext cx="730137" cy="7373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1761FB46-DB70-46DD-98E5-2F6D73B7906A}"/>
              </a:ext>
            </a:extLst>
          </p:cNvPr>
          <p:cNvCxnSpPr>
            <a:cxnSpLocks/>
            <a:stCxn id="5" idx="6"/>
            <a:endCxn id="9" idx="2"/>
          </p:cNvCxnSpPr>
          <p:nvPr/>
        </p:nvCxnSpPr>
        <p:spPr>
          <a:xfrm>
            <a:off x="5646184" y="1771959"/>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FD8684F1-1741-A010-7059-6517D729FC58}"/>
              </a:ext>
            </a:extLst>
          </p:cNvPr>
          <p:cNvCxnSpPr>
            <a:cxnSpLocks/>
          </p:cNvCxnSpPr>
          <p:nvPr/>
        </p:nvCxnSpPr>
        <p:spPr>
          <a:xfrm>
            <a:off x="5646183" y="3587628"/>
            <a:ext cx="16662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A853B2DC-72A9-2071-C289-7F0A26DFBA03}"/>
              </a:ext>
            </a:extLst>
          </p:cNvPr>
          <p:cNvCxnSpPr>
            <a:cxnSpLocks/>
            <a:stCxn id="5" idx="5"/>
            <a:endCxn id="11" idx="1"/>
          </p:cNvCxnSpPr>
          <p:nvPr/>
        </p:nvCxnSpPr>
        <p:spPr>
          <a:xfrm>
            <a:off x="5587169" y="1903707"/>
            <a:ext cx="1784277" cy="1549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1947C0B9-91F2-A3E2-12AF-84D0EDE4C26B}"/>
              </a:ext>
            </a:extLst>
          </p:cNvPr>
          <p:cNvCxnSpPr>
            <a:cxnSpLocks/>
            <a:stCxn id="9" idx="6"/>
            <a:endCxn id="12" idx="0"/>
          </p:cNvCxnSpPr>
          <p:nvPr/>
        </p:nvCxnSpPr>
        <p:spPr>
          <a:xfrm>
            <a:off x="7715412" y="1771959"/>
            <a:ext cx="851484" cy="702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A8F49774-7AA8-5F41-009C-9928167B77ED}"/>
              </a:ext>
            </a:extLst>
          </p:cNvPr>
          <p:cNvCxnSpPr>
            <a:cxnSpLocks/>
            <a:endCxn id="12" idx="4"/>
          </p:cNvCxnSpPr>
          <p:nvPr/>
        </p:nvCxnSpPr>
        <p:spPr>
          <a:xfrm flipV="1">
            <a:off x="7715412" y="2847500"/>
            <a:ext cx="851484" cy="7414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890036B7-20B4-B7CF-7549-503B0D3ADFFC}"/>
              </a:ext>
            </a:extLst>
          </p:cNvPr>
          <p:cNvCxnSpPr>
            <a:cxnSpLocks/>
            <a:endCxn id="11" idx="0"/>
          </p:cNvCxnSpPr>
          <p:nvPr/>
        </p:nvCxnSpPr>
        <p:spPr>
          <a:xfrm flipH="1">
            <a:off x="7513922" y="1958279"/>
            <a:ext cx="18359"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DE477E04-D365-BDDE-2FFD-9A5CBB8D3735}"/>
              </a:ext>
            </a:extLst>
          </p:cNvPr>
          <p:cNvCxnSpPr>
            <a:cxnSpLocks/>
            <a:endCxn id="10" idx="0"/>
          </p:cNvCxnSpPr>
          <p:nvPr/>
        </p:nvCxnSpPr>
        <p:spPr>
          <a:xfrm>
            <a:off x="5435513" y="1958279"/>
            <a:ext cx="9181" cy="14402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E0BF3B0E-DD45-490D-2FFC-782EC2D98AFA}"/>
              </a:ext>
            </a:extLst>
          </p:cNvPr>
          <p:cNvSpPr txBox="1"/>
          <p:nvPr/>
        </p:nvSpPr>
        <p:spPr>
          <a:xfrm>
            <a:off x="6157058" y="1461411"/>
            <a:ext cx="563880" cy="369332"/>
          </a:xfrm>
          <a:prstGeom prst="rect">
            <a:avLst/>
          </a:prstGeom>
          <a:noFill/>
        </p:spPr>
        <p:txBody>
          <a:bodyPr wrap="square" rtlCol="0">
            <a:spAutoFit/>
          </a:bodyPr>
          <a:lstStyle/>
          <a:p>
            <a:pPr algn="ctr"/>
            <a:r>
              <a:rPr lang="en-US" sz="1800" dirty="0">
                <a:solidFill>
                  <a:schemeClr val="tx2"/>
                </a:solidFill>
              </a:rPr>
              <a:t>4</a:t>
            </a:r>
          </a:p>
        </p:txBody>
      </p:sp>
      <p:sp>
        <p:nvSpPr>
          <p:cNvPr id="43" name="TextBox 42">
            <a:extLst>
              <a:ext uri="{FF2B5EF4-FFF2-40B4-BE49-F238E27FC236}">
                <a16:creationId xmlns:a16="http://schemas.microsoft.com/office/drawing/2014/main" id="{B62AC550-0470-2281-2F82-274C71964774}"/>
              </a:ext>
            </a:extLst>
          </p:cNvPr>
          <p:cNvSpPr txBox="1"/>
          <p:nvPr/>
        </p:nvSpPr>
        <p:spPr>
          <a:xfrm>
            <a:off x="6157058" y="3572486"/>
            <a:ext cx="563880" cy="369332"/>
          </a:xfrm>
          <a:prstGeom prst="rect">
            <a:avLst/>
          </a:prstGeom>
          <a:noFill/>
        </p:spPr>
        <p:txBody>
          <a:bodyPr wrap="square" rtlCol="0">
            <a:spAutoFit/>
          </a:bodyPr>
          <a:lstStyle/>
          <a:p>
            <a:pPr algn="ctr"/>
            <a:r>
              <a:rPr lang="en-US" sz="1800" dirty="0">
                <a:solidFill>
                  <a:schemeClr val="tx2"/>
                </a:solidFill>
              </a:rPr>
              <a:t>7</a:t>
            </a:r>
          </a:p>
        </p:txBody>
      </p:sp>
      <p:sp>
        <p:nvSpPr>
          <p:cNvPr id="44" name="TextBox 43">
            <a:extLst>
              <a:ext uri="{FF2B5EF4-FFF2-40B4-BE49-F238E27FC236}">
                <a16:creationId xmlns:a16="http://schemas.microsoft.com/office/drawing/2014/main" id="{A6A16AAF-DAAA-5EA1-B17A-2222560CA2CC}"/>
              </a:ext>
            </a:extLst>
          </p:cNvPr>
          <p:cNvSpPr txBox="1"/>
          <p:nvPr/>
        </p:nvSpPr>
        <p:spPr>
          <a:xfrm>
            <a:off x="4227495" y="1863415"/>
            <a:ext cx="563880" cy="369332"/>
          </a:xfrm>
          <a:prstGeom prst="rect">
            <a:avLst/>
          </a:prstGeom>
          <a:noFill/>
        </p:spPr>
        <p:txBody>
          <a:bodyPr wrap="square" rtlCol="0">
            <a:spAutoFit/>
          </a:bodyPr>
          <a:lstStyle/>
          <a:p>
            <a:pPr algn="ctr"/>
            <a:r>
              <a:rPr lang="en-US" sz="1800" dirty="0">
                <a:solidFill>
                  <a:schemeClr val="tx2"/>
                </a:solidFill>
              </a:rPr>
              <a:t>5</a:t>
            </a:r>
          </a:p>
        </p:txBody>
      </p:sp>
      <p:sp>
        <p:nvSpPr>
          <p:cNvPr id="45" name="TextBox 44">
            <a:extLst>
              <a:ext uri="{FF2B5EF4-FFF2-40B4-BE49-F238E27FC236}">
                <a16:creationId xmlns:a16="http://schemas.microsoft.com/office/drawing/2014/main" id="{8ABEF8B3-FEA2-6A4B-BFC5-9ACAF6BC991B}"/>
              </a:ext>
            </a:extLst>
          </p:cNvPr>
          <p:cNvSpPr txBox="1"/>
          <p:nvPr/>
        </p:nvSpPr>
        <p:spPr>
          <a:xfrm>
            <a:off x="4242331" y="3141122"/>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6" name="TextBox 45">
            <a:extLst>
              <a:ext uri="{FF2B5EF4-FFF2-40B4-BE49-F238E27FC236}">
                <a16:creationId xmlns:a16="http://schemas.microsoft.com/office/drawing/2014/main" id="{FF235487-34F2-3F1B-B825-A187F8BBF83C}"/>
              </a:ext>
            </a:extLst>
          </p:cNvPr>
          <p:cNvSpPr txBox="1"/>
          <p:nvPr/>
        </p:nvSpPr>
        <p:spPr>
          <a:xfrm>
            <a:off x="5020301" y="2483975"/>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47" name="TextBox 46">
            <a:extLst>
              <a:ext uri="{FF2B5EF4-FFF2-40B4-BE49-F238E27FC236}">
                <a16:creationId xmlns:a16="http://schemas.microsoft.com/office/drawing/2014/main" id="{90B83851-98FF-72FF-46EF-AD1A9655D2B1}"/>
              </a:ext>
            </a:extLst>
          </p:cNvPr>
          <p:cNvSpPr txBox="1"/>
          <p:nvPr/>
        </p:nvSpPr>
        <p:spPr>
          <a:xfrm>
            <a:off x="6398858" y="2508039"/>
            <a:ext cx="563880" cy="369332"/>
          </a:xfrm>
          <a:prstGeom prst="rect">
            <a:avLst/>
          </a:prstGeom>
          <a:noFill/>
        </p:spPr>
        <p:txBody>
          <a:bodyPr wrap="square" rtlCol="0">
            <a:spAutoFit/>
          </a:bodyPr>
          <a:lstStyle/>
          <a:p>
            <a:pPr algn="ctr"/>
            <a:r>
              <a:rPr lang="en-US" sz="1800" dirty="0">
                <a:solidFill>
                  <a:schemeClr val="tx2"/>
                </a:solidFill>
              </a:rPr>
              <a:t>2</a:t>
            </a:r>
          </a:p>
        </p:txBody>
      </p:sp>
      <p:sp>
        <p:nvSpPr>
          <p:cNvPr id="48" name="TextBox 47">
            <a:extLst>
              <a:ext uri="{FF2B5EF4-FFF2-40B4-BE49-F238E27FC236}">
                <a16:creationId xmlns:a16="http://schemas.microsoft.com/office/drawing/2014/main" id="{FF87D54D-631B-86FB-A9D6-F61B537F5FD4}"/>
              </a:ext>
            </a:extLst>
          </p:cNvPr>
          <p:cNvSpPr txBox="1"/>
          <p:nvPr/>
        </p:nvSpPr>
        <p:spPr>
          <a:xfrm>
            <a:off x="7353616" y="2487412"/>
            <a:ext cx="563880" cy="369332"/>
          </a:xfrm>
          <a:prstGeom prst="rect">
            <a:avLst/>
          </a:prstGeom>
          <a:noFill/>
        </p:spPr>
        <p:txBody>
          <a:bodyPr wrap="square" rtlCol="0">
            <a:spAutoFit/>
          </a:bodyPr>
          <a:lstStyle/>
          <a:p>
            <a:pPr algn="ctr"/>
            <a:r>
              <a:rPr lang="en-US" sz="1800" dirty="0">
                <a:solidFill>
                  <a:schemeClr val="tx2"/>
                </a:solidFill>
              </a:rPr>
              <a:t>6</a:t>
            </a:r>
          </a:p>
        </p:txBody>
      </p:sp>
      <p:sp>
        <p:nvSpPr>
          <p:cNvPr id="49" name="TextBox 48">
            <a:extLst>
              <a:ext uri="{FF2B5EF4-FFF2-40B4-BE49-F238E27FC236}">
                <a16:creationId xmlns:a16="http://schemas.microsoft.com/office/drawing/2014/main" id="{24AEFCD7-8785-35B7-2E6B-78ADF7B8A992}"/>
              </a:ext>
            </a:extLst>
          </p:cNvPr>
          <p:cNvSpPr txBox="1"/>
          <p:nvPr/>
        </p:nvSpPr>
        <p:spPr>
          <a:xfrm>
            <a:off x="8003015" y="1863415"/>
            <a:ext cx="563880" cy="369332"/>
          </a:xfrm>
          <a:prstGeom prst="rect">
            <a:avLst/>
          </a:prstGeom>
          <a:noFill/>
        </p:spPr>
        <p:txBody>
          <a:bodyPr wrap="square" rtlCol="0">
            <a:spAutoFit/>
          </a:bodyPr>
          <a:lstStyle/>
          <a:p>
            <a:pPr algn="ctr"/>
            <a:r>
              <a:rPr lang="en-US" sz="1800" dirty="0">
                <a:solidFill>
                  <a:schemeClr val="tx2"/>
                </a:solidFill>
              </a:rPr>
              <a:t>3</a:t>
            </a:r>
          </a:p>
        </p:txBody>
      </p:sp>
      <p:sp>
        <p:nvSpPr>
          <p:cNvPr id="50" name="TextBox 49">
            <a:extLst>
              <a:ext uri="{FF2B5EF4-FFF2-40B4-BE49-F238E27FC236}">
                <a16:creationId xmlns:a16="http://schemas.microsoft.com/office/drawing/2014/main" id="{A7569B74-8D67-5D28-A178-5ABF21087F7F}"/>
              </a:ext>
            </a:extLst>
          </p:cNvPr>
          <p:cNvSpPr txBox="1"/>
          <p:nvPr/>
        </p:nvSpPr>
        <p:spPr>
          <a:xfrm>
            <a:off x="7995724" y="3184448"/>
            <a:ext cx="563880" cy="369332"/>
          </a:xfrm>
          <a:prstGeom prst="rect">
            <a:avLst/>
          </a:prstGeom>
          <a:noFill/>
        </p:spPr>
        <p:txBody>
          <a:bodyPr wrap="square" rtlCol="0">
            <a:spAutoFit/>
          </a:bodyPr>
          <a:lstStyle/>
          <a:p>
            <a:pPr algn="ctr"/>
            <a:r>
              <a:rPr lang="en-US" sz="1800" dirty="0">
                <a:solidFill>
                  <a:schemeClr val="tx2"/>
                </a:solidFill>
              </a:rPr>
              <a:t>1</a:t>
            </a:r>
          </a:p>
        </p:txBody>
      </p:sp>
      <p:sp>
        <p:nvSpPr>
          <p:cNvPr id="52" name="TextBox 51">
            <a:extLst>
              <a:ext uri="{FF2B5EF4-FFF2-40B4-BE49-F238E27FC236}">
                <a16:creationId xmlns:a16="http://schemas.microsoft.com/office/drawing/2014/main" id="{D60A168F-C5D7-22F7-0820-814F2779B474}"/>
              </a:ext>
            </a:extLst>
          </p:cNvPr>
          <p:cNvSpPr txBox="1"/>
          <p:nvPr/>
        </p:nvSpPr>
        <p:spPr>
          <a:xfrm>
            <a:off x="3933181" y="2455577"/>
            <a:ext cx="353807" cy="400110"/>
          </a:xfrm>
          <a:prstGeom prst="rect">
            <a:avLst/>
          </a:prstGeom>
          <a:noFill/>
        </p:spPr>
        <p:txBody>
          <a:bodyPr wrap="square" rtlCol="0">
            <a:spAutoFit/>
          </a:bodyPr>
          <a:lstStyle/>
          <a:p>
            <a:pPr algn="ctr"/>
            <a:r>
              <a:rPr lang="en-US" sz="2000" dirty="0">
                <a:solidFill>
                  <a:schemeClr val="bg2"/>
                </a:solidFill>
                <a:latin typeface="Poppins" panose="00000500000000000000" pitchFamily="2" charset="0"/>
                <a:cs typeface="Poppins" panose="00000500000000000000" pitchFamily="2" charset="0"/>
              </a:rPr>
              <a:t>0</a:t>
            </a:r>
          </a:p>
        </p:txBody>
      </p:sp>
      <p:sp>
        <p:nvSpPr>
          <p:cNvPr id="57" name="TextBox 56">
            <a:extLst>
              <a:ext uri="{FF2B5EF4-FFF2-40B4-BE49-F238E27FC236}">
                <a16:creationId xmlns:a16="http://schemas.microsoft.com/office/drawing/2014/main" id="{45647BC3-0AD0-27AD-21F1-258266F179E0}"/>
              </a:ext>
            </a:extLst>
          </p:cNvPr>
          <p:cNvSpPr txBox="1"/>
          <p:nvPr/>
        </p:nvSpPr>
        <p:spPr>
          <a:xfrm>
            <a:off x="8813694" y="2430347"/>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a:t>
            </a:r>
          </a:p>
        </p:txBody>
      </p:sp>
      <p:sp>
        <p:nvSpPr>
          <p:cNvPr id="14" name="AutoShape 3">
            <a:extLst>
              <a:ext uri="{FF2B5EF4-FFF2-40B4-BE49-F238E27FC236}">
                <a16:creationId xmlns:a16="http://schemas.microsoft.com/office/drawing/2014/main" id="{D0D90AAF-F42D-37D1-0337-D61229A77252}"/>
              </a:ext>
            </a:extLst>
          </p:cNvPr>
          <p:cNvSpPr>
            <a:spLocks noChangeAspect="1" noChangeArrowheads="1" noTextEdit="1"/>
          </p:cNvSpPr>
          <p:nvPr/>
        </p:nvSpPr>
        <p:spPr bwMode="auto">
          <a:xfrm>
            <a:off x="285750" y="1136650"/>
            <a:ext cx="3575050" cy="314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4170" name="Table 4169">
            <a:extLst>
              <a:ext uri="{FF2B5EF4-FFF2-40B4-BE49-F238E27FC236}">
                <a16:creationId xmlns:a16="http://schemas.microsoft.com/office/drawing/2014/main" id="{E139A9D8-EE05-D7E6-6982-ED988D1B2FDC}"/>
              </a:ext>
            </a:extLst>
          </p:cNvPr>
          <p:cNvGraphicFramePr>
            <a:graphicFrameLocks noGrp="1"/>
          </p:cNvGraphicFramePr>
          <p:nvPr>
            <p:extLst>
              <p:ext uri="{D42A27DB-BD31-4B8C-83A1-F6EECF244321}">
                <p14:modId xmlns:p14="http://schemas.microsoft.com/office/powerpoint/2010/main" val="2163603169"/>
              </p:ext>
            </p:extLst>
          </p:nvPr>
        </p:nvGraphicFramePr>
        <p:xfrm>
          <a:off x="330702" y="1156417"/>
          <a:ext cx="3449963" cy="3016806"/>
        </p:xfrm>
        <a:graphic>
          <a:graphicData uri="http://schemas.openxmlformats.org/drawingml/2006/table">
            <a:tbl>
              <a:tblPr firstRow="1" firstCol="1" bandRow="1">
                <a:tableStyleId>{284E427A-3D55-4303-BF80-6455036E1DE7}</a:tableStyleId>
              </a:tblPr>
              <a:tblGrid>
                <a:gridCol w="607060">
                  <a:extLst>
                    <a:ext uri="{9D8B030D-6E8A-4147-A177-3AD203B41FA5}">
                      <a16:colId xmlns:a16="http://schemas.microsoft.com/office/drawing/2014/main" val="2400426112"/>
                    </a:ext>
                  </a:extLst>
                </a:gridCol>
                <a:gridCol w="2029988">
                  <a:extLst>
                    <a:ext uri="{9D8B030D-6E8A-4147-A177-3AD203B41FA5}">
                      <a16:colId xmlns:a16="http://schemas.microsoft.com/office/drawing/2014/main" val="833233377"/>
                    </a:ext>
                  </a:extLst>
                </a:gridCol>
                <a:gridCol w="812915">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A</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07000"/>
                        </a:lnSpc>
                        <a:spcAft>
                          <a:spcPts val="800"/>
                        </a:spcAft>
                      </a:pPr>
                      <a:r>
                        <a:rPr lang="en-US" sz="1800" b="0" kern="100" dirty="0">
                          <a:solidFill>
                            <a:schemeClr val="bg2"/>
                          </a:solidFill>
                          <a:effectLst/>
                          <a:latin typeface="Poppins" panose="00000500000000000000" pitchFamily="2" charset="0"/>
                          <a:cs typeface="Poppins" panose="00000500000000000000" pitchFamily="2" charset="0"/>
                        </a:rPr>
                        <a:t>0</a:t>
                      </a:r>
                      <a:endParaRPr lang="en-US" sz="14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800" b="0" kern="100">
                          <a:effectLst/>
                          <a:latin typeface="Poppins" panose="00000500000000000000" pitchFamily="2" charset="0"/>
                          <a:cs typeface="Poppins" panose="00000500000000000000" pitchFamily="2" charset="0"/>
                        </a:rPr>
                        <a:t>-</a:t>
                      </a:r>
                      <a:endParaRPr lang="en-US" sz="14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B</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07000"/>
                        </a:lnSpc>
                        <a:spcAft>
                          <a:spcPts val="800"/>
                        </a:spcAft>
                      </a:pPr>
                      <a:endParaRPr lang="en-US" sz="2000" b="0" strike="noStrike" dirty="0">
                        <a:solidFill>
                          <a:schemeClr val="bg2"/>
                        </a:solidFill>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C</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07000"/>
                        </a:lnSpc>
                        <a:spcAft>
                          <a:spcPts val="800"/>
                        </a:spcAft>
                      </a:pPr>
                      <a:endParaRPr lang="en-US" sz="2000" b="0" strike="noStrike" kern="100" dirty="0">
                        <a:solidFill>
                          <a:schemeClr val="bg2"/>
                        </a:solidFill>
                        <a:effectLst/>
                        <a:latin typeface="Poppins" panose="00000500000000000000" pitchFamily="2"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D</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07000"/>
                        </a:lnSpc>
                        <a:spcAft>
                          <a:spcPts val="800"/>
                        </a:spcAft>
                      </a:pP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E</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07000"/>
                        </a:lnSpc>
                        <a:spcAft>
                          <a:spcPts val="800"/>
                        </a:spcAft>
                      </a:pP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873937652"/>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F</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solidFill>
                      <a:srgbClr val="DDDCFF"/>
                    </a:solidFill>
                  </a:tcPr>
                </a:tc>
                <a:tc>
                  <a:txBody>
                    <a:bodyPr/>
                    <a:lstStyle/>
                    <a:p>
                      <a:pPr algn="ctr">
                        <a:lnSpc>
                          <a:spcPct val="107000"/>
                        </a:lnSpc>
                        <a:spcAft>
                          <a:spcPts val="800"/>
                        </a:spcAft>
                      </a:pP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a:txBody>
                    <a:bodyPr/>
                    <a:lstStyle/>
                    <a:p>
                      <a:pPr algn="ctr">
                        <a:lnSpc>
                          <a:spcPct val="107000"/>
                        </a:lnSpc>
                        <a:spcAft>
                          <a:spcPts val="800"/>
                        </a:spcAft>
                      </a:pP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extLst>
                  <a:ext uri="{0D108BD9-81ED-4DB2-BD59-A6C34878D82A}">
                    <a16:rowId xmlns:a16="http://schemas.microsoft.com/office/drawing/2014/main" val="199206941"/>
                  </a:ext>
                </a:extLst>
              </a:tr>
            </a:tbl>
          </a:graphicData>
        </a:graphic>
      </p:graphicFrame>
      <p:sp>
        <p:nvSpPr>
          <p:cNvPr id="4171" name="TextBox 4170">
            <a:extLst>
              <a:ext uri="{FF2B5EF4-FFF2-40B4-BE49-F238E27FC236}">
                <a16:creationId xmlns:a16="http://schemas.microsoft.com/office/drawing/2014/main" id="{45563467-D38F-FC9C-BDB3-2528EC07AD7D}"/>
              </a:ext>
            </a:extLst>
          </p:cNvPr>
          <p:cNvSpPr txBox="1"/>
          <p:nvPr/>
        </p:nvSpPr>
        <p:spPr>
          <a:xfrm>
            <a:off x="1593801" y="2078858"/>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5</a:t>
            </a:r>
            <a:endParaRPr lang="ja-JP" altLang="en-US" b="0" i="0" u="none" strike="noStrike" kern="100" baseline="0" dirty="0">
              <a:solidFill>
                <a:srgbClr val="0C0A9E"/>
              </a:solidFill>
              <a:latin typeface="Poppins" panose="00000500000000000000" pitchFamily="2" charset="0"/>
            </a:endParaRPr>
          </a:p>
        </p:txBody>
      </p:sp>
      <p:sp>
        <p:nvSpPr>
          <p:cNvPr id="4172" name="TextBox 4171">
            <a:extLst>
              <a:ext uri="{FF2B5EF4-FFF2-40B4-BE49-F238E27FC236}">
                <a16:creationId xmlns:a16="http://schemas.microsoft.com/office/drawing/2014/main" id="{9831293F-FCA3-8061-51BA-D22B2B7791D0}"/>
              </a:ext>
            </a:extLst>
          </p:cNvPr>
          <p:cNvSpPr txBox="1"/>
          <p:nvPr/>
        </p:nvSpPr>
        <p:spPr>
          <a:xfrm>
            <a:off x="1593801" y="2529062"/>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2</a:t>
            </a:r>
            <a:endParaRPr lang="ja-JP" altLang="en-US" b="0" i="0" u="none" strike="noStrike" kern="100" baseline="0" dirty="0">
              <a:solidFill>
                <a:srgbClr val="0C0A9E"/>
              </a:solidFill>
              <a:latin typeface="Poppins" panose="00000500000000000000" pitchFamily="2" charset="0"/>
            </a:endParaRPr>
          </a:p>
        </p:txBody>
      </p:sp>
      <p:sp>
        <p:nvSpPr>
          <p:cNvPr id="4173" name="TextBox 4172">
            <a:extLst>
              <a:ext uri="{FF2B5EF4-FFF2-40B4-BE49-F238E27FC236}">
                <a16:creationId xmlns:a16="http://schemas.microsoft.com/office/drawing/2014/main" id="{21DA5C33-84C1-9B2C-1777-D6581680BDF9}"/>
              </a:ext>
            </a:extLst>
          </p:cNvPr>
          <p:cNvSpPr txBox="1"/>
          <p:nvPr/>
        </p:nvSpPr>
        <p:spPr>
          <a:xfrm>
            <a:off x="3004063" y="2066112"/>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sp>
        <p:nvSpPr>
          <p:cNvPr id="4174" name="TextBox 4173">
            <a:extLst>
              <a:ext uri="{FF2B5EF4-FFF2-40B4-BE49-F238E27FC236}">
                <a16:creationId xmlns:a16="http://schemas.microsoft.com/office/drawing/2014/main" id="{1112843E-9528-F684-E96F-94DCAFC584CF}"/>
              </a:ext>
            </a:extLst>
          </p:cNvPr>
          <p:cNvSpPr txBox="1"/>
          <p:nvPr/>
        </p:nvSpPr>
        <p:spPr>
          <a:xfrm>
            <a:off x="3006602" y="2508039"/>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A</a:t>
            </a:r>
            <a:endParaRPr lang="ja-JP" altLang="en-US" b="0" i="0" u="none" strike="noStrike" kern="100" baseline="0" dirty="0">
              <a:solidFill>
                <a:srgbClr val="0C0A9E"/>
              </a:solidFill>
              <a:latin typeface="Poppins" panose="00000500000000000000" pitchFamily="2" charset="0"/>
            </a:endParaRPr>
          </a:p>
        </p:txBody>
      </p:sp>
      <p:sp>
        <p:nvSpPr>
          <p:cNvPr id="4175" name="TextBox 4174">
            <a:extLst>
              <a:ext uri="{FF2B5EF4-FFF2-40B4-BE49-F238E27FC236}">
                <a16:creationId xmlns:a16="http://schemas.microsoft.com/office/drawing/2014/main" id="{69EA6DF2-CACD-A860-0FE4-83758A0CD7B4}"/>
              </a:ext>
            </a:extLst>
          </p:cNvPr>
          <p:cNvSpPr txBox="1"/>
          <p:nvPr/>
        </p:nvSpPr>
        <p:spPr>
          <a:xfrm>
            <a:off x="5235402" y="1231241"/>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5</a:t>
            </a:r>
          </a:p>
        </p:txBody>
      </p:sp>
      <p:sp>
        <p:nvSpPr>
          <p:cNvPr id="4176" name="TextBox 4175">
            <a:extLst>
              <a:ext uri="{FF2B5EF4-FFF2-40B4-BE49-F238E27FC236}">
                <a16:creationId xmlns:a16="http://schemas.microsoft.com/office/drawing/2014/main" id="{6DAF75E8-F6C0-46E9-01F4-FBBD77D6DBB4}"/>
              </a:ext>
            </a:extLst>
          </p:cNvPr>
          <p:cNvSpPr txBox="1"/>
          <p:nvPr/>
        </p:nvSpPr>
        <p:spPr>
          <a:xfrm rot="10800000" flipV="1">
            <a:off x="5243203" y="3786319"/>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2</a:t>
            </a:r>
          </a:p>
        </p:txBody>
      </p:sp>
      <p:grpSp>
        <p:nvGrpSpPr>
          <p:cNvPr id="17" name="Google Shape;11060;p78">
            <a:extLst>
              <a:ext uri="{FF2B5EF4-FFF2-40B4-BE49-F238E27FC236}">
                <a16:creationId xmlns:a16="http://schemas.microsoft.com/office/drawing/2014/main" id="{C6EA8B24-97D0-5BAC-863D-0EF3F2893610}"/>
              </a:ext>
            </a:extLst>
          </p:cNvPr>
          <p:cNvGrpSpPr/>
          <p:nvPr/>
        </p:nvGrpSpPr>
        <p:grpSpPr>
          <a:xfrm>
            <a:off x="0" y="1681212"/>
            <a:ext cx="285749" cy="265631"/>
            <a:chOff x="5216456" y="3725484"/>
            <a:chExt cx="356196" cy="265631"/>
          </a:xfrm>
        </p:grpSpPr>
        <p:sp>
          <p:nvSpPr>
            <p:cNvPr id="18" name="Google Shape;11061;p78">
              <a:extLst>
                <a:ext uri="{FF2B5EF4-FFF2-40B4-BE49-F238E27FC236}">
                  <a16:creationId xmlns:a16="http://schemas.microsoft.com/office/drawing/2014/main" id="{A3AFDFED-295D-0DF7-5896-6804FCB26DBB}"/>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062;p78">
              <a:extLst>
                <a:ext uri="{FF2B5EF4-FFF2-40B4-BE49-F238E27FC236}">
                  <a16:creationId xmlns:a16="http://schemas.microsoft.com/office/drawing/2014/main" id="{E8CAA48C-2D20-C16E-42FE-45B79AA5C3F4}"/>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1060;p78">
            <a:extLst>
              <a:ext uri="{FF2B5EF4-FFF2-40B4-BE49-F238E27FC236}">
                <a16:creationId xmlns:a16="http://schemas.microsoft.com/office/drawing/2014/main" id="{A8B7F085-BB75-DC6B-593E-ABF3F643311C}"/>
              </a:ext>
            </a:extLst>
          </p:cNvPr>
          <p:cNvGrpSpPr/>
          <p:nvPr/>
        </p:nvGrpSpPr>
        <p:grpSpPr>
          <a:xfrm>
            <a:off x="8762" y="2540050"/>
            <a:ext cx="285749" cy="265631"/>
            <a:chOff x="5216456" y="3725484"/>
            <a:chExt cx="356196" cy="265631"/>
          </a:xfrm>
        </p:grpSpPr>
        <p:sp>
          <p:nvSpPr>
            <p:cNvPr id="22" name="Google Shape;11061;p78">
              <a:extLst>
                <a:ext uri="{FF2B5EF4-FFF2-40B4-BE49-F238E27FC236}">
                  <a16:creationId xmlns:a16="http://schemas.microsoft.com/office/drawing/2014/main" id="{36304AF2-C1DA-F4AA-1DAC-A0EE9E2542DB}"/>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062;p78">
              <a:extLst>
                <a:ext uri="{FF2B5EF4-FFF2-40B4-BE49-F238E27FC236}">
                  <a16:creationId xmlns:a16="http://schemas.microsoft.com/office/drawing/2014/main" id="{16BC85F9-32A5-B8CA-94B7-470BA4C6611B}"/>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54ECFCF2-7817-440E-82A8-8D9E2B8167D2}"/>
              </a:ext>
            </a:extLst>
          </p:cNvPr>
          <p:cNvSpPr txBox="1"/>
          <p:nvPr/>
        </p:nvSpPr>
        <p:spPr>
          <a:xfrm>
            <a:off x="1583533" y="3369114"/>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7</a:t>
            </a:r>
            <a:endParaRPr lang="ja-JP" altLang="en-US" b="0" i="0" u="none" strike="noStrike" kern="100" baseline="0" dirty="0">
              <a:solidFill>
                <a:srgbClr val="0C0A9E"/>
              </a:solidFill>
              <a:latin typeface="Poppins" panose="00000500000000000000" pitchFamily="2" charset="0"/>
            </a:endParaRPr>
          </a:p>
        </p:txBody>
      </p:sp>
      <p:sp>
        <p:nvSpPr>
          <p:cNvPr id="26" name="TextBox 25">
            <a:extLst>
              <a:ext uri="{FF2B5EF4-FFF2-40B4-BE49-F238E27FC236}">
                <a16:creationId xmlns:a16="http://schemas.microsoft.com/office/drawing/2014/main" id="{78DCF7EC-5EA9-C5EB-F00B-964BE46BC11A}"/>
              </a:ext>
            </a:extLst>
          </p:cNvPr>
          <p:cNvSpPr txBox="1"/>
          <p:nvPr/>
        </p:nvSpPr>
        <p:spPr>
          <a:xfrm>
            <a:off x="1585948" y="2955915"/>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9</a:t>
            </a:r>
            <a:endParaRPr lang="ja-JP" altLang="en-US" b="0" i="0" u="none" strike="noStrike" kern="100" baseline="0" dirty="0">
              <a:solidFill>
                <a:srgbClr val="0C0A9E"/>
              </a:solidFill>
              <a:latin typeface="Poppins" panose="00000500000000000000" pitchFamily="2" charset="0"/>
            </a:endParaRPr>
          </a:p>
        </p:txBody>
      </p:sp>
      <p:sp>
        <p:nvSpPr>
          <p:cNvPr id="33" name="TextBox 32">
            <a:extLst>
              <a:ext uri="{FF2B5EF4-FFF2-40B4-BE49-F238E27FC236}">
                <a16:creationId xmlns:a16="http://schemas.microsoft.com/office/drawing/2014/main" id="{FF40A1F0-287F-EE3D-A8C1-41C9DCA749B5}"/>
              </a:ext>
            </a:extLst>
          </p:cNvPr>
          <p:cNvSpPr txBox="1"/>
          <p:nvPr/>
        </p:nvSpPr>
        <p:spPr>
          <a:xfrm>
            <a:off x="1593801" y="3767038"/>
            <a:ext cx="707666" cy="400110"/>
          </a:xfrm>
          <a:prstGeom prst="rect">
            <a:avLst/>
          </a:prstGeom>
          <a:noFill/>
        </p:spPr>
        <p:txBody>
          <a:bodyPr wrap="square" rtlCol="0">
            <a:spAutoFit/>
          </a:bodyPr>
          <a:lstStyle/>
          <a:p>
            <a:pPr algn="ctr"/>
            <a:r>
              <a:rPr lang="en-US" sz="2000" b="0" strike="noStrike" kern="100" dirty="0">
                <a:solidFill>
                  <a:schemeClr val="bg2"/>
                </a:solidFill>
                <a:effectLst/>
                <a:latin typeface="Poppins" panose="00000500000000000000" pitchFamily="2" charset="0"/>
                <a:cs typeface="Poppins" panose="00000500000000000000" pitchFamily="2" charset="0"/>
              </a:rPr>
              <a:t>∞</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p:txBody>
      </p:sp>
      <p:grpSp>
        <p:nvGrpSpPr>
          <p:cNvPr id="36" name="Google Shape;11060;p78">
            <a:extLst>
              <a:ext uri="{FF2B5EF4-FFF2-40B4-BE49-F238E27FC236}">
                <a16:creationId xmlns:a16="http://schemas.microsoft.com/office/drawing/2014/main" id="{84CB374A-4D62-5FCC-279C-2B221DF34151}"/>
              </a:ext>
            </a:extLst>
          </p:cNvPr>
          <p:cNvGrpSpPr/>
          <p:nvPr/>
        </p:nvGrpSpPr>
        <p:grpSpPr>
          <a:xfrm>
            <a:off x="20993" y="2130858"/>
            <a:ext cx="285749" cy="265631"/>
            <a:chOff x="5216456" y="3725484"/>
            <a:chExt cx="356196" cy="265631"/>
          </a:xfrm>
        </p:grpSpPr>
        <p:sp>
          <p:nvSpPr>
            <p:cNvPr id="37" name="Google Shape;11061;p78">
              <a:extLst>
                <a:ext uri="{FF2B5EF4-FFF2-40B4-BE49-F238E27FC236}">
                  <a16:creationId xmlns:a16="http://schemas.microsoft.com/office/drawing/2014/main" id="{B4D25E0E-989D-3A11-86BC-C3456CCD5442}"/>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062;p78">
              <a:extLst>
                <a:ext uri="{FF2B5EF4-FFF2-40B4-BE49-F238E27FC236}">
                  <a16:creationId xmlns:a16="http://schemas.microsoft.com/office/drawing/2014/main" id="{F4ECDE3E-40E2-AC7B-1C2A-98130819006D}"/>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TextBox 29">
            <a:extLst>
              <a:ext uri="{FF2B5EF4-FFF2-40B4-BE49-F238E27FC236}">
                <a16:creationId xmlns:a16="http://schemas.microsoft.com/office/drawing/2014/main" id="{C285BB79-2468-8460-0319-080D36C86ECF}"/>
              </a:ext>
            </a:extLst>
          </p:cNvPr>
          <p:cNvSpPr txBox="1"/>
          <p:nvPr/>
        </p:nvSpPr>
        <p:spPr>
          <a:xfrm>
            <a:off x="1593801" y="3776860"/>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8</a:t>
            </a:r>
            <a:endParaRPr lang="ja-JP" altLang="en-US" b="0" i="0" u="none" strike="noStrike" kern="100" baseline="0" dirty="0">
              <a:solidFill>
                <a:srgbClr val="0C0A9E"/>
              </a:solidFill>
              <a:latin typeface="Poppins" panose="00000500000000000000" pitchFamily="2" charset="0"/>
            </a:endParaRPr>
          </a:p>
        </p:txBody>
      </p:sp>
      <p:sp>
        <p:nvSpPr>
          <p:cNvPr id="32" name="TextBox 31">
            <a:extLst>
              <a:ext uri="{FF2B5EF4-FFF2-40B4-BE49-F238E27FC236}">
                <a16:creationId xmlns:a16="http://schemas.microsoft.com/office/drawing/2014/main" id="{09983EE9-2C14-52CF-19CE-96135CC30C42}"/>
              </a:ext>
            </a:extLst>
          </p:cNvPr>
          <p:cNvSpPr txBox="1"/>
          <p:nvPr/>
        </p:nvSpPr>
        <p:spPr>
          <a:xfrm>
            <a:off x="3016114" y="3789625"/>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E</a:t>
            </a:r>
            <a:endParaRPr lang="ja-JP" altLang="en-US" b="0" i="0" u="none" strike="noStrike" kern="100" baseline="0" dirty="0">
              <a:solidFill>
                <a:srgbClr val="0C0A9E"/>
              </a:solidFill>
              <a:latin typeface="Poppins" panose="00000500000000000000" pitchFamily="2" charset="0"/>
            </a:endParaRPr>
          </a:p>
        </p:txBody>
      </p:sp>
      <p:sp>
        <p:nvSpPr>
          <p:cNvPr id="41" name="TextBox 40">
            <a:extLst>
              <a:ext uri="{FF2B5EF4-FFF2-40B4-BE49-F238E27FC236}">
                <a16:creationId xmlns:a16="http://schemas.microsoft.com/office/drawing/2014/main" id="{4EEC4E63-D5A5-B8BA-4C79-3E94EFEF56D0}"/>
              </a:ext>
            </a:extLst>
          </p:cNvPr>
          <p:cNvSpPr txBox="1"/>
          <p:nvPr/>
        </p:nvSpPr>
        <p:spPr>
          <a:xfrm>
            <a:off x="8820692" y="2430347"/>
            <a:ext cx="353807"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8</a:t>
            </a:r>
          </a:p>
        </p:txBody>
      </p:sp>
      <p:grpSp>
        <p:nvGrpSpPr>
          <p:cNvPr id="51" name="Google Shape;11060;p78">
            <a:extLst>
              <a:ext uri="{FF2B5EF4-FFF2-40B4-BE49-F238E27FC236}">
                <a16:creationId xmlns:a16="http://schemas.microsoft.com/office/drawing/2014/main" id="{D60565AC-046D-EEA4-7E7A-83B9C9613F29}"/>
              </a:ext>
            </a:extLst>
          </p:cNvPr>
          <p:cNvGrpSpPr/>
          <p:nvPr/>
        </p:nvGrpSpPr>
        <p:grpSpPr>
          <a:xfrm>
            <a:off x="11615" y="3434770"/>
            <a:ext cx="285749" cy="265631"/>
            <a:chOff x="5216456" y="3725484"/>
            <a:chExt cx="356196" cy="265631"/>
          </a:xfrm>
        </p:grpSpPr>
        <p:sp>
          <p:nvSpPr>
            <p:cNvPr id="53" name="Google Shape;11061;p78">
              <a:extLst>
                <a:ext uri="{FF2B5EF4-FFF2-40B4-BE49-F238E27FC236}">
                  <a16:creationId xmlns:a16="http://schemas.microsoft.com/office/drawing/2014/main" id="{66271B1B-9167-5F04-97EF-E7829D672F1D}"/>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062;p78">
              <a:extLst>
                <a:ext uri="{FF2B5EF4-FFF2-40B4-BE49-F238E27FC236}">
                  <a16:creationId xmlns:a16="http://schemas.microsoft.com/office/drawing/2014/main" id="{9D924C15-1DE1-58AE-C7B9-4C775BD7B0C2}"/>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11060;p78">
            <a:extLst>
              <a:ext uri="{FF2B5EF4-FFF2-40B4-BE49-F238E27FC236}">
                <a16:creationId xmlns:a16="http://schemas.microsoft.com/office/drawing/2014/main" id="{25439EDC-3711-D0B5-EF07-7D938BB08434}"/>
              </a:ext>
            </a:extLst>
          </p:cNvPr>
          <p:cNvGrpSpPr/>
          <p:nvPr/>
        </p:nvGrpSpPr>
        <p:grpSpPr>
          <a:xfrm>
            <a:off x="8761" y="3858097"/>
            <a:ext cx="285749" cy="265631"/>
            <a:chOff x="5216456" y="3725484"/>
            <a:chExt cx="356196" cy="265631"/>
          </a:xfrm>
        </p:grpSpPr>
        <p:sp>
          <p:nvSpPr>
            <p:cNvPr id="58" name="Google Shape;11061;p78">
              <a:extLst>
                <a:ext uri="{FF2B5EF4-FFF2-40B4-BE49-F238E27FC236}">
                  <a16:creationId xmlns:a16="http://schemas.microsoft.com/office/drawing/2014/main" id="{F69FAD61-7F39-E025-257D-8CB7136D930C}"/>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1062;p78">
              <a:extLst>
                <a:ext uri="{FF2B5EF4-FFF2-40B4-BE49-F238E27FC236}">
                  <a16:creationId xmlns:a16="http://schemas.microsoft.com/office/drawing/2014/main" id="{B2622BF1-1D0A-F1B9-41B4-03D51222CE2D}"/>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0" name="Google Shape;11060;p78">
            <a:extLst>
              <a:ext uri="{FF2B5EF4-FFF2-40B4-BE49-F238E27FC236}">
                <a16:creationId xmlns:a16="http://schemas.microsoft.com/office/drawing/2014/main" id="{9717E432-0387-7676-AF4B-8C0A00762287}"/>
              </a:ext>
            </a:extLst>
          </p:cNvPr>
          <p:cNvGrpSpPr/>
          <p:nvPr/>
        </p:nvGrpSpPr>
        <p:grpSpPr>
          <a:xfrm>
            <a:off x="15896" y="2983631"/>
            <a:ext cx="285749" cy="265631"/>
            <a:chOff x="5216456" y="3725484"/>
            <a:chExt cx="356196" cy="265631"/>
          </a:xfrm>
        </p:grpSpPr>
        <p:sp>
          <p:nvSpPr>
            <p:cNvPr id="61" name="Google Shape;11061;p78">
              <a:extLst>
                <a:ext uri="{FF2B5EF4-FFF2-40B4-BE49-F238E27FC236}">
                  <a16:creationId xmlns:a16="http://schemas.microsoft.com/office/drawing/2014/main" id="{6C82468E-025F-CF51-B07D-46701C008C42}"/>
                </a:ext>
              </a:extLst>
            </p:cNvPr>
            <p:cNvSpPr/>
            <p:nvPr/>
          </p:nvSpPr>
          <p:spPr>
            <a:xfrm>
              <a:off x="5216456" y="3814335"/>
              <a:ext cx="296465" cy="176780"/>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1062;p78">
              <a:extLst>
                <a:ext uri="{FF2B5EF4-FFF2-40B4-BE49-F238E27FC236}">
                  <a16:creationId xmlns:a16="http://schemas.microsoft.com/office/drawing/2014/main" id="{B411B63E-9745-2CA6-2344-0E1A734DA811}"/>
                </a:ext>
              </a:extLst>
            </p:cNvPr>
            <p:cNvSpPr/>
            <p:nvPr/>
          </p:nvSpPr>
          <p:spPr>
            <a:xfrm>
              <a:off x="5304925" y="3725484"/>
              <a:ext cx="267726" cy="170715"/>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3" name="Google Shape;1843;p46">
            <a:extLst>
              <a:ext uri="{FF2B5EF4-FFF2-40B4-BE49-F238E27FC236}">
                <a16:creationId xmlns:a16="http://schemas.microsoft.com/office/drawing/2014/main" id="{19026ACA-C420-CE6F-9F75-56AA44B93FE8}"/>
              </a:ext>
            </a:extLst>
          </p:cNvPr>
          <p:cNvSpPr txBox="1">
            <a:spLocks noGrp="1"/>
          </p:cNvSpPr>
          <p:nvPr>
            <p:ph type="subTitle" idx="1"/>
          </p:nvPr>
        </p:nvSpPr>
        <p:spPr>
          <a:xfrm>
            <a:off x="843281" y="4226254"/>
            <a:ext cx="3728720" cy="91773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b="1" dirty="0"/>
              <a:t>Visited list in order:</a:t>
            </a:r>
          </a:p>
          <a:p>
            <a:pPr marL="0" lvl="0" indent="0" rtl="0">
              <a:spcBef>
                <a:spcPts val="0"/>
              </a:spcBef>
              <a:spcAft>
                <a:spcPts val="0"/>
              </a:spcAft>
              <a:buNone/>
              <a:tabLst>
                <a:tab pos="2782888" algn="l"/>
              </a:tabLst>
            </a:pPr>
            <a:r>
              <a:rPr lang="en-US" b="1" dirty="0">
                <a:solidFill>
                  <a:schemeClr val="tx2"/>
                </a:solidFill>
              </a:rPr>
              <a:t>A C B E F D</a:t>
            </a:r>
          </a:p>
        </p:txBody>
      </p:sp>
      <p:sp>
        <p:nvSpPr>
          <p:cNvPr id="4160" name="TextBox 4159">
            <a:extLst>
              <a:ext uri="{FF2B5EF4-FFF2-40B4-BE49-F238E27FC236}">
                <a16:creationId xmlns:a16="http://schemas.microsoft.com/office/drawing/2014/main" id="{DD22ADB0-5EAC-3A83-B2B0-69633FD25F51}"/>
              </a:ext>
            </a:extLst>
          </p:cNvPr>
          <p:cNvSpPr txBox="1"/>
          <p:nvPr/>
        </p:nvSpPr>
        <p:spPr>
          <a:xfrm>
            <a:off x="7154174" y="3842027"/>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7</a:t>
            </a:r>
            <a:endParaRPr lang="ja-JP" altLang="en-US" b="0" i="0" u="none" strike="noStrike" kern="100" baseline="0" dirty="0">
              <a:solidFill>
                <a:srgbClr val="0C0A9E"/>
              </a:solidFill>
              <a:latin typeface="Poppins" panose="00000500000000000000" pitchFamily="2" charset="0"/>
            </a:endParaRPr>
          </a:p>
        </p:txBody>
      </p:sp>
      <p:sp>
        <p:nvSpPr>
          <p:cNvPr id="4161" name="TextBox 4160">
            <a:extLst>
              <a:ext uri="{FF2B5EF4-FFF2-40B4-BE49-F238E27FC236}">
                <a16:creationId xmlns:a16="http://schemas.microsoft.com/office/drawing/2014/main" id="{B4D09F8F-D9D1-4743-AB54-960946BA6F9C}"/>
              </a:ext>
            </a:extLst>
          </p:cNvPr>
          <p:cNvSpPr txBox="1"/>
          <p:nvPr/>
        </p:nvSpPr>
        <p:spPr>
          <a:xfrm>
            <a:off x="3019796" y="3350319"/>
            <a:ext cx="707666" cy="369332"/>
          </a:xfrm>
          <a:prstGeom prst="rect">
            <a:avLst/>
          </a:prstGeom>
          <a:noFill/>
        </p:spPr>
        <p:txBody>
          <a:bodyPr wrap="square" rtlCol="0">
            <a:spAutoFit/>
          </a:bodyPr>
          <a:lstStyle/>
          <a:p>
            <a:pPr algn="ctr" rtl="0"/>
            <a:r>
              <a:rPr lang="en-US" altLang="ja-JP" sz="1800" b="0" i="0" u="none" strike="noStrike" kern="100" baseline="0" dirty="0">
                <a:solidFill>
                  <a:srgbClr val="0C0A9E"/>
                </a:solidFill>
                <a:latin typeface="Poppins" panose="00000500000000000000" pitchFamily="2" charset="0"/>
              </a:rPr>
              <a:t>B</a:t>
            </a:r>
            <a:endParaRPr lang="ja-JP" altLang="en-US" b="0" i="0" u="none" strike="noStrike" kern="100" baseline="0" dirty="0">
              <a:solidFill>
                <a:srgbClr val="0C0A9E"/>
              </a:solidFill>
              <a:latin typeface="Poppins" panose="00000500000000000000" pitchFamily="2" charset="0"/>
            </a:endParaRPr>
          </a:p>
        </p:txBody>
      </p:sp>
      <p:sp>
        <p:nvSpPr>
          <p:cNvPr id="4162" name="TextBox 4161">
            <a:extLst>
              <a:ext uri="{FF2B5EF4-FFF2-40B4-BE49-F238E27FC236}">
                <a16:creationId xmlns:a16="http://schemas.microsoft.com/office/drawing/2014/main" id="{83BF63D3-EFA0-5FF2-673D-B03EA69475EA}"/>
              </a:ext>
            </a:extLst>
          </p:cNvPr>
          <p:cNvSpPr txBox="1"/>
          <p:nvPr/>
        </p:nvSpPr>
        <p:spPr>
          <a:xfrm>
            <a:off x="3004063" y="2936735"/>
            <a:ext cx="707666" cy="369332"/>
          </a:xfrm>
          <a:prstGeom prst="rect">
            <a:avLst/>
          </a:prstGeom>
          <a:noFill/>
        </p:spPr>
        <p:txBody>
          <a:bodyPr wrap="square" rtlCol="0">
            <a:spAutoFit/>
          </a:bodyPr>
          <a:lstStyle/>
          <a:p>
            <a:pPr algn="ctr" rtl="0"/>
            <a:r>
              <a:rPr lang="en-US" altLang="ja-JP" sz="1800" kern="100" dirty="0">
                <a:solidFill>
                  <a:srgbClr val="0C0A9E"/>
                </a:solidFill>
                <a:latin typeface="Poppins" panose="00000500000000000000" pitchFamily="2" charset="0"/>
              </a:rPr>
              <a:t>B</a:t>
            </a:r>
            <a:endParaRPr lang="ja-JP" altLang="en-US" b="0" i="0" u="none" strike="noStrike" kern="100" baseline="0" dirty="0">
              <a:solidFill>
                <a:srgbClr val="0C0A9E"/>
              </a:solidFill>
              <a:latin typeface="Poppins" panose="00000500000000000000" pitchFamily="2" charset="0"/>
            </a:endParaRPr>
          </a:p>
        </p:txBody>
      </p:sp>
      <p:sp>
        <p:nvSpPr>
          <p:cNvPr id="4163" name="TextBox 4162">
            <a:extLst>
              <a:ext uri="{FF2B5EF4-FFF2-40B4-BE49-F238E27FC236}">
                <a16:creationId xmlns:a16="http://schemas.microsoft.com/office/drawing/2014/main" id="{65A427DC-02F8-3923-37CA-7EF96246ADD9}"/>
              </a:ext>
            </a:extLst>
          </p:cNvPr>
          <p:cNvSpPr txBox="1"/>
          <p:nvPr/>
        </p:nvSpPr>
        <p:spPr>
          <a:xfrm rot="10800000" flipV="1">
            <a:off x="7317121" y="1225717"/>
            <a:ext cx="430318" cy="461665"/>
          </a:xfrm>
          <a:prstGeom prst="rect">
            <a:avLst/>
          </a:prstGeom>
          <a:noFill/>
        </p:spPr>
        <p:txBody>
          <a:bodyPr wrap="square" rtlCol="0">
            <a:spAutoFit/>
          </a:bodyPr>
          <a:lstStyle/>
          <a:p>
            <a:pPr algn="ctr"/>
            <a:r>
              <a:rPr lang="en-US" sz="2400" dirty="0">
                <a:solidFill>
                  <a:schemeClr val="bg2"/>
                </a:solidFill>
                <a:latin typeface="Poppins" panose="00000500000000000000" pitchFamily="2" charset="0"/>
                <a:cs typeface="Poppins" panose="00000500000000000000" pitchFamily="2" charset="0"/>
              </a:rPr>
              <a:t>9</a:t>
            </a:r>
          </a:p>
        </p:txBody>
      </p:sp>
    </p:spTree>
    <p:extLst>
      <p:ext uri="{BB962C8B-B14F-4D97-AF65-F5344CB8AC3E}">
        <p14:creationId xmlns:p14="http://schemas.microsoft.com/office/powerpoint/2010/main" val="264456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500" fill="hold"/>
                                        <p:tgtEl>
                                          <p:spTgt spid="11"/>
                                        </p:tgtEl>
                                        <p:attrNameLst>
                                          <p:attrName>style.color</p:attrName>
                                        </p:attrNameLst>
                                      </p:cBhvr>
                                      <p:by>
                                        <p:hsl h="0" s="-12549" l="-25098"/>
                                      </p:by>
                                    </p:animClr>
                                    <p:animClr clrSpc="hsl" dir="cw">
                                      <p:cBhvr>
                                        <p:cTn id="7" dur="500" fill="hold"/>
                                        <p:tgtEl>
                                          <p:spTgt spid="11"/>
                                        </p:tgtEl>
                                        <p:attrNameLst>
                                          <p:attrName>fillcolor</p:attrName>
                                        </p:attrNameLst>
                                      </p:cBhvr>
                                      <p:by>
                                        <p:hsl h="0" s="-12549" l="-25098"/>
                                      </p:by>
                                    </p:animClr>
                                    <p:animClr clrSpc="hsl" dir="cw">
                                      <p:cBhvr>
                                        <p:cTn id="8" dur="500" fill="hold"/>
                                        <p:tgtEl>
                                          <p:spTgt spid="11"/>
                                        </p:tgtEl>
                                        <p:attrNameLst>
                                          <p:attrName>stroke.color</p:attrName>
                                        </p:attrNameLst>
                                      </p:cBhvr>
                                      <p:by>
                                        <p:hsl h="0" s="-12549" l="-25098"/>
                                      </p:by>
                                    </p:animClr>
                                    <p:set>
                                      <p:cBhvr>
                                        <p:cTn id="9" dur="500" fill="hold"/>
                                        <p:tgtEl>
                                          <p:spTgt spid="11"/>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0" nodeType="clickEffect">
                                  <p:stCondLst>
                                    <p:cond delay="0"/>
                                  </p:stCondLst>
                                  <p:childTnLst>
                                    <p:set>
                                      <p:cBhvr>
                                        <p:cTn id="13" dur="1" fill="hold">
                                          <p:stCondLst>
                                            <p:cond delay="0"/>
                                          </p:stCondLst>
                                        </p:cTn>
                                        <p:tgtEl>
                                          <p:spTgt spid="57"/>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1"/>
                                        </p:tgtEl>
                                        <p:attrNameLst>
                                          <p:attrName>style.visibility</p:attrName>
                                        </p:attrNameLst>
                                      </p:cBhvr>
                                      <p:to>
                                        <p:strVal val="visible"/>
                                      </p:to>
                                    </p:set>
                                    <p:anim calcmode="lin" valueType="num">
                                      <p:cBhvr additive="base">
                                        <p:cTn id="33" dur="500" fill="hold"/>
                                        <p:tgtEl>
                                          <p:spTgt spid="51"/>
                                        </p:tgtEl>
                                        <p:attrNameLst>
                                          <p:attrName>ppt_x</p:attrName>
                                        </p:attrNameLst>
                                      </p:cBhvr>
                                      <p:tavLst>
                                        <p:tav tm="0">
                                          <p:val>
                                            <p:strVal val="#ppt_x"/>
                                          </p:val>
                                        </p:tav>
                                        <p:tav tm="100000">
                                          <p:val>
                                            <p:strVal val="#ppt_x"/>
                                          </p:val>
                                        </p:tav>
                                      </p:tavLst>
                                    </p:anim>
                                    <p:anim calcmode="lin" valueType="num">
                                      <p:cBhvr additive="base">
                                        <p:cTn id="3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fill="hold"/>
                                        <p:tgtEl>
                                          <p:spTgt spid="55"/>
                                        </p:tgtEl>
                                        <p:attrNameLst>
                                          <p:attrName>ppt_x</p:attrName>
                                        </p:attrNameLst>
                                      </p:cBhvr>
                                      <p:tavLst>
                                        <p:tav tm="0">
                                          <p:val>
                                            <p:strVal val="#ppt_x"/>
                                          </p:val>
                                        </p:tav>
                                        <p:tav tm="100000">
                                          <p:val>
                                            <p:strVal val="#ppt_x"/>
                                          </p:val>
                                        </p:tav>
                                      </p:tavLst>
                                    </p:anim>
                                    <p:anim calcmode="lin" valueType="num">
                                      <p:cBhvr additive="base">
                                        <p:cTn id="40"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ppt_x"/>
                                          </p:val>
                                        </p:tav>
                                        <p:tav tm="100000">
                                          <p:val>
                                            <p:strVal val="#ppt_x"/>
                                          </p:val>
                                        </p:tav>
                                      </p:tavLst>
                                    </p:anim>
                                    <p:anim calcmode="lin" valueType="num">
                                      <p:cBhvr additive="base">
                                        <p:cTn id="46"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7" grpId="0"/>
      <p:bldP spid="33" grpId="0"/>
      <p:bldP spid="30" grpId="0"/>
      <p:bldP spid="32" grpId="0"/>
      <p:bldP spid="41"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1634">
          <a:extLst>
            <a:ext uri="{FF2B5EF4-FFF2-40B4-BE49-F238E27FC236}">
              <a16:creationId xmlns:a16="http://schemas.microsoft.com/office/drawing/2014/main" id="{90F0871A-016F-9027-2680-0F79D88999A3}"/>
            </a:ext>
          </a:extLst>
        </p:cNvPr>
        <p:cNvGrpSpPr/>
        <p:nvPr/>
      </p:nvGrpSpPr>
      <p:grpSpPr>
        <a:xfrm>
          <a:off x="0" y="0"/>
          <a:ext cx="0" cy="0"/>
          <a:chOff x="0" y="0"/>
          <a:chExt cx="0" cy="0"/>
        </a:xfrm>
      </p:grpSpPr>
      <p:pic>
        <p:nvPicPr>
          <p:cNvPr id="6" name="Picture 5" descr="A diagram of a diagram&#10;&#10;AI-generated content may be incorrect.">
            <a:extLst>
              <a:ext uri="{FF2B5EF4-FFF2-40B4-BE49-F238E27FC236}">
                <a16:creationId xmlns:a16="http://schemas.microsoft.com/office/drawing/2014/main" id="{50373432-35B8-E651-A201-788C11281A68}"/>
              </a:ext>
            </a:extLst>
          </p:cNvPr>
          <p:cNvPicPr>
            <a:picLocks noChangeAspect="1"/>
          </p:cNvPicPr>
          <p:nvPr/>
        </p:nvPicPr>
        <p:blipFill>
          <a:blip r:embed="rId3"/>
          <a:stretch>
            <a:fillRect/>
          </a:stretch>
        </p:blipFill>
        <p:spPr>
          <a:xfrm>
            <a:off x="3793408" y="1103264"/>
            <a:ext cx="5412293" cy="3488472"/>
          </a:xfrm>
          <a:prstGeom prst="rect">
            <a:avLst/>
          </a:prstGeom>
        </p:spPr>
      </p:pic>
      <p:graphicFrame>
        <p:nvGraphicFramePr>
          <p:cNvPr id="7" name="Table 6">
            <a:extLst>
              <a:ext uri="{FF2B5EF4-FFF2-40B4-BE49-F238E27FC236}">
                <a16:creationId xmlns:a16="http://schemas.microsoft.com/office/drawing/2014/main" id="{0B263E14-1372-D877-EFB3-531DD137DF30}"/>
              </a:ext>
            </a:extLst>
          </p:cNvPr>
          <p:cNvGraphicFramePr>
            <a:graphicFrameLocks noGrp="1"/>
          </p:cNvGraphicFramePr>
          <p:nvPr>
            <p:extLst>
              <p:ext uri="{D42A27DB-BD31-4B8C-83A1-F6EECF244321}">
                <p14:modId xmlns:p14="http://schemas.microsoft.com/office/powerpoint/2010/main" val="1562804813"/>
              </p:ext>
            </p:extLst>
          </p:nvPr>
        </p:nvGraphicFramePr>
        <p:xfrm>
          <a:off x="370564" y="1163726"/>
          <a:ext cx="3459488" cy="3016806"/>
        </p:xfrm>
        <a:graphic>
          <a:graphicData uri="http://schemas.openxmlformats.org/drawingml/2006/table">
            <a:tbl>
              <a:tblPr firstRow="1" firstCol="1" bandRow="1">
                <a:tableStyleId>{284E427A-3D55-4303-BF80-6455036E1DE7}</a:tableStyleId>
              </a:tblPr>
              <a:tblGrid>
                <a:gridCol w="616585">
                  <a:extLst>
                    <a:ext uri="{9D8B030D-6E8A-4147-A177-3AD203B41FA5}">
                      <a16:colId xmlns:a16="http://schemas.microsoft.com/office/drawing/2014/main" val="2400426112"/>
                    </a:ext>
                  </a:extLst>
                </a:gridCol>
                <a:gridCol w="377501">
                  <a:extLst>
                    <a:ext uri="{9D8B030D-6E8A-4147-A177-3AD203B41FA5}">
                      <a16:colId xmlns:a16="http://schemas.microsoft.com/office/drawing/2014/main" val="833233377"/>
                    </a:ext>
                  </a:extLst>
                </a:gridCol>
                <a:gridCol w="637493">
                  <a:extLst>
                    <a:ext uri="{9D8B030D-6E8A-4147-A177-3AD203B41FA5}">
                      <a16:colId xmlns:a16="http://schemas.microsoft.com/office/drawing/2014/main" val="3746120727"/>
                    </a:ext>
                  </a:extLst>
                </a:gridCol>
                <a:gridCol w="212492">
                  <a:extLst>
                    <a:ext uri="{9D8B030D-6E8A-4147-A177-3AD203B41FA5}">
                      <a16:colId xmlns:a16="http://schemas.microsoft.com/office/drawing/2014/main" val="3127335330"/>
                    </a:ext>
                  </a:extLst>
                </a:gridCol>
                <a:gridCol w="802502">
                  <a:extLst>
                    <a:ext uri="{9D8B030D-6E8A-4147-A177-3AD203B41FA5}">
                      <a16:colId xmlns:a16="http://schemas.microsoft.com/office/drawing/2014/main" val="3478788093"/>
                    </a:ext>
                  </a:extLst>
                </a:gridCol>
                <a:gridCol w="812915">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gridSpan="4">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A</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gridSpan="4">
                  <a:txBody>
                    <a:bodyPr/>
                    <a:lstStyle/>
                    <a:p>
                      <a:pPr algn="ctr">
                        <a:lnSpc>
                          <a:spcPct val="107000"/>
                        </a:lnSpc>
                        <a:spcAft>
                          <a:spcPts val="800"/>
                        </a:spcAft>
                      </a:pPr>
                      <a:r>
                        <a:rPr lang="en-US" sz="1800" b="0" kern="100" dirty="0">
                          <a:effectLst/>
                          <a:latin typeface="Poppins" panose="00000500000000000000" pitchFamily="2" charset="0"/>
                          <a:cs typeface="Poppins" panose="00000500000000000000" pitchFamily="2" charset="0"/>
                        </a:rPr>
                        <a:t>0</a:t>
                      </a:r>
                      <a:endParaRPr lang="en-US" sz="14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lnSpc>
                          <a:spcPct val="107000"/>
                        </a:lnSpc>
                        <a:spcAft>
                          <a:spcPts val="800"/>
                        </a:spcAft>
                      </a:pPr>
                      <a:r>
                        <a:rPr lang="en-US" sz="1800" b="0" kern="100" dirty="0">
                          <a:effectLst/>
                          <a:latin typeface="Poppins" panose="00000500000000000000" pitchFamily="2" charset="0"/>
                          <a:cs typeface="Poppins" panose="00000500000000000000" pitchFamily="2" charset="0"/>
                        </a:rPr>
                        <a:t>-</a:t>
                      </a:r>
                      <a:endParaRPr lang="en-US" sz="14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B</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gridSpan="2">
                  <a:txBody>
                    <a:bodyPr/>
                    <a:lstStyle/>
                    <a:p>
                      <a:pPr algn="ctr">
                        <a:lnSpc>
                          <a:spcPct val="107000"/>
                        </a:lnSpc>
                        <a:spcAft>
                          <a:spcPts val="800"/>
                        </a:spcAft>
                      </a:pPr>
                      <a:r>
                        <a:rPr lang="en-US" sz="2000" b="1" strike="noStrike" dirty="0">
                          <a:latin typeface="Poppins" panose="00000500000000000000" pitchFamily="2" charset="0"/>
                          <a:cs typeface="Poppins" panose="00000500000000000000" pitchFamily="2" charset="0"/>
                        </a:rPr>
                        <a:t>∞</a:t>
                      </a:r>
                    </a:p>
                  </a:txBody>
                  <a:tcPr marL="68580" marR="68580" marT="0" marB="0" anchor="ctr"/>
                </a:tc>
                <a:tc hMerge="1">
                  <a:txBody>
                    <a:bodyPr/>
                    <a:lstStyle/>
                    <a:p>
                      <a:endParaRPr lang="en-US"/>
                    </a:p>
                  </a:txBody>
                  <a:tcPr/>
                </a:tc>
                <a:tc gridSpan="2">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0+5=5</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hMerge="1">
                  <a:txBody>
                    <a:bodyPr/>
                    <a:lstStyle/>
                    <a:p>
                      <a:endParaRPr lang="en-US"/>
                    </a:p>
                  </a:txBody>
                  <a:tcPr/>
                </a:tc>
                <a:tc>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A</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C</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gridSpan="2">
                  <a:txBody>
                    <a:bodyPr/>
                    <a:lstStyle/>
                    <a:p>
                      <a:pPr algn="ctr">
                        <a:lnSpc>
                          <a:spcPct val="107000"/>
                        </a:lnSpc>
                        <a:spcAft>
                          <a:spcPts val="800"/>
                        </a:spcAft>
                      </a:pPr>
                      <a:r>
                        <a:rPr lang="en-US" sz="2000" b="1" strike="noStrike" kern="100" dirty="0">
                          <a:effectLst/>
                          <a:latin typeface="Poppins" panose="00000500000000000000" pitchFamily="2" charset="0"/>
                          <a:cs typeface="Poppins" panose="00000500000000000000" pitchFamily="2" charset="0"/>
                        </a:rPr>
                        <a:t>∞</a:t>
                      </a:r>
                      <a:endParaRPr lang="en-US" sz="1600" b="1" strike="noStrike"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hMerge="1">
                  <a:txBody>
                    <a:bodyPr/>
                    <a:lstStyle/>
                    <a:p>
                      <a:endParaRPr lang="en-US"/>
                    </a:p>
                  </a:txBody>
                  <a:tcPr/>
                </a:tc>
                <a:tc gridSpan="2">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0+2=2</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hMerge="1">
                  <a:txBody>
                    <a:bodyPr/>
                    <a:lstStyle/>
                    <a:p>
                      <a:endParaRPr lang="en-US"/>
                    </a:p>
                  </a:txBody>
                  <a:tcPr/>
                </a:tc>
                <a:tc>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A</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D</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gridSpan="2">
                  <a:txBody>
                    <a:bodyPr/>
                    <a:lstStyle/>
                    <a:p>
                      <a:pPr algn="ctr">
                        <a:lnSpc>
                          <a:spcPct val="107000"/>
                        </a:lnSpc>
                        <a:spcAft>
                          <a:spcPts val="800"/>
                        </a:spcAft>
                      </a:pPr>
                      <a:r>
                        <a:rPr lang="en-US" sz="2000" b="1" strike="noStrike" kern="100" dirty="0">
                          <a:effectLst/>
                          <a:latin typeface="Poppins" panose="00000500000000000000" pitchFamily="2" charset="0"/>
                          <a:cs typeface="Poppins" panose="00000500000000000000" pitchFamily="2" charset="0"/>
                        </a:rPr>
                        <a:t>∞</a:t>
                      </a:r>
                      <a:endParaRPr lang="en-US" sz="1600" b="1" strike="noStrike"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hMerge="1">
                  <a:txBody>
                    <a:bodyPr/>
                    <a:lstStyle/>
                    <a:p>
                      <a:endParaRPr lang="en-US"/>
                    </a:p>
                  </a:txBody>
                  <a:tcPr/>
                </a:tc>
                <a:tc gridSpan="2">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5+4=9</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hMerge="1">
                  <a:txBody>
                    <a:bodyPr/>
                    <a:lstStyle/>
                    <a:p>
                      <a:endParaRPr lang="en-US"/>
                    </a:p>
                  </a:txBody>
                  <a:tcPr/>
                </a:tc>
                <a:tc>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B</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a:effectLst/>
                          <a:latin typeface="Poppins" panose="00000500000000000000" pitchFamily="2" charset="0"/>
                          <a:cs typeface="Poppins" panose="00000500000000000000" pitchFamily="2" charset="0"/>
                        </a:rPr>
                        <a:t>E</a:t>
                      </a:r>
                      <a:endParaRPr lang="en-US" sz="11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tc>
                <a:tc>
                  <a:txBody>
                    <a:bodyPr/>
                    <a:lstStyle/>
                    <a:p>
                      <a:pPr algn="ctr">
                        <a:lnSpc>
                          <a:spcPct val="107000"/>
                        </a:lnSpc>
                        <a:spcAft>
                          <a:spcPts val="800"/>
                        </a:spcAft>
                      </a:pPr>
                      <a:r>
                        <a:rPr lang="en-US" sz="2000" b="1" strike="noStrike" kern="100" dirty="0">
                          <a:effectLst/>
                          <a:latin typeface="Poppins" panose="00000500000000000000" pitchFamily="2" charset="0"/>
                          <a:cs typeface="Poppins" panose="00000500000000000000" pitchFamily="2" charset="0"/>
                        </a:rPr>
                        <a:t>∞</a:t>
                      </a:r>
                      <a:endParaRPr lang="en-US" sz="1600" b="1" strike="noStrike"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gridSpan="2">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2+7=9</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hMerge="1">
                  <a:txBody>
                    <a:bodyPr/>
                    <a:lstStyle/>
                    <a:p>
                      <a:endParaRPr lang="en-US"/>
                    </a:p>
                  </a:txBody>
                  <a:tcPr/>
                </a:tc>
                <a:tc>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5+2=7</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C      B</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873937652"/>
                  </a:ext>
                </a:extLst>
              </a:tr>
              <a:tr h="428177">
                <a:tc>
                  <a:txBody>
                    <a:bodyPr/>
                    <a:lstStyle/>
                    <a:p>
                      <a:pPr>
                        <a:lnSpc>
                          <a:spcPct val="107000"/>
                        </a:lnSpc>
                        <a:spcAft>
                          <a:spcPts val="800"/>
                        </a:spcAft>
                      </a:pPr>
                      <a:r>
                        <a:rPr lang="en-US" sz="1400" kern="100" dirty="0">
                          <a:effectLst/>
                          <a:latin typeface="Poppins" panose="00000500000000000000" pitchFamily="2" charset="0"/>
                          <a:cs typeface="Poppins" panose="00000500000000000000" pitchFamily="2" charset="0"/>
                        </a:rPr>
                        <a:t>F</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solidFill>
                      <a:srgbClr val="DDDCFF"/>
                    </a:solidFill>
                  </a:tcPr>
                </a:tc>
                <a:tc gridSpan="2">
                  <a:txBody>
                    <a:bodyPr/>
                    <a:lstStyle/>
                    <a:p>
                      <a:pPr algn="ctr">
                        <a:lnSpc>
                          <a:spcPct val="107000"/>
                        </a:lnSpc>
                        <a:spcAft>
                          <a:spcPts val="800"/>
                        </a:spcAft>
                      </a:pPr>
                      <a:r>
                        <a:rPr lang="en-US" sz="2000" b="1" strike="noStrike" kern="100" dirty="0">
                          <a:effectLst/>
                          <a:latin typeface="Poppins" panose="00000500000000000000" pitchFamily="2" charset="0"/>
                          <a:cs typeface="Poppins" panose="00000500000000000000" pitchFamily="2" charset="0"/>
                        </a:rPr>
                        <a:t>∞</a:t>
                      </a:r>
                      <a:endParaRPr lang="en-US" sz="1600" b="1" strike="noStrike"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hMerge="1">
                  <a:txBody>
                    <a:bodyPr/>
                    <a:lstStyle/>
                    <a:p>
                      <a:endParaRPr lang="en-US"/>
                    </a:p>
                  </a:txBody>
                  <a:tcPr/>
                </a:tc>
                <a:tc gridSpan="2">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7+1=8</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tc hMerge="1">
                  <a:txBody>
                    <a:bodyPr/>
                    <a:lstStyle/>
                    <a:p>
                      <a:endParaRPr lang="en-US"/>
                    </a:p>
                  </a:txBody>
                  <a:tcPr/>
                </a:tc>
                <a:tc>
                  <a:txBody>
                    <a:bodyPr/>
                    <a:lstStyle/>
                    <a:p>
                      <a:pPr algn="ctr">
                        <a:lnSpc>
                          <a:spcPct val="107000"/>
                        </a:lnSpc>
                        <a:spcAft>
                          <a:spcPts val="800"/>
                        </a:spcAft>
                      </a:pPr>
                      <a:r>
                        <a:rPr lang="en-US" sz="1600" b="0" kern="100" dirty="0">
                          <a:effectLst/>
                          <a:latin typeface="Poppins" panose="00000500000000000000" pitchFamily="2" charset="0"/>
                          <a:cs typeface="Poppins" panose="00000500000000000000" pitchFamily="2" charset="0"/>
                        </a:rPr>
                        <a:t>E</a:t>
                      </a:r>
                      <a:endParaRPr lang="en-US" sz="1200" b="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solidFill>
                      <a:srgbClr val="DDDCFF"/>
                    </a:solidFill>
                  </a:tcPr>
                </a:tc>
                <a:extLst>
                  <a:ext uri="{0D108BD9-81ED-4DB2-BD59-A6C34878D82A}">
                    <a16:rowId xmlns:a16="http://schemas.microsoft.com/office/drawing/2014/main" val="199206941"/>
                  </a:ext>
                </a:extLst>
              </a:tr>
            </a:tbl>
          </a:graphicData>
        </a:graphic>
      </p:graphicFrame>
      <p:sp>
        <p:nvSpPr>
          <p:cNvPr id="8" name="Google Shape;1843;p46">
            <a:extLst>
              <a:ext uri="{FF2B5EF4-FFF2-40B4-BE49-F238E27FC236}">
                <a16:creationId xmlns:a16="http://schemas.microsoft.com/office/drawing/2014/main" id="{54AF7262-FE81-AE1D-EAF5-C22DE00E2538}"/>
              </a:ext>
            </a:extLst>
          </p:cNvPr>
          <p:cNvSpPr txBox="1">
            <a:spLocks noGrp="1"/>
          </p:cNvSpPr>
          <p:nvPr>
            <p:ph type="subTitle" idx="1"/>
          </p:nvPr>
        </p:nvSpPr>
        <p:spPr>
          <a:xfrm>
            <a:off x="843281" y="4226254"/>
            <a:ext cx="3728720" cy="91773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b="1" dirty="0"/>
              <a:t>Visited list in order:</a:t>
            </a:r>
          </a:p>
          <a:p>
            <a:pPr marL="0" lvl="0" indent="0" rtl="0">
              <a:spcBef>
                <a:spcPts val="0"/>
              </a:spcBef>
              <a:spcAft>
                <a:spcPts val="0"/>
              </a:spcAft>
              <a:buNone/>
              <a:tabLst>
                <a:tab pos="2782888" algn="l"/>
              </a:tabLst>
            </a:pPr>
            <a:r>
              <a:rPr lang="en-US" b="1" dirty="0">
                <a:solidFill>
                  <a:schemeClr val="tx2"/>
                </a:solidFill>
              </a:rPr>
              <a:t>A C B E F D</a:t>
            </a:r>
          </a:p>
        </p:txBody>
      </p:sp>
      <p:cxnSp>
        <p:nvCxnSpPr>
          <p:cNvPr id="9" name="Straight Connector 8">
            <a:extLst>
              <a:ext uri="{FF2B5EF4-FFF2-40B4-BE49-F238E27FC236}">
                <a16:creationId xmlns:a16="http://schemas.microsoft.com/office/drawing/2014/main" id="{A6ABDC94-D0A7-14DB-150E-77F351769248}"/>
              </a:ext>
            </a:extLst>
          </p:cNvPr>
          <p:cNvCxnSpPr>
            <a:cxnSpLocks/>
          </p:cNvCxnSpPr>
          <p:nvPr/>
        </p:nvCxnSpPr>
        <p:spPr>
          <a:xfrm flipH="1">
            <a:off x="1309662" y="2158110"/>
            <a:ext cx="373380" cy="217124"/>
          </a:xfrm>
          <a:prstGeom prst="line">
            <a:avLst/>
          </a:prstGeom>
          <a:ln w="19050">
            <a:solidFill>
              <a:schemeClr val="accent3">
                <a:lumMod val="95000"/>
              </a:schemeClr>
            </a:solidFill>
          </a:ln>
        </p:spPr>
        <p:style>
          <a:lnRef idx="2">
            <a:schemeClr val="accent3"/>
          </a:lnRef>
          <a:fillRef idx="0">
            <a:schemeClr val="accent3"/>
          </a:fillRef>
          <a:effectRef idx="1">
            <a:schemeClr val="accent3"/>
          </a:effectRef>
          <a:fontRef idx="minor">
            <a:schemeClr val="tx1"/>
          </a:fontRef>
        </p:style>
      </p:cxnSp>
      <p:cxnSp>
        <p:nvCxnSpPr>
          <p:cNvPr id="10" name="Straight Connector 9">
            <a:extLst>
              <a:ext uri="{FF2B5EF4-FFF2-40B4-BE49-F238E27FC236}">
                <a16:creationId xmlns:a16="http://schemas.microsoft.com/office/drawing/2014/main" id="{B404BFF3-914C-2F8F-53D9-7FBD446D0BAF}"/>
              </a:ext>
            </a:extLst>
          </p:cNvPr>
          <p:cNvCxnSpPr>
            <a:cxnSpLocks/>
          </p:cNvCxnSpPr>
          <p:nvPr/>
        </p:nvCxnSpPr>
        <p:spPr>
          <a:xfrm flipH="1">
            <a:off x="1496352" y="3345340"/>
            <a:ext cx="614116" cy="347347"/>
          </a:xfrm>
          <a:prstGeom prst="line">
            <a:avLst/>
          </a:prstGeom>
          <a:ln>
            <a:solidFill>
              <a:schemeClr val="accent3">
                <a:lumMod val="95000"/>
              </a:schemeClr>
            </a:solidFill>
          </a:ln>
        </p:spPr>
        <p:style>
          <a:lnRef idx="2">
            <a:schemeClr val="accent3"/>
          </a:lnRef>
          <a:fillRef idx="0">
            <a:schemeClr val="accent3"/>
          </a:fillRef>
          <a:effectRef idx="1">
            <a:schemeClr val="accent3"/>
          </a:effectRef>
          <a:fontRef idx="minor">
            <a:schemeClr val="tx1"/>
          </a:fontRef>
        </p:style>
      </p:cxnSp>
      <p:cxnSp>
        <p:nvCxnSpPr>
          <p:cNvPr id="11" name="Straight Connector 10">
            <a:extLst>
              <a:ext uri="{FF2B5EF4-FFF2-40B4-BE49-F238E27FC236}">
                <a16:creationId xmlns:a16="http://schemas.microsoft.com/office/drawing/2014/main" id="{701796FC-1F79-FD10-5C4A-E2EA0411E0A2}"/>
              </a:ext>
            </a:extLst>
          </p:cNvPr>
          <p:cNvCxnSpPr>
            <a:cxnSpLocks/>
          </p:cNvCxnSpPr>
          <p:nvPr/>
        </p:nvCxnSpPr>
        <p:spPr>
          <a:xfrm flipH="1">
            <a:off x="3022611" y="3445130"/>
            <a:ext cx="337502" cy="199439"/>
          </a:xfrm>
          <a:prstGeom prst="line">
            <a:avLst/>
          </a:prstGeom>
          <a:ln>
            <a:solidFill>
              <a:schemeClr val="accent3">
                <a:lumMod val="95000"/>
              </a:schemeClr>
            </a:solidFill>
          </a:ln>
        </p:spPr>
        <p:style>
          <a:lnRef idx="2">
            <a:schemeClr val="accent3"/>
          </a:lnRef>
          <a:fillRef idx="0">
            <a:schemeClr val="accent3"/>
          </a:fillRef>
          <a:effectRef idx="1">
            <a:schemeClr val="accent3"/>
          </a:effectRef>
          <a:fontRef idx="minor">
            <a:schemeClr val="tx1"/>
          </a:fontRef>
        </p:style>
      </p:cxnSp>
      <p:cxnSp>
        <p:nvCxnSpPr>
          <p:cNvPr id="12" name="Straight Connector 11">
            <a:extLst>
              <a:ext uri="{FF2B5EF4-FFF2-40B4-BE49-F238E27FC236}">
                <a16:creationId xmlns:a16="http://schemas.microsoft.com/office/drawing/2014/main" id="{FECE2458-8846-5149-13CA-4C04908B2189}"/>
              </a:ext>
            </a:extLst>
          </p:cNvPr>
          <p:cNvCxnSpPr>
            <a:cxnSpLocks/>
          </p:cNvCxnSpPr>
          <p:nvPr/>
        </p:nvCxnSpPr>
        <p:spPr>
          <a:xfrm flipH="1">
            <a:off x="1322813" y="2581174"/>
            <a:ext cx="373380" cy="217124"/>
          </a:xfrm>
          <a:prstGeom prst="line">
            <a:avLst/>
          </a:prstGeom>
          <a:ln w="19050">
            <a:solidFill>
              <a:schemeClr val="accent3">
                <a:lumMod val="95000"/>
              </a:schemeClr>
            </a:solidFill>
          </a:ln>
        </p:spPr>
        <p:style>
          <a:lnRef idx="2">
            <a:schemeClr val="accent3"/>
          </a:lnRef>
          <a:fillRef idx="0">
            <a:schemeClr val="accent3"/>
          </a:fillRef>
          <a:effectRef idx="1">
            <a:schemeClr val="accent3"/>
          </a:effectRef>
          <a:fontRef idx="minor">
            <a:schemeClr val="tx1"/>
          </a:fontRef>
        </p:style>
      </p:cxnSp>
      <p:cxnSp>
        <p:nvCxnSpPr>
          <p:cNvPr id="13" name="Straight Connector 12">
            <a:extLst>
              <a:ext uri="{FF2B5EF4-FFF2-40B4-BE49-F238E27FC236}">
                <a16:creationId xmlns:a16="http://schemas.microsoft.com/office/drawing/2014/main" id="{1AB4A3D9-D18A-D1F2-52E8-84D1C53AE06C}"/>
              </a:ext>
            </a:extLst>
          </p:cNvPr>
          <p:cNvCxnSpPr>
            <a:cxnSpLocks/>
          </p:cNvCxnSpPr>
          <p:nvPr/>
        </p:nvCxnSpPr>
        <p:spPr>
          <a:xfrm flipH="1">
            <a:off x="1335964" y="3004238"/>
            <a:ext cx="373380" cy="217124"/>
          </a:xfrm>
          <a:prstGeom prst="line">
            <a:avLst/>
          </a:prstGeom>
          <a:ln w="19050">
            <a:solidFill>
              <a:schemeClr val="accent3">
                <a:lumMod val="95000"/>
              </a:schemeClr>
            </a:solidFill>
          </a:ln>
        </p:spPr>
        <p:style>
          <a:lnRef idx="2">
            <a:schemeClr val="accent3"/>
          </a:lnRef>
          <a:fillRef idx="0">
            <a:schemeClr val="accent3"/>
          </a:fillRef>
          <a:effectRef idx="1">
            <a:schemeClr val="accent3"/>
          </a:effectRef>
          <a:fontRef idx="minor">
            <a:schemeClr val="tx1"/>
          </a:fontRef>
        </p:style>
      </p:cxnSp>
      <p:cxnSp>
        <p:nvCxnSpPr>
          <p:cNvPr id="14" name="Straight Connector 13">
            <a:extLst>
              <a:ext uri="{FF2B5EF4-FFF2-40B4-BE49-F238E27FC236}">
                <a16:creationId xmlns:a16="http://schemas.microsoft.com/office/drawing/2014/main" id="{805475C7-6348-9487-4ED9-EFDA8724E23A}"/>
              </a:ext>
            </a:extLst>
          </p:cNvPr>
          <p:cNvCxnSpPr>
            <a:cxnSpLocks/>
          </p:cNvCxnSpPr>
          <p:nvPr/>
        </p:nvCxnSpPr>
        <p:spPr>
          <a:xfrm flipH="1">
            <a:off x="1334824" y="3840186"/>
            <a:ext cx="373380" cy="217124"/>
          </a:xfrm>
          <a:prstGeom prst="line">
            <a:avLst/>
          </a:prstGeom>
          <a:ln w="19050">
            <a:solidFill>
              <a:schemeClr val="accent3">
                <a:lumMod val="95000"/>
              </a:schemeClr>
            </a:solidFill>
          </a:ln>
        </p:spPr>
        <p:style>
          <a:lnRef idx="2">
            <a:schemeClr val="accent3"/>
          </a:lnRef>
          <a:fillRef idx="0">
            <a:schemeClr val="accent3"/>
          </a:fillRef>
          <a:effectRef idx="1">
            <a:schemeClr val="accent3"/>
          </a:effectRef>
          <a:fontRef idx="minor">
            <a:schemeClr val="tx1"/>
          </a:fontRef>
        </p:style>
      </p:cxnSp>
      <p:cxnSp>
        <p:nvCxnSpPr>
          <p:cNvPr id="15" name="Straight Connector 14">
            <a:extLst>
              <a:ext uri="{FF2B5EF4-FFF2-40B4-BE49-F238E27FC236}">
                <a16:creationId xmlns:a16="http://schemas.microsoft.com/office/drawing/2014/main" id="{D7A63B46-44FC-521E-7D80-625D8251B96F}"/>
              </a:ext>
            </a:extLst>
          </p:cNvPr>
          <p:cNvCxnSpPr>
            <a:cxnSpLocks/>
          </p:cNvCxnSpPr>
          <p:nvPr/>
        </p:nvCxnSpPr>
        <p:spPr>
          <a:xfrm flipH="1">
            <a:off x="963533" y="3436287"/>
            <a:ext cx="373380" cy="217124"/>
          </a:xfrm>
          <a:prstGeom prst="line">
            <a:avLst/>
          </a:prstGeom>
          <a:ln w="19050">
            <a:solidFill>
              <a:schemeClr val="accent3">
                <a:lumMod val="95000"/>
              </a:schemeClr>
            </a:solidFill>
          </a:ln>
        </p:spPr>
        <p:style>
          <a:lnRef idx="2">
            <a:schemeClr val="accent3"/>
          </a:lnRef>
          <a:fillRef idx="0">
            <a:schemeClr val="accent3"/>
          </a:fillRef>
          <a:effectRef idx="1">
            <a:schemeClr val="accent3"/>
          </a:effectRef>
          <a:fontRef idx="minor">
            <a:schemeClr val="tx1"/>
          </a:fontRef>
        </p:style>
      </p:cxnSp>
      <p:sp>
        <p:nvSpPr>
          <p:cNvPr id="16" name="Google Shape;1842;p46">
            <a:extLst>
              <a:ext uri="{FF2B5EF4-FFF2-40B4-BE49-F238E27FC236}">
                <a16:creationId xmlns:a16="http://schemas.microsoft.com/office/drawing/2014/main" id="{4B558F58-CBA0-A82D-3ABD-DC66EF7CCBD8}"/>
              </a:ext>
            </a:extLst>
          </p:cNvPr>
          <p:cNvSpPr txBox="1">
            <a:spLocks noGrp="1"/>
          </p:cNvSpPr>
          <p:nvPr>
            <p:ph type="title"/>
          </p:nvPr>
        </p:nvSpPr>
        <p:spPr>
          <a:xfrm>
            <a:off x="370564" y="-333061"/>
            <a:ext cx="4971524"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Dijkstra’s Example</a:t>
            </a:r>
          </a:p>
        </p:txBody>
      </p:sp>
    </p:spTree>
    <p:extLst>
      <p:ext uri="{BB962C8B-B14F-4D97-AF65-F5344CB8AC3E}">
        <p14:creationId xmlns:p14="http://schemas.microsoft.com/office/powerpoint/2010/main" val="38477358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41">
          <a:extLst>
            <a:ext uri="{FF2B5EF4-FFF2-40B4-BE49-F238E27FC236}">
              <a16:creationId xmlns:a16="http://schemas.microsoft.com/office/drawing/2014/main" id="{455596E3-162E-F8AC-2373-025FE9A1A039}"/>
            </a:ext>
          </a:extLst>
        </p:cNvPr>
        <p:cNvGrpSpPr/>
        <p:nvPr/>
      </p:nvGrpSpPr>
      <p:grpSpPr>
        <a:xfrm>
          <a:off x="0" y="0"/>
          <a:ext cx="0" cy="0"/>
          <a:chOff x="0" y="0"/>
          <a:chExt cx="0" cy="0"/>
        </a:xfrm>
      </p:grpSpPr>
      <p:sp>
        <p:nvSpPr>
          <p:cNvPr id="1842" name="Google Shape;1842;p46">
            <a:extLst>
              <a:ext uri="{FF2B5EF4-FFF2-40B4-BE49-F238E27FC236}">
                <a16:creationId xmlns:a16="http://schemas.microsoft.com/office/drawing/2014/main" id="{E36A0E33-D664-1874-74F6-F818B05B9715}"/>
              </a:ext>
            </a:extLst>
          </p:cNvPr>
          <p:cNvSpPr txBox="1">
            <a:spLocks noGrp="1"/>
          </p:cNvSpPr>
          <p:nvPr>
            <p:ph type="title"/>
          </p:nvPr>
        </p:nvSpPr>
        <p:spPr>
          <a:xfrm>
            <a:off x="720000" y="919750"/>
            <a:ext cx="3145200" cy="140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dirty="0"/>
              <a:t>Bellman-Ford </a:t>
            </a:r>
            <a:endParaRPr dirty="0"/>
          </a:p>
        </p:txBody>
      </p:sp>
      <p:sp>
        <p:nvSpPr>
          <p:cNvPr id="1843" name="Google Shape;1843;p46">
            <a:extLst>
              <a:ext uri="{FF2B5EF4-FFF2-40B4-BE49-F238E27FC236}">
                <a16:creationId xmlns:a16="http://schemas.microsoft.com/office/drawing/2014/main" id="{2F282C38-75C3-19A7-1CCA-DABEF9AC25A3}"/>
              </a:ext>
            </a:extLst>
          </p:cNvPr>
          <p:cNvSpPr txBox="1">
            <a:spLocks noGrp="1"/>
          </p:cNvSpPr>
          <p:nvPr>
            <p:ph type="subTitle" idx="1"/>
          </p:nvPr>
        </p:nvSpPr>
        <p:spPr>
          <a:xfrm>
            <a:off x="720000" y="2469324"/>
            <a:ext cx="3145200" cy="15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Bellman-Ford algorithm works on graphs with </a:t>
            </a:r>
            <a:r>
              <a:rPr lang="en-US" b="1" dirty="0"/>
              <a:t>weighted edges and can handle negative weights</a:t>
            </a:r>
            <a:r>
              <a:rPr lang="en-US" dirty="0"/>
              <a:t>, provided </a:t>
            </a:r>
            <a:r>
              <a:rPr lang="en-US" dirty="0">
                <a:solidFill>
                  <a:srgbClr val="C00000"/>
                </a:solidFill>
              </a:rPr>
              <a:t>no negative weight cycles exist</a:t>
            </a:r>
            <a:r>
              <a:rPr lang="en-US" dirty="0"/>
              <a:t>. </a:t>
            </a:r>
          </a:p>
          <a:p>
            <a:pPr marL="0" lvl="0" indent="0" algn="l" rtl="0">
              <a:spcBef>
                <a:spcPts val="0"/>
              </a:spcBef>
              <a:spcAft>
                <a:spcPts val="0"/>
              </a:spcAft>
              <a:buNone/>
            </a:pPr>
            <a:r>
              <a:rPr lang="en-US" dirty="0"/>
              <a:t>It iteratively relaxes the edges, updating the shortest path estimates until convergence</a:t>
            </a:r>
            <a:r>
              <a:rPr lang="en-US" b="1" dirty="0"/>
              <a:t>.</a:t>
            </a:r>
            <a:endParaRPr dirty="0"/>
          </a:p>
        </p:txBody>
      </p:sp>
      <p:grpSp>
        <p:nvGrpSpPr>
          <p:cNvPr id="1844" name="Google Shape;1844;p46">
            <a:extLst>
              <a:ext uri="{FF2B5EF4-FFF2-40B4-BE49-F238E27FC236}">
                <a16:creationId xmlns:a16="http://schemas.microsoft.com/office/drawing/2014/main" id="{D49C0F27-84C0-90D0-D625-F78348D82846}"/>
              </a:ext>
            </a:extLst>
          </p:cNvPr>
          <p:cNvGrpSpPr/>
          <p:nvPr/>
        </p:nvGrpSpPr>
        <p:grpSpPr>
          <a:xfrm>
            <a:off x="-74792" y="1766169"/>
            <a:ext cx="480890" cy="481200"/>
            <a:chOff x="959750" y="3039275"/>
            <a:chExt cx="582050" cy="582425"/>
          </a:xfrm>
        </p:grpSpPr>
        <p:sp>
          <p:nvSpPr>
            <p:cNvPr id="1845" name="Google Shape;1845;p46">
              <a:extLst>
                <a:ext uri="{FF2B5EF4-FFF2-40B4-BE49-F238E27FC236}">
                  <a16:creationId xmlns:a16="http://schemas.microsoft.com/office/drawing/2014/main" id="{FB54D26E-38E5-1023-9169-CD7A5315968B}"/>
                </a:ext>
              </a:extLst>
            </p:cNvPr>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a:extLst>
                <a:ext uri="{FF2B5EF4-FFF2-40B4-BE49-F238E27FC236}">
                  <a16:creationId xmlns:a16="http://schemas.microsoft.com/office/drawing/2014/main" id="{44CFAD0D-1AFC-203C-07BC-B1FBF583653C}"/>
                </a:ext>
              </a:extLst>
            </p:cNvPr>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a:extLst>
                <a:ext uri="{FF2B5EF4-FFF2-40B4-BE49-F238E27FC236}">
                  <a16:creationId xmlns:a16="http://schemas.microsoft.com/office/drawing/2014/main" id="{73F5416F-E884-6D24-1BFA-31486CDE5079}"/>
                </a:ext>
              </a:extLst>
            </p:cNvPr>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a:extLst>
                <a:ext uri="{FF2B5EF4-FFF2-40B4-BE49-F238E27FC236}">
                  <a16:creationId xmlns:a16="http://schemas.microsoft.com/office/drawing/2014/main" id="{3CEC232E-BF61-14D4-6C2A-E4A57923DE64}"/>
                </a:ext>
              </a:extLst>
            </p:cNvPr>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a:extLst>
                <a:ext uri="{FF2B5EF4-FFF2-40B4-BE49-F238E27FC236}">
                  <a16:creationId xmlns:a16="http://schemas.microsoft.com/office/drawing/2014/main" id="{D7E82EE7-9327-23D3-6DEF-ACD677948DD1}"/>
                </a:ext>
              </a:extLst>
            </p:cNvPr>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a:extLst>
                <a:ext uri="{FF2B5EF4-FFF2-40B4-BE49-F238E27FC236}">
                  <a16:creationId xmlns:a16="http://schemas.microsoft.com/office/drawing/2014/main" id="{569DF89A-699D-343C-9C0D-BFCE77F8BC78}"/>
                </a:ext>
              </a:extLst>
            </p:cNvPr>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6">
              <a:extLst>
                <a:ext uri="{FF2B5EF4-FFF2-40B4-BE49-F238E27FC236}">
                  <a16:creationId xmlns:a16="http://schemas.microsoft.com/office/drawing/2014/main" id="{8B8763D7-4558-B375-85F5-55C1F292720E}"/>
                </a:ext>
              </a:extLst>
            </p:cNvPr>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Picture Placeholder 2">
            <a:extLst>
              <a:ext uri="{FF2B5EF4-FFF2-40B4-BE49-F238E27FC236}">
                <a16:creationId xmlns:a16="http://schemas.microsoft.com/office/drawing/2014/main" id="{D356C2AA-6DBC-F38A-21CC-DEBC61E61685}"/>
              </a:ext>
            </a:extLst>
          </p:cNvPr>
          <p:cNvSpPr>
            <a:spLocks noGrp="1"/>
          </p:cNvSpPr>
          <p:nvPr>
            <p:ph type="pic" idx="2"/>
          </p:nvPr>
        </p:nvSpPr>
        <p:spPr/>
        <p:txBody>
          <a:bodyPr/>
          <a:lstStyle/>
          <a:p>
            <a:endParaRPr lang="en-US"/>
          </a:p>
        </p:txBody>
      </p:sp>
      <p:pic>
        <p:nvPicPr>
          <p:cNvPr id="1026" name="Picture 2" descr="Bellman-Ford Algorithm - javatpoint">
            <a:extLst>
              <a:ext uri="{FF2B5EF4-FFF2-40B4-BE49-F238E27FC236}">
                <a16:creationId xmlns:a16="http://schemas.microsoft.com/office/drawing/2014/main" id="{55B8E7F6-8222-5982-4486-7362FEEC4B2B}"/>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05304" y="2196382"/>
            <a:ext cx="3333750" cy="288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6336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1C627311-E4E4-2770-79B6-F8581F44BA39}"/>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B8920CB3-6FD2-7853-502B-EB41D2F5C6C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US" dirty="0"/>
            </a:br>
            <a:endParaRPr lang="en-US" dirty="0"/>
          </a:p>
        </p:txBody>
      </p:sp>
      <p:sp>
        <p:nvSpPr>
          <p:cNvPr id="1843" name="TextBox 1842">
            <a:extLst>
              <a:ext uri="{FF2B5EF4-FFF2-40B4-BE49-F238E27FC236}">
                <a16:creationId xmlns:a16="http://schemas.microsoft.com/office/drawing/2014/main" id="{554EFDFC-BE13-99E9-4CEE-F7A445EDE932}"/>
              </a:ext>
            </a:extLst>
          </p:cNvPr>
          <p:cNvSpPr txBox="1"/>
          <p:nvPr/>
        </p:nvSpPr>
        <p:spPr>
          <a:xfrm>
            <a:off x="4461081" y="3932054"/>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844" name="Google Shape;1735;p43">
            <a:extLst>
              <a:ext uri="{FF2B5EF4-FFF2-40B4-BE49-F238E27FC236}">
                <a16:creationId xmlns:a16="http://schemas.microsoft.com/office/drawing/2014/main" id="{E3FFFEAB-D493-36F8-CBFA-CBC2B24EB6ED}"/>
              </a:ext>
            </a:extLst>
          </p:cNvPr>
          <p:cNvSpPr txBox="1">
            <a:spLocks/>
          </p:cNvSpPr>
          <p:nvPr/>
        </p:nvSpPr>
        <p:spPr>
          <a:xfrm>
            <a:off x="451614" y="307204"/>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b="1" dirty="0"/>
              <a:t>Bellman-Ford’s </a:t>
            </a:r>
            <a:r>
              <a:rPr lang="en-US" dirty="0"/>
              <a:t>Example</a:t>
            </a:r>
          </a:p>
        </p:txBody>
      </p:sp>
      <p:grpSp>
        <p:nvGrpSpPr>
          <p:cNvPr id="1749" name="Group 1748">
            <a:extLst>
              <a:ext uri="{FF2B5EF4-FFF2-40B4-BE49-F238E27FC236}">
                <a16:creationId xmlns:a16="http://schemas.microsoft.com/office/drawing/2014/main" id="{B1540242-043F-0EB7-68DB-94A1D37C23A7}"/>
              </a:ext>
            </a:extLst>
          </p:cNvPr>
          <p:cNvGrpSpPr/>
          <p:nvPr/>
        </p:nvGrpSpPr>
        <p:grpSpPr>
          <a:xfrm>
            <a:off x="1761530" y="809072"/>
            <a:ext cx="4630624" cy="4167688"/>
            <a:chOff x="827878" y="171208"/>
            <a:chExt cx="4655934" cy="4255828"/>
          </a:xfrm>
        </p:grpSpPr>
        <p:sp>
          <p:nvSpPr>
            <p:cNvPr id="1750" name="TextBox 1749">
              <a:extLst>
                <a:ext uri="{FF2B5EF4-FFF2-40B4-BE49-F238E27FC236}">
                  <a16:creationId xmlns:a16="http://schemas.microsoft.com/office/drawing/2014/main" id="{24C93D70-D82B-E77D-56B7-98FFD2A8F7C5}"/>
                </a:ext>
              </a:extLst>
            </p:cNvPr>
            <p:cNvSpPr txBox="1"/>
            <p:nvPr/>
          </p:nvSpPr>
          <p:spPr>
            <a:xfrm>
              <a:off x="3609355" y="171208"/>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grpSp>
          <p:nvGrpSpPr>
            <p:cNvPr id="1751" name="Group 1750">
              <a:extLst>
                <a:ext uri="{FF2B5EF4-FFF2-40B4-BE49-F238E27FC236}">
                  <a16:creationId xmlns:a16="http://schemas.microsoft.com/office/drawing/2014/main" id="{586BFC08-770B-96D1-B4F4-496C31B9C5BF}"/>
                </a:ext>
              </a:extLst>
            </p:cNvPr>
            <p:cNvGrpSpPr/>
            <p:nvPr/>
          </p:nvGrpSpPr>
          <p:grpSpPr>
            <a:xfrm>
              <a:off x="827878" y="975008"/>
              <a:ext cx="4655934" cy="3452028"/>
              <a:chOff x="827878" y="975008"/>
              <a:chExt cx="4655934" cy="3452028"/>
            </a:xfrm>
          </p:grpSpPr>
          <p:sp>
            <p:nvSpPr>
              <p:cNvPr id="1752" name="Oval 1751">
                <a:extLst>
                  <a:ext uri="{FF2B5EF4-FFF2-40B4-BE49-F238E27FC236}">
                    <a16:creationId xmlns:a16="http://schemas.microsoft.com/office/drawing/2014/main" id="{D8C213E1-E39F-F5E9-D97A-B53E4EAC2A98}"/>
                  </a:ext>
                </a:extLst>
              </p:cNvPr>
              <p:cNvSpPr/>
              <p:nvPr/>
            </p:nvSpPr>
            <p:spPr>
              <a:xfrm>
                <a:off x="2400911" y="1061368"/>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1753" name="Straight Arrow Connector 1752">
                <a:extLst>
                  <a:ext uri="{FF2B5EF4-FFF2-40B4-BE49-F238E27FC236}">
                    <a16:creationId xmlns:a16="http://schemas.microsoft.com/office/drawing/2014/main" id="{1E8CA430-46A7-DCF3-585B-39CC34B26FDA}"/>
                  </a:ext>
                </a:extLst>
              </p:cNvPr>
              <p:cNvCxnSpPr>
                <a:cxnSpLocks/>
                <a:stCxn id="1757" idx="7"/>
                <a:endCxn id="1752" idx="3"/>
              </p:cNvCxnSpPr>
              <p:nvPr/>
            </p:nvCxnSpPr>
            <p:spPr>
              <a:xfrm flipV="1">
                <a:off x="1255777" y="1491890"/>
                <a:ext cx="1218550" cy="9015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4" name="Oval 1753">
                <a:extLst>
                  <a:ext uri="{FF2B5EF4-FFF2-40B4-BE49-F238E27FC236}">
                    <a16:creationId xmlns:a16="http://schemas.microsoft.com/office/drawing/2014/main" id="{CBAC812B-E0E8-46A2-E01F-7309AD234951}"/>
                  </a:ext>
                </a:extLst>
              </p:cNvPr>
              <p:cNvSpPr/>
              <p:nvPr/>
            </p:nvSpPr>
            <p:spPr>
              <a:xfrm>
                <a:off x="4833338" y="1061368"/>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755" name="Oval 1754">
                <a:extLst>
                  <a:ext uri="{FF2B5EF4-FFF2-40B4-BE49-F238E27FC236}">
                    <a16:creationId xmlns:a16="http://schemas.microsoft.com/office/drawing/2014/main" id="{AF94DEF2-F623-DC1E-88D7-D096070BDE7B}"/>
                  </a:ext>
                </a:extLst>
              </p:cNvPr>
              <p:cNvSpPr/>
              <p:nvPr/>
            </p:nvSpPr>
            <p:spPr>
              <a:xfrm>
                <a:off x="4833338" y="3780176"/>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756" name="Oval 1755">
                <a:extLst>
                  <a:ext uri="{FF2B5EF4-FFF2-40B4-BE49-F238E27FC236}">
                    <a16:creationId xmlns:a16="http://schemas.microsoft.com/office/drawing/2014/main" id="{2E4A59AD-B593-660A-45E2-20DE368A7C85}"/>
                  </a:ext>
                </a:extLst>
              </p:cNvPr>
              <p:cNvSpPr/>
              <p:nvPr/>
            </p:nvSpPr>
            <p:spPr>
              <a:xfrm>
                <a:off x="2400911" y="3780176"/>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757" name="Oval 1756">
                <a:extLst>
                  <a:ext uri="{FF2B5EF4-FFF2-40B4-BE49-F238E27FC236}">
                    <a16:creationId xmlns:a16="http://schemas.microsoft.com/office/drawing/2014/main" id="{B96E5D15-CB3E-F93E-9F6C-7E20407917AA}"/>
                  </a:ext>
                </a:extLst>
              </p:cNvPr>
              <p:cNvSpPr/>
              <p:nvPr/>
            </p:nvSpPr>
            <p:spPr>
              <a:xfrm>
                <a:off x="827878" y="2319556"/>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58" name="Straight Arrow Connector 1757">
                <a:extLst>
                  <a:ext uri="{FF2B5EF4-FFF2-40B4-BE49-F238E27FC236}">
                    <a16:creationId xmlns:a16="http://schemas.microsoft.com/office/drawing/2014/main" id="{1216B1D7-E9D5-892C-8709-42769123A289}"/>
                  </a:ext>
                </a:extLst>
              </p:cNvPr>
              <p:cNvCxnSpPr>
                <a:cxnSpLocks/>
                <a:stCxn id="1757" idx="5"/>
                <a:endCxn id="1756" idx="1"/>
              </p:cNvCxnSpPr>
              <p:nvPr/>
            </p:nvCxnSpPr>
            <p:spPr>
              <a:xfrm>
                <a:off x="1255777" y="2750078"/>
                <a:ext cx="1218550" cy="1103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9" name="Straight Arrow Connector 1758">
                <a:extLst>
                  <a:ext uri="{FF2B5EF4-FFF2-40B4-BE49-F238E27FC236}">
                    <a16:creationId xmlns:a16="http://schemas.microsoft.com/office/drawing/2014/main" id="{3F9FEE8B-867B-6928-B6D6-058610B0089F}"/>
                  </a:ext>
                </a:extLst>
              </p:cNvPr>
              <p:cNvCxnSpPr>
                <a:cxnSpLocks/>
                <a:stCxn id="1752" idx="4"/>
                <a:endCxn id="1756" idx="0"/>
              </p:cNvCxnSpPr>
              <p:nvPr/>
            </p:nvCxnSpPr>
            <p:spPr>
              <a:xfrm>
                <a:off x="2651569" y="1565756"/>
                <a:ext cx="0" cy="2214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0" name="Straight Arrow Connector 1759">
                <a:extLst>
                  <a:ext uri="{FF2B5EF4-FFF2-40B4-BE49-F238E27FC236}">
                    <a16:creationId xmlns:a16="http://schemas.microsoft.com/office/drawing/2014/main" id="{D0A8B04C-67C9-81FA-43D2-8E2BADD1310D}"/>
                  </a:ext>
                </a:extLst>
              </p:cNvPr>
              <p:cNvCxnSpPr>
                <a:cxnSpLocks/>
                <a:stCxn id="1754" idx="2"/>
                <a:endCxn id="1752" idx="6"/>
              </p:cNvCxnSpPr>
              <p:nvPr/>
            </p:nvCxnSpPr>
            <p:spPr>
              <a:xfrm flipH="1">
                <a:off x="2902226" y="1313562"/>
                <a:ext cx="1931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1" name="Straight Arrow Connector 1760">
                <a:extLst>
                  <a:ext uri="{FF2B5EF4-FFF2-40B4-BE49-F238E27FC236}">
                    <a16:creationId xmlns:a16="http://schemas.microsoft.com/office/drawing/2014/main" id="{5D665355-CDBA-A531-E1AE-F4CFB2351AE1}"/>
                  </a:ext>
                </a:extLst>
              </p:cNvPr>
              <p:cNvCxnSpPr>
                <a:cxnSpLocks/>
                <a:stCxn id="1755" idx="0"/>
                <a:endCxn id="1754" idx="4"/>
              </p:cNvCxnSpPr>
              <p:nvPr/>
            </p:nvCxnSpPr>
            <p:spPr>
              <a:xfrm flipV="1">
                <a:off x="5083996" y="1565756"/>
                <a:ext cx="0" cy="2214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2" name="Straight Arrow Connector 1761">
                <a:extLst>
                  <a:ext uri="{FF2B5EF4-FFF2-40B4-BE49-F238E27FC236}">
                    <a16:creationId xmlns:a16="http://schemas.microsoft.com/office/drawing/2014/main" id="{E37FA360-07A6-9ECE-C45F-7A955194AB60}"/>
                  </a:ext>
                </a:extLst>
              </p:cNvPr>
              <p:cNvCxnSpPr>
                <a:cxnSpLocks/>
                <a:stCxn id="1756" idx="6"/>
                <a:endCxn id="1755" idx="2"/>
              </p:cNvCxnSpPr>
              <p:nvPr/>
            </p:nvCxnSpPr>
            <p:spPr>
              <a:xfrm>
                <a:off x="2902226" y="4032370"/>
                <a:ext cx="1931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3" name="Straight Arrow Connector 1762">
                <a:extLst>
                  <a:ext uri="{FF2B5EF4-FFF2-40B4-BE49-F238E27FC236}">
                    <a16:creationId xmlns:a16="http://schemas.microsoft.com/office/drawing/2014/main" id="{765450A9-0E9E-797C-EC62-163535328C2E}"/>
                  </a:ext>
                </a:extLst>
              </p:cNvPr>
              <p:cNvCxnSpPr>
                <a:cxnSpLocks/>
                <a:stCxn id="1756" idx="7"/>
                <a:endCxn id="1754" idx="3"/>
              </p:cNvCxnSpPr>
              <p:nvPr/>
            </p:nvCxnSpPr>
            <p:spPr>
              <a:xfrm flipV="1">
                <a:off x="2828810" y="1491890"/>
                <a:ext cx="2077944" cy="2362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4" name="Straight Arrow Connector 1763">
                <a:extLst>
                  <a:ext uri="{FF2B5EF4-FFF2-40B4-BE49-F238E27FC236}">
                    <a16:creationId xmlns:a16="http://schemas.microsoft.com/office/drawing/2014/main" id="{CA6D8775-55FA-1256-9C92-C15E3FCE3E14}"/>
                  </a:ext>
                </a:extLst>
              </p:cNvPr>
              <p:cNvCxnSpPr>
                <a:cxnSpLocks/>
                <a:stCxn id="1752" idx="5"/>
                <a:endCxn id="1755" idx="1"/>
              </p:cNvCxnSpPr>
              <p:nvPr/>
            </p:nvCxnSpPr>
            <p:spPr>
              <a:xfrm>
                <a:off x="2828810" y="1491890"/>
                <a:ext cx="2077944" cy="2362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Straight Arrow Connector 1765">
                <a:extLst>
                  <a:ext uri="{FF2B5EF4-FFF2-40B4-BE49-F238E27FC236}">
                    <a16:creationId xmlns:a16="http://schemas.microsoft.com/office/drawing/2014/main" id="{ADB152EF-2FEB-C1AD-112C-C4AF365B42F9}"/>
                  </a:ext>
                </a:extLst>
              </p:cNvPr>
              <p:cNvCxnSpPr>
                <a:cxnSpLocks/>
                <a:endCxn id="1757" idx="6"/>
              </p:cNvCxnSpPr>
              <p:nvPr/>
            </p:nvCxnSpPr>
            <p:spPr>
              <a:xfrm flipH="1" flipV="1">
                <a:off x="1329193" y="2571750"/>
                <a:ext cx="3538467" cy="1356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7" name="Connector: Curved 1766">
                <a:extLst>
                  <a:ext uri="{FF2B5EF4-FFF2-40B4-BE49-F238E27FC236}">
                    <a16:creationId xmlns:a16="http://schemas.microsoft.com/office/drawing/2014/main" id="{90C2CA06-D162-90D2-F026-F1A6730B6CFD}"/>
                  </a:ext>
                </a:extLst>
              </p:cNvPr>
              <p:cNvCxnSpPr>
                <a:cxnSpLocks/>
                <a:stCxn id="1752" idx="0"/>
                <a:endCxn id="1754" idx="0"/>
              </p:cNvCxnSpPr>
              <p:nvPr/>
            </p:nvCxnSpPr>
            <p:spPr>
              <a:xfrm rot="5400000" flipH="1" flipV="1">
                <a:off x="3867782" y="-154845"/>
                <a:ext cx="12700" cy="2432427"/>
              </a:xfrm>
              <a:prstGeom prst="curvedConnector3">
                <a:avLst>
                  <a:gd name="adj1" fmla="val 5033142"/>
                </a:avLst>
              </a:prstGeom>
              <a:ln>
                <a:tailEnd type="triangle"/>
              </a:ln>
            </p:spPr>
            <p:style>
              <a:lnRef idx="1">
                <a:schemeClr val="dk1"/>
              </a:lnRef>
              <a:fillRef idx="0">
                <a:schemeClr val="dk1"/>
              </a:fillRef>
              <a:effectRef idx="0">
                <a:schemeClr val="dk1"/>
              </a:effectRef>
              <a:fontRef idx="minor">
                <a:schemeClr val="tx1"/>
              </a:fontRef>
            </p:style>
          </p:cxnSp>
          <p:sp>
            <p:nvSpPr>
              <p:cNvPr id="1768" name="TextBox 1767">
                <a:extLst>
                  <a:ext uri="{FF2B5EF4-FFF2-40B4-BE49-F238E27FC236}">
                    <a16:creationId xmlns:a16="http://schemas.microsoft.com/office/drawing/2014/main" id="{3751C44D-137F-5D41-18D5-42BD331DD2F2}"/>
                  </a:ext>
                </a:extLst>
              </p:cNvPr>
              <p:cNvSpPr txBox="1"/>
              <p:nvPr/>
            </p:nvSpPr>
            <p:spPr>
              <a:xfrm>
                <a:off x="4140662" y="1674268"/>
                <a:ext cx="52955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770" name="TextBox 1769">
                <a:extLst>
                  <a:ext uri="{FF2B5EF4-FFF2-40B4-BE49-F238E27FC236}">
                    <a16:creationId xmlns:a16="http://schemas.microsoft.com/office/drawing/2014/main" id="{6E7F92B8-D112-69DF-2693-4F79E638B427}"/>
                  </a:ext>
                </a:extLst>
              </p:cNvPr>
              <p:cNvSpPr txBox="1"/>
              <p:nvPr/>
            </p:nvSpPr>
            <p:spPr>
              <a:xfrm>
                <a:off x="1440524" y="3304005"/>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1" name="TextBox 1770">
                <a:extLst>
                  <a:ext uri="{FF2B5EF4-FFF2-40B4-BE49-F238E27FC236}">
                    <a16:creationId xmlns:a16="http://schemas.microsoft.com/office/drawing/2014/main" id="{68F6AE9B-3157-3F7A-1123-0C51EBE439D4}"/>
                  </a:ext>
                </a:extLst>
              </p:cNvPr>
              <p:cNvSpPr txBox="1"/>
              <p:nvPr/>
            </p:nvSpPr>
            <p:spPr>
              <a:xfrm>
                <a:off x="3674651" y="4088482"/>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772" name="TextBox 1771">
                <a:extLst>
                  <a:ext uri="{FF2B5EF4-FFF2-40B4-BE49-F238E27FC236}">
                    <a16:creationId xmlns:a16="http://schemas.microsoft.com/office/drawing/2014/main" id="{BF09186B-430B-DD49-67C8-CD34F0871054}"/>
                  </a:ext>
                </a:extLst>
              </p:cNvPr>
              <p:cNvSpPr txBox="1"/>
              <p:nvPr/>
            </p:nvSpPr>
            <p:spPr>
              <a:xfrm>
                <a:off x="1440524" y="1628208"/>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773" name="TextBox 1772">
                <a:extLst>
                  <a:ext uri="{FF2B5EF4-FFF2-40B4-BE49-F238E27FC236}">
                    <a16:creationId xmlns:a16="http://schemas.microsoft.com/office/drawing/2014/main" id="{6945C421-DDF0-7B20-38F5-E6E5AE143EBF}"/>
                  </a:ext>
                </a:extLst>
              </p:cNvPr>
              <p:cNvSpPr txBox="1"/>
              <p:nvPr/>
            </p:nvSpPr>
            <p:spPr>
              <a:xfrm>
                <a:off x="5084850" y="2503689"/>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4" name="TextBox 1773">
                <a:extLst>
                  <a:ext uri="{FF2B5EF4-FFF2-40B4-BE49-F238E27FC236}">
                    <a16:creationId xmlns:a16="http://schemas.microsoft.com/office/drawing/2014/main" id="{42BE9ABE-3056-A315-1AFF-8868810FF07A}"/>
                  </a:ext>
                </a:extLst>
              </p:cNvPr>
              <p:cNvSpPr txBox="1"/>
              <p:nvPr/>
            </p:nvSpPr>
            <p:spPr>
              <a:xfrm>
                <a:off x="3577438" y="975008"/>
                <a:ext cx="52955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778" name="TextBox 1777">
                <a:extLst>
                  <a:ext uri="{FF2B5EF4-FFF2-40B4-BE49-F238E27FC236}">
                    <a16:creationId xmlns:a16="http://schemas.microsoft.com/office/drawing/2014/main" id="{E1FB1801-FA9A-EA40-CE5B-51DB987E0C45}"/>
                  </a:ext>
                </a:extLst>
              </p:cNvPr>
              <p:cNvSpPr txBox="1"/>
              <p:nvPr/>
            </p:nvSpPr>
            <p:spPr>
              <a:xfrm>
                <a:off x="3058246" y="1674268"/>
                <a:ext cx="52955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779" name="TextBox 1778">
                <a:extLst>
                  <a:ext uri="{FF2B5EF4-FFF2-40B4-BE49-F238E27FC236}">
                    <a16:creationId xmlns:a16="http://schemas.microsoft.com/office/drawing/2014/main" id="{F577A101-CA17-FE36-B786-B80FEEF50ABA}"/>
                  </a:ext>
                </a:extLst>
              </p:cNvPr>
              <p:cNvSpPr txBox="1"/>
              <p:nvPr/>
            </p:nvSpPr>
            <p:spPr>
              <a:xfrm>
                <a:off x="2308861" y="2474763"/>
                <a:ext cx="398962" cy="34571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grpSp>
      </p:grpSp>
    </p:spTree>
    <p:extLst>
      <p:ext uri="{BB962C8B-B14F-4D97-AF65-F5344CB8AC3E}">
        <p14:creationId xmlns:p14="http://schemas.microsoft.com/office/powerpoint/2010/main" val="8507469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53D6C61B-F0FA-3782-5905-3A6E3A87A5F3}"/>
            </a:ext>
          </a:extLst>
        </p:cNvPr>
        <p:cNvGrpSpPr/>
        <p:nvPr/>
      </p:nvGrpSpPr>
      <p:grpSpPr>
        <a:xfrm>
          <a:off x="0" y="0"/>
          <a:ext cx="0" cy="0"/>
          <a:chOff x="0" y="0"/>
          <a:chExt cx="0" cy="0"/>
        </a:xfrm>
      </p:grpSpPr>
      <p:sp>
        <p:nvSpPr>
          <p:cNvPr id="1775" name="TextBox 1774">
            <a:extLst>
              <a:ext uri="{FF2B5EF4-FFF2-40B4-BE49-F238E27FC236}">
                <a16:creationId xmlns:a16="http://schemas.microsoft.com/office/drawing/2014/main" id="{204F5212-F187-6C66-EE44-597F97F5A7DF}"/>
              </a:ext>
            </a:extLst>
          </p:cNvPr>
          <p:cNvSpPr txBox="1"/>
          <p:nvPr/>
        </p:nvSpPr>
        <p:spPr>
          <a:xfrm>
            <a:off x="2796115" y="4620280"/>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a:t>
            </a:r>
          </a:p>
        </p:txBody>
      </p:sp>
      <p:sp>
        <p:nvSpPr>
          <p:cNvPr id="1832" name="Google Shape;1735;p43">
            <a:extLst>
              <a:ext uri="{FF2B5EF4-FFF2-40B4-BE49-F238E27FC236}">
                <a16:creationId xmlns:a16="http://schemas.microsoft.com/office/drawing/2014/main" id="{78590A05-514B-29C9-93F0-A288F9C781CA}"/>
              </a:ext>
            </a:extLst>
          </p:cNvPr>
          <p:cNvSpPr txBox="1">
            <a:spLocks/>
          </p:cNvSpPr>
          <p:nvPr/>
        </p:nvSpPr>
        <p:spPr>
          <a:xfrm>
            <a:off x="451614" y="307204"/>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b="1" dirty="0"/>
              <a:t>Bellman-Ford’s </a:t>
            </a:r>
            <a:r>
              <a:rPr lang="en-US" dirty="0"/>
              <a:t>Example</a:t>
            </a:r>
          </a:p>
        </p:txBody>
      </p:sp>
      <p:sp>
        <p:nvSpPr>
          <p:cNvPr id="1833" name="TextBox 1832">
            <a:extLst>
              <a:ext uri="{FF2B5EF4-FFF2-40B4-BE49-F238E27FC236}">
                <a16:creationId xmlns:a16="http://schemas.microsoft.com/office/drawing/2014/main" id="{61AC8FFE-4358-8754-794D-D8F0C7135758}"/>
              </a:ext>
            </a:extLst>
          </p:cNvPr>
          <p:cNvSpPr txBox="1"/>
          <p:nvPr/>
        </p:nvSpPr>
        <p:spPr>
          <a:xfrm>
            <a:off x="1174913" y="2909987"/>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a:t>
            </a:r>
          </a:p>
        </p:txBody>
      </p:sp>
      <p:sp>
        <p:nvSpPr>
          <p:cNvPr id="1834" name="TextBox 1833">
            <a:extLst>
              <a:ext uri="{FF2B5EF4-FFF2-40B4-BE49-F238E27FC236}">
                <a16:creationId xmlns:a16="http://schemas.microsoft.com/office/drawing/2014/main" id="{EED27048-AD56-F276-4C4C-99506BF264D2}"/>
              </a:ext>
            </a:extLst>
          </p:cNvPr>
          <p:cNvSpPr txBox="1"/>
          <p:nvPr/>
        </p:nvSpPr>
        <p:spPr>
          <a:xfrm>
            <a:off x="2723099" y="1684076"/>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a:t>
            </a:r>
          </a:p>
        </p:txBody>
      </p:sp>
      <p:sp>
        <p:nvSpPr>
          <p:cNvPr id="1835" name="TextBox 1834">
            <a:extLst>
              <a:ext uri="{FF2B5EF4-FFF2-40B4-BE49-F238E27FC236}">
                <a16:creationId xmlns:a16="http://schemas.microsoft.com/office/drawing/2014/main" id="{EBCDEF87-25C3-B4C1-A600-C241458874C3}"/>
              </a:ext>
            </a:extLst>
          </p:cNvPr>
          <p:cNvSpPr txBox="1"/>
          <p:nvPr/>
        </p:nvSpPr>
        <p:spPr>
          <a:xfrm>
            <a:off x="6254008" y="1671638"/>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a:t>
            </a:r>
          </a:p>
        </p:txBody>
      </p:sp>
      <p:sp>
        <p:nvSpPr>
          <p:cNvPr id="1836" name="TextBox 1835">
            <a:extLst>
              <a:ext uri="{FF2B5EF4-FFF2-40B4-BE49-F238E27FC236}">
                <a16:creationId xmlns:a16="http://schemas.microsoft.com/office/drawing/2014/main" id="{5DFC02F5-F358-C8E5-6255-029BE06E458E}"/>
              </a:ext>
            </a:extLst>
          </p:cNvPr>
          <p:cNvSpPr txBox="1"/>
          <p:nvPr/>
        </p:nvSpPr>
        <p:spPr>
          <a:xfrm>
            <a:off x="6254008" y="4574686"/>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0</a:t>
            </a:r>
          </a:p>
        </p:txBody>
      </p:sp>
      <p:sp>
        <p:nvSpPr>
          <p:cNvPr id="4" name="Google Shape;1843;p46">
            <a:extLst>
              <a:ext uri="{FF2B5EF4-FFF2-40B4-BE49-F238E27FC236}">
                <a16:creationId xmlns:a16="http://schemas.microsoft.com/office/drawing/2014/main" id="{7B2E678C-4935-17BB-0029-FAB3EF040575}"/>
              </a:ext>
            </a:extLst>
          </p:cNvPr>
          <p:cNvSpPr txBox="1">
            <a:spLocks noGrp="1"/>
          </p:cNvSpPr>
          <p:nvPr>
            <p:ph type="subTitle" idx="1"/>
          </p:nvPr>
        </p:nvSpPr>
        <p:spPr>
          <a:xfrm>
            <a:off x="574894" y="1285181"/>
            <a:ext cx="3728720" cy="91773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tabLst>
                <a:tab pos="2782888" algn="l"/>
              </a:tabLst>
            </a:pPr>
            <a:r>
              <a:rPr lang="en-US" b="1" dirty="0">
                <a:solidFill>
                  <a:schemeClr val="accent1">
                    <a:lumMod val="60000"/>
                    <a:lumOff val="40000"/>
                  </a:schemeClr>
                </a:solidFill>
              </a:rPr>
              <a:t>Iteration : 1</a:t>
            </a:r>
          </a:p>
        </p:txBody>
      </p:sp>
      <p:sp>
        <p:nvSpPr>
          <p:cNvPr id="5" name="TextBox 4">
            <a:extLst>
              <a:ext uri="{FF2B5EF4-FFF2-40B4-BE49-F238E27FC236}">
                <a16:creationId xmlns:a16="http://schemas.microsoft.com/office/drawing/2014/main" id="{8778C38C-AF0C-5837-76C7-09548E0684C3}"/>
              </a:ext>
            </a:extLst>
          </p:cNvPr>
          <p:cNvSpPr txBox="1"/>
          <p:nvPr/>
        </p:nvSpPr>
        <p:spPr>
          <a:xfrm>
            <a:off x="1174912" y="2880443"/>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2</a:t>
            </a:r>
          </a:p>
        </p:txBody>
      </p:sp>
      <p:sp>
        <p:nvSpPr>
          <p:cNvPr id="6" name="TextBox 5">
            <a:extLst>
              <a:ext uri="{FF2B5EF4-FFF2-40B4-BE49-F238E27FC236}">
                <a16:creationId xmlns:a16="http://schemas.microsoft.com/office/drawing/2014/main" id="{3FE83E5D-A500-23AC-D404-7FEFAC7186B0}"/>
              </a:ext>
            </a:extLst>
          </p:cNvPr>
          <p:cNvSpPr txBox="1"/>
          <p:nvPr/>
        </p:nvSpPr>
        <p:spPr>
          <a:xfrm>
            <a:off x="6254008" y="1686683"/>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7</a:t>
            </a:r>
          </a:p>
        </p:txBody>
      </p:sp>
      <p:sp>
        <p:nvSpPr>
          <p:cNvPr id="1799" name="TextBox 1798">
            <a:extLst>
              <a:ext uri="{FF2B5EF4-FFF2-40B4-BE49-F238E27FC236}">
                <a16:creationId xmlns:a16="http://schemas.microsoft.com/office/drawing/2014/main" id="{404C7894-A041-5E4A-EB95-38FA2E232A10}"/>
              </a:ext>
            </a:extLst>
          </p:cNvPr>
          <p:cNvSpPr txBox="1"/>
          <p:nvPr/>
        </p:nvSpPr>
        <p:spPr>
          <a:xfrm>
            <a:off x="4530013" y="74273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24" name="Oval 23">
            <a:extLst>
              <a:ext uri="{FF2B5EF4-FFF2-40B4-BE49-F238E27FC236}">
                <a16:creationId xmlns:a16="http://schemas.microsoft.com/office/drawing/2014/main" id="{2A8472D7-ADAB-298F-1384-02D10E8858E4}"/>
              </a:ext>
            </a:extLst>
          </p:cNvPr>
          <p:cNvSpPr/>
          <p:nvPr/>
        </p:nvSpPr>
        <p:spPr>
          <a:xfrm>
            <a:off x="3263197" y="167785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37" name="Straight Arrow Connector 36">
            <a:extLst>
              <a:ext uri="{FF2B5EF4-FFF2-40B4-BE49-F238E27FC236}">
                <a16:creationId xmlns:a16="http://schemas.microsoft.com/office/drawing/2014/main" id="{F52D1C46-0C52-2558-3EFD-E2E00BDA080C}"/>
              </a:ext>
            </a:extLst>
          </p:cNvPr>
          <p:cNvCxnSpPr>
            <a:cxnSpLocks/>
            <a:stCxn id="14" idx="7"/>
            <a:endCxn id="24" idx="3"/>
          </p:cNvCxnSpPr>
          <p:nvPr/>
        </p:nvCxnSpPr>
        <p:spPr>
          <a:xfrm flipV="1">
            <a:off x="2124288" y="2099462"/>
            <a:ext cx="1211926" cy="8828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22DFC9ED-4BF4-72E3-A3DD-D70663BBDB0F}"/>
              </a:ext>
            </a:extLst>
          </p:cNvPr>
          <p:cNvSpPr/>
          <p:nvPr/>
        </p:nvSpPr>
        <p:spPr>
          <a:xfrm>
            <a:off x="5682401" y="167785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2" name="Oval 11">
            <a:extLst>
              <a:ext uri="{FF2B5EF4-FFF2-40B4-BE49-F238E27FC236}">
                <a16:creationId xmlns:a16="http://schemas.microsoft.com/office/drawing/2014/main" id="{F6873722-8FD0-A924-9CF2-C43F61949207}"/>
              </a:ext>
            </a:extLst>
          </p:cNvPr>
          <p:cNvSpPr/>
          <p:nvPr/>
        </p:nvSpPr>
        <p:spPr>
          <a:xfrm>
            <a:off x="5682401" y="4340357"/>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3" name="Oval 12">
            <a:extLst>
              <a:ext uri="{FF2B5EF4-FFF2-40B4-BE49-F238E27FC236}">
                <a16:creationId xmlns:a16="http://schemas.microsoft.com/office/drawing/2014/main" id="{1AF80E06-8027-7940-7507-B661D7B69298}"/>
              </a:ext>
            </a:extLst>
          </p:cNvPr>
          <p:cNvSpPr/>
          <p:nvPr/>
        </p:nvSpPr>
        <p:spPr>
          <a:xfrm>
            <a:off x="3263197" y="4340357"/>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4" name="Oval 13">
            <a:extLst>
              <a:ext uri="{FF2B5EF4-FFF2-40B4-BE49-F238E27FC236}">
                <a16:creationId xmlns:a16="http://schemas.microsoft.com/office/drawing/2014/main" id="{276290A9-F319-4D4C-3976-41C5D3A34FE0}"/>
              </a:ext>
            </a:extLst>
          </p:cNvPr>
          <p:cNvSpPr/>
          <p:nvPr/>
        </p:nvSpPr>
        <p:spPr>
          <a:xfrm>
            <a:off x="1698715" y="2909987"/>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 name="Straight Arrow Connector 16">
            <a:extLst>
              <a:ext uri="{FF2B5EF4-FFF2-40B4-BE49-F238E27FC236}">
                <a16:creationId xmlns:a16="http://schemas.microsoft.com/office/drawing/2014/main" id="{FD21F58C-98C9-5C8C-B425-1FAA5BD4F74D}"/>
              </a:ext>
            </a:extLst>
          </p:cNvPr>
          <p:cNvCxnSpPr>
            <a:cxnSpLocks/>
            <a:stCxn id="14" idx="5"/>
            <a:endCxn id="13" idx="1"/>
          </p:cNvCxnSpPr>
          <p:nvPr/>
        </p:nvCxnSpPr>
        <p:spPr>
          <a:xfrm>
            <a:off x="2124288" y="3331593"/>
            <a:ext cx="1211926" cy="1081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B86EFC8E-B7DA-DB7B-9ECA-CE8ECD5B76A0}"/>
              </a:ext>
            </a:extLst>
          </p:cNvPr>
          <p:cNvCxnSpPr>
            <a:cxnSpLocks/>
            <a:stCxn id="24" idx="4"/>
            <a:endCxn id="13" idx="0"/>
          </p:cNvCxnSpPr>
          <p:nvPr/>
        </p:nvCxnSpPr>
        <p:spPr>
          <a:xfrm>
            <a:off x="3512492" y="2171798"/>
            <a:ext cx="0" cy="21685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E59E40C6-892E-BBC2-900B-55CB85F2D0F8}"/>
              </a:ext>
            </a:extLst>
          </p:cNvPr>
          <p:cNvCxnSpPr>
            <a:cxnSpLocks/>
            <a:stCxn id="11" idx="2"/>
            <a:endCxn id="24" idx="6"/>
          </p:cNvCxnSpPr>
          <p:nvPr/>
        </p:nvCxnSpPr>
        <p:spPr>
          <a:xfrm flipH="1">
            <a:off x="3761787" y="1924827"/>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1985AA12-51FA-9C74-95CD-F4D6A97AE9DF}"/>
              </a:ext>
            </a:extLst>
          </p:cNvPr>
          <p:cNvCxnSpPr>
            <a:cxnSpLocks/>
            <a:stCxn id="12" idx="0"/>
            <a:endCxn id="11" idx="4"/>
          </p:cNvCxnSpPr>
          <p:nvPr/>
        </p:nvCxnSpPr>
        <p:spPr>
          <a:xfrm flipV="1">
            <a:off x="5931696" y="2171798"/>
            <a:ext cx="0" cy="21685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CA84BE7D-741F-655A-561A-6ADAE3020D53}"/>
              </a:ext>
            </a:extLst>
          </p:cNvPr>
          <p:cNvCxnSpPr>
            <a:cxnSpLocks/>
            <a:stCxn id="13" idx="6"/>
            <a:endCxn id="12" idx="2"/>
          </p:cNvCxnSpPr>
          <p:nvPr/>
        </p:nvCxnSpPr>
        <p:spPr>
          <a:xfrm>
            <a:off x="3761787" y="4587328"/>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67185A3C-54EF-AB75-A49C-BFF2ED16E7CC}"/>
              </a:ext>
            </a:extLst>
          </p:cNvPr>
          <p:cNvCxnSpPr>
            <a:cxnSpLocks/>
            <a:stCxn id="13" idx="7"/>
            <a:endCxn id="11" idx="3"/>
          </p:cNvCxnSpPr>
          <p:nvPr/>
        </p:nvCxnSpPr>
        <p:spPr>
          <a:xfrm flipV="1">
            <a:off x="3688770" y="2099462"/>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0925D180-52C2-B535-B1F4-E9D7B66F1D2E}"/>
              </a:ext>
            </a:extLst>
          </p:cNvPr>
          <p:cNvCxnSpPr>
            <a:cxnSpLocks/>
            <a:stCxn id="24" idx="5"/>
            <a:endCxn id="12" idx="1"/>
          </p:cNvCxnSpPr>
          <p:nvPr/>
        </p:nvCxnSpPr>
        <p:spPr>
          <a:xfrm>
            <a:off x="3688770" y="2099462"/>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B2D9E66E-08B9-EF2B-6FF8-BDB1F1843DDA}"/>
              </a:ext>
            </a:extLst>
          </p:cNvPr>
          <p:cNvCxnSpPr>
            <a:cxnSpLocks/>
            <a:endCxn id="14" idx="6"/>
          </p:cNvCxnSpPr>
          <p:nvPr/>
        </p:nvCxnSpPr>
        <p:spPr>
          <a:xfrm flipH="1" flipV="1">
            <a:off x="2197305" y="3156958"/>
            <a:ext cx="3519232" cy="1328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7" name="Connector: Curved 1806">
            <a:extLst>
              <a:ext uri="{FF2B5EF4-FFF2-40B4-BE49-F238E27FC236}">
                <a16:creationId xmlns:a16="http://schemas.microsoft.com/office/drawing/2014/main" id="{6AD3D216-1C8A-467A-866C-62D773C3BB70}"/>
              </a:ext>
            </a:extLst>
          </p:cNvPr>
          <p:cNvCxnSpPr>
            <a:cxnSpLocks/>
            <a:stCxn id="24" idx="0"/>
            <a:endCxn id="11" idx="0"/>
          </p:cNvCxnSpPr>
          <p:nvPr/>
        </p:nvCxnSpPr>
        <p:spPr>
          <a:xfrm rot="5400000" flipH="1" flipV="1">
            <a:off x="4722191" y="468255"/>
            <a:ext cx="12437" cy="2419204"/>
          </a:xfrm>
          <a:prstGeom prst="curvedConnector3">
            <a:avLst>
              <a:gd name="adj1" fmla="val 5033142"/>
            </a:avLst>
          </a:prstGeom>
          <a:ln>
            <a:tailEnd type="triangle"/>
          </a:ln>
        </p:spPr>
        <p:style>
          <a:lnRef idx="1">
            <a:schemeClr val="dk1"/>
          </a:lnRef>
          <a:fillRef idx="0">
            <a:schemeClr val="dk1"/>
          </a:fillRef>
          <a:effectRef idx="0">
            <a:schemeClr val="dk1"/>
          </a:effectRef>
          <a:fontRef idx="minor">
            <a:schemeClr val="tx1"/>
          </a:fontRef>
        </p:style>
      </p:cxnSp>
      <p:sp>
        <p:nvSpPr>
          <p:cNvPr id="1816" name="TextBox 1815">
            <a:extLst>
              <a:ext uri="{FF2B5EF4-FFF2-40B4-BE49-F238E27FC236}">
                <a16:creationId xmlns:a16="http://schemas.microsoft.com/office/drawing/2014/main" id="{394C8154-DEE1-8F25-A576-FF434CDA8E7C}"/>
              </a:ext>
            </a:extLst>
          </p:cNvPr>
          <p:cNvSpPr txBox="1"/>
          <p:nvPr/>
        </p:nvSpPr>
        <p:spPr>
          <a:xfrm>
            <a:off x="4993490" y="2278063"/>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818" name="TextBox 1817">
            <a:extLst>
              <a:ext uri="{FF2B5EF4-FFF2-40B4-BE49-F238E27FC236}">
                <a16:creationId xmlns:a16="http://schemas.microsoft.com/office/drawing/2014/main" id="{C2A6A503-24D8-CBFE-3C04-69AA4A287D50}"/>
              </a:ext>
            </a:extLst>
          </p:cNvPr>
          <p:cNvSpPr txBox="1"/>
          <p:nvPr/>
        </p:nvSpPr>
        <p:spPr>
          <a:xfrm>
            <a:off x="2308031" y="3874047"/>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19" name="TextBox 1818">
            <a:extLst>
              <a:ext uri="{FF2B5EF4-FFF2-40B4-BE49-F238E27FC236}">
                <a16:creationId xmlns:a16="http://schemas.microsoft.com/office/drawing/2014/main" id="{7FBD1628-A587-202E-05DA-58508CF74FB3}"/>
              </a:ext>
            </a:extLst>
          </p:cNvPr>
          <p:cNvSpPr txBox="1"/>
          <p:nvPr/>
        </p:nvSpPr>
        <p:spPr>
          <a:xfrm>
            <a:off x="4603030" y="477944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820" name="TextBox 1819">
            <a:extLst>
              <a:ext uri="{FF2B5EF4-FFF2-40B4-BE49-F238E27FC236}">
                <a16:creationId xmlns:a16="http://schemas.microsoft.com/office/drawing/2014/main" id="{6F58360B-308C-B4F9-34BA-E6C160D2313B}"/>
              </a:ext>
            </a:extLst>
          </p:cNvPr>
          <p:cNvSpPr txBox="1"/>
          <p:nvPr/>
        </p:nvSpPr>
        <p:spPr>
          <a:xfrm>
            <a:off x="2308031" y="2232957"/>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821" name="TextBox 1820">
            <a:extLst>
              <a:ext uri="{FF2B5EF4-FFF2-40B4-BE49-F238E27FC236}">
                <a16:creationId xmlns:a16="http://schemas.microsoft.com/office/drawing/2014/main" id="{CD186E00-BA0B-C36C-AE44-A119325996CD}"/>
              </a:ext>
            </a:extLst>
          </p:cNvPr>
          <p:cNvSpPr txBox="1"/>
          <p:nvPr/>
        </p:nvSpPr>
        <p:spPr>
          <a:xfrm>
            <a:off x="5932546" y="309030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22" name="TextBox 1821">
            <a:extLst>
              <a:ext uri="{FF2B5EF4-FFF2-40B4-BE49-F238E27FC236}">
                <a16:creationId xmlns:a16="http://schemas.microsoft.com/office/drawing/2014/main" id="{CC0A3C8C-F101-BD7A-CFC2-1745D97D83B3}"/>
              </a:ext>
            </a:extLst>
          </p:cNvPr>
          <p:cNvSpPr txBox="1"/>
          <p:nvPr/>
        </p:nvSpPr>
        <p:spPr>
          <a:xfrm>
            <a:off x="4433328" y="1593285"/>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823" name="TextBox 1822">
            <a:extLst>
              <a:ext uri="{FF2B5EF4-FFF2-40B4-BE49-F238E27FC236}">
                <a16:creationId xmlns:a16="http://schemas.microsoft.com/office/drawing/2014/main" id="{3A7966F1-5700-B93C-5291-FED3F8E7F0B3}"/>
              </a:ext>
            </a:extLst>
          </p:cNvPr>
          <p:cNvSpPr txBox="1"/>
          <p:nvPr/>
        </p:nvSpPr>
        <p:spPr>
          <a:xfrm>
            <a:off x="3916959" y="2278063"/>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824" name="TextBox 1823">
            <a:extLst>
              <a:ext uri="{FF2B5EF4-FFF2-40B4-BE49-F238E27FC236}">
                <a16:creationId xmlns:a16="http://schemas.microsoft.com/office/drawing/2014/main" id="{8D34009F-B935-AAE0-586E-E8B082C9F8DE}"/>
              </a:ext>
            </a:extLst>
          </p:cNvPr>
          <p:cNvSpPr txBox="1"/>
          <p:nvPr/>
        </p:nvSpPr>
        <p:spPr>
          <a:xfrm>
            <a:off x="4388064" y="3794886"/>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7" name="TextBox 6">
            <a:extLst>
              <a:ext uri="{FF2B5EF4-FFF2-40B4-BE49-F238E27FC236}">
                <a16:creationId xmlns:a16="http://schemas.microsoft.com/office/drawing/2014/main" id="{8C2D0CDC-FAE3-7477-3B05-2EFE24618C39}"/>
              </a:ext>
            </a:extLst>
          </p:cNvPr>
          <p:cNvSpPr txBox="1"/>
          <p:nvPr/>
        </p:nvSpPr>
        <p:spPr>
          <a:xfrm>
            <a:off x="3171647" y="3061979"/>
            <a:ext cx="39679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Tree>
    <p:extLst>
      <p:ext uri="{BB962C8B-B14F-4D97-AF65-F5344CB8AC3E}">
        <p14:creationId xmlns:p14="http://schemas.microsoft.com/office/powerpoint/2010/main" val="132512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1" nodeType="clickEffect">
                                  <p:stCondLst>
                                    <p:cond delay="0"/>
                                  </p:stCondLst>
                                  <p:childTnLst>
                                    <p:animClr clrSpc="hsl" dir="cw">
                                      <p:cBhvr override="childStyle">
                                        <p:cTn id="6" dur="10" fill="hold"/>
                                        <p:tgtEl>
                                          <p:spTgt spid="14"/>
                                        </p:tgtEl>
                                        <p:attrNameLst>
                                          <p:attrName>style.color</p:attrName>
                                        </p:attrNameLst>
                                      </p:cBhvr>
                                      <p:by>
                                        <p:hsl h="0" s="-12549" l="-25098"/>
                                      </p:by>
                                    </p:animClr>
                                    <p:animClr clrSpc="hsl" dir="cw">
                                      <p:cBhvr>
                                        <p:cTn id="7" dur="10" fill="hold"/>
                                        <p:tgtEl>
                                          <p:spTgt spid="14"/>
                                        </p:tgtEl>
                                        <p:attrNameLst>
                                          <p:attrName>fillcolor</p:attrName>
                                        </p:attrNameLst>
                                      </p:cBhvr>
                                      <p:by>
                                        <p:hsl h="0" s="-12549" l="-25098"/>
                                      </p:by>
                                    </p:animClr>
                                    <p:animClr clrSpc="hsl" dir="cw">
                                      <p:cBhvr>
                                        <p:cTn id="8" dur="10" fill="hold"/>
                                        <p:tgtEl>
                                          <p:spTgt spid="14"/>
                                        </p:tgtEl>
                                        <p:attrNameLst>
                                          <p:attrName>stroke.color</p:attrName>
                                        </p:attrNameLst>
                                      </p:cBhvr>
                                      <p:by>
                                        <p:hsl h="0" s="-12549" l="-25098"/>
                                      </p:by>
                                    </p:animClr>
                                    <p:set>
                                      <p:cBhvr>
                                        <p:cTn id="9" dur="10" fill="hold"/>
                                        <p:tgtEl>
                                          <p:spTgt spid="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0" presetClass="emph" presetSubtype="0" fill="hold" grpId="0" nodeType="clickEffect">
                                  <p:stCondLst>
                                    <p:cond delay="0"/>
                                  </p:stCondLst>
                                  <p:childTnLst>
                                    <p:animClr clrSpc="hsl" dir="cw">
                                      <p:cBhvr override="childStyle">
                                        <p:cTn id="13" dur="10" fill="hold"/>
                                        <p:tgtEl>
                                          <p:spTgt spid="14"/>
                                        </p:tgtEl>
                                        <p:attrNameLst>
                                          <p:attrName>style.color</p:attrName>
                                        </p:attrNameLst>
                                      </p:cBhvr>
                                      <p:by>
                                        <p:hsl h="0" s="12549" l="25098"/>
                                      </p:by>
                                    </p:animClr>
                                    <p:animClr clrSpc="hsl" dir="cw">
                                      <p:cBhvr>
                                        <p:cTn id="14" dur="10" fill="hold"/>
                                        <p:tgtEl>
                                          <p:spTgt spid="14"/>
                                        </p:tgtEl>
                                        <p:attrNameLst>
                                          <p:attrName>fillcolor</p:attrName>
                                        </p:attrNameLst>
                                      </p:cBhvr>
                                      <p:by>
                                        <p:hsl h="0" s="12549" l="25098"/>
                                      </p:by>
                                    </p:animClr>
                                    <p:animClr clrSpc="hsl" dir="cw">
                                      <p:cBhvr>
                                        <p:cTn id="15" dur="10" fill="hold"/>
                                        <p:tgtEl>
                                          <p:spTgt spid="14"/>
                                        </p:tgtEl>
                                        <p:attrNameLst>
                                          <p:attrName>stroke.color</p:attrName>
                                        </p:attrNameLst>
                                      </p:cBhvr>
                                      <p:by>
                                        <p:hsl h="0" s="12549" l="25098"/>
                                      </p:by>
                                    </p:animClr>
                                    <p:set>
                                      <p:cBhvr>
                                        <p:cTn id="16" dur="10" fill="hold"/>
                                        <p:tgtEl>
                                          <p:spTgt spid="14"/>
                                        </p:tgtEl>
                                        <p:attrNameLst>
                                          <p:attrName>fill.type</p:attrName>
                                        </p:attrNameLst>
                                      </p:cBhvr>
                                      <p:to>
                                        <p:strVal val="solid"/>
                                      </p:to>
                                    </p:set>
                                  </p:childTnLst>
                                </p:cTn>
                              </p:par>
                              <p:par>
                                <p:cTn id="17" presetID="24" presetClass="emph" presetSubtype="0" fill="hold" grpId="0" nodeType="withEffect">
                                  <p:stCondLst>
                                    <p:cond delay="0"/>
                                  </p:stCondLst>
                                  <p:childTnLst>
                                    <p:animClr clrSpc="hsl" dir="cw">
                                      <p:cBhvr override="childStyle">
                                        <p:cTn id="18" dur="10" fill="hold"/>
                                        <p:tgtEl>
                                          <p:spTgt spid="24"/>
                                        </p:tgtEl>
                                        <p:attrNameLst>
                                          <p:attrName>style.color</p:attrName>
                                        </p:attrNameLst>
                                      </p:cBhvr>
                                      <p:by>
                                        <p:hsl h="0" s="-12549" l="-25098"/>
                                      </p:by>
                                    </p:animClr>
                                    <p:animClr clrSpc="hsl" dir="cw">
                                      <p:cBhvr>
                                        <p:cTn id="19" dur="10" fill="hold"/>
                                        <p:tgtEl>
                                          <p:spTgt spid="24"/>
                                        </p:tgtEl>
                                        <p:attrNameLst>
                                          <p:attrName>fillcolor</p:attrName>
                                        </p:attrNameLst>
                                      </p:cBhvr>
                                      <p:by>
                                        <p:hsl h="0" s="-12549" l="-25098"/>
                                      </p:by>
                                    </p:animClr>
                                    <p:animClr clrSpc="hsl" dir="cw">
                                      <p:cBhvr>
                                        <p:cTn id="20" dur="10" fill="hold"/>
                                        <p:tgtEl>
                                          <p:spTgt spid="24"/>
                                        </p:tgtEl>
                                        <p:attrNameLst>
                                          <p:attrName>stroke.color</p:attrName>
                                        </p:attrNameLst>
                                      </p:cBhvr>
                                      <p:by>
                                        <p:hsl h="0" s="-12549" l="-25098"/>
                                      </p:by>
                                    </p:animClr>
                                    <p:set>
                                      <p:cBhvr>
                                        <p:cTn id="21" dur="10" fill="hold"/>
                                        <p:tgtEl>
                                          <p:spTgt spid="24"/>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30" presetClass="emph" presetSubtype="0" fill="hold" grpId="1" nodeType="clickEffect">
                                  <p:stCondLst>
                                    <p:cond delay="0"/>
                                  </p:stCondLst>
                                  <p:childTnLst>
                                    <p:animClr clrSpc="hsl" dir="cw">
                                      <p:cBhvr override="childStyle">
                                        <p:cTn id="25" dur="10" fill="hold"/>
                                        <p:tgtEl>
                                          <p:spTgt spid="24"/>
                                        </p:tgtEl>
                                        <p:attrNameLst>
                                          <p:attrName>style.color</p:attrName>
                                        </p:attrNameLst>
                                      </p:cBhvr>
                                      <p:by>
                                        <p:hsl h="0" s="12549" l="25098"/>
                                      </p:by>
                                    </p:animClr>
                                    <p:animClr clrSpc="hsl" dir="cw">
                                      <p:cBhvr>
                                        <p:cTn id="26" dur="10" fill="hold"/>
                                        <p:tgtEl>
                                          <p:spTgt spid="24"/>
                                        </p:tgtEl>
                                        <p:attrNameLst>
                                          <p:attrName>fillcolor</p:attrName>
                                        </p:attrNameLst>
                                      </p:cBhvr>
                                      <p:by>
                                        <p:hsl h="0" s="12549" l="25098"/>
                                      </p:by>
                                    </p:animClr>
                                    <p:animClr clrSpc="hsl" dir="cw">
                                      <p:cBhvr>
                                        <p:cTn id="27" dur="10" fill="hold"/>
                                        <p:tgtEl>
                                          <p:spTgt spid="24"/>
                                        </p:tgtEl>
                                        <p:attrNameLst>
                                          <p:attrName>stroke.color</p:attrName>
                                        </p:attrNameLst>
                                      </p:cBhvr>
                                      <p:by>
                                        <p:hsl h="0" s="12549" l="25098"/>
                                      </p:by>
                                    </p:animClr>
                                    <p:set>
                                      <p:cBhvr>
                                        <p:cTn id="28" dur="10" fill="hold"/>
                                        <p:tgtEl>
                                          <p:spTgt spid="24"/>
                                        </p:tgtEl>
                                        <p:attrNameLst>
                                          <p:attrName>fill.type</p:attrName>
                                        </p:attrNameLst>
                                      </p:cBhvr>
                                      <p:to>
                                        <p:strVal val="solid"/>
                                      </p:to>
                                    </p:set>
                                  </p:childTnLst>
                                </p:cTn>
                              </p:par>
                              <p:par>
                                <p:cTn id="29" presetID="24" presetClass="emph" presetSubtype="0" fill="hold" grpId="0" nodeType="withEffect">
                                  <p:stCondLst>
                                    <p:cond delay="0"/>
                                  </p:stCondLst>
                                  <p:childTnLst>
                                    <p:animClr clrSpc="hsl" dir="cw">
                                      <p:cBhvr override="childStyle">
                                        <p:cTn id="30" dur="10" fill="hold"/>
                                        <p:tgtEl>
                                          <p:spTgt spid="11"/>
                                        </p:tgtEl>
                                        <p:attrNameLst>
                                          <p:attrName>style.color</p:attrName>
                                        </p:attrNameLst>
                                      </p:cBhvr>
                                      <p:by>
                                        <p:hsl h="0" s="-12549" l="-25098"/>
                                      </p:by>
                                    </p:animClr>
                                    <p:animClr clrSpc="hsl" dir="cw">
                                      <p:cBhvr>
                                        <p:cTn id="31" dur="10" fill="hold"/>
                                        <p:tgtEl>
                                          <p:spTgt spid="11"/>
                                        </p:tgtEl>
                                        <p:attrNameLst>
                                          <p:attrName>fillcolor</p:attrName>
                                        </p:attrNameLst>
                                      </p:cBhvr>
                                      <p:by>
                                        <p:hsl h="0" s="-12549" l="-25098"/>
                                      </p:by>
                                    </p:animClr>
                                    <p:animClr clrSpc="hsl" dir="cw">
                                      <p:cBhvr>
                                        <p:cTn id="32" dur="10" fill="hold"/>
                                        <p:tgtEl>
                                          <p:spTgt spid="11"/>
                                        </p:tgtEl>
                                        <p:attrNameLst>
                                          <p:attrName>stroke.color</p:attrName>
                                        </p:attrNameLst>
                                      </p:cBhvr>
                                      <p:by>
                                        <p:hsl h="0" s="-12549" l="-25098"/>
                                      </p:by>
                                    </p:animClr>
                                    <p:set>
                                      <p:cBhvr>
                                        <p:cTn id="33" dur="10" fill="hold"/>
                                        <p:tgtEl>
                                          <p:spTgt spid="11"/>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30" presetClass="emph" presetSubtype="0" fill="hold" grpId="1" nodeType="clickEffect">
                                  <p:stCondLst>
                                    <p:cond delay="0"/>
                                  </p:stCondLst>
                                  <p:childTnLst>
                                    <p:animClr clrSpc="hsl" dir="cw">
                                      <p:cBhvr override="childStyle">
                                        <p:cTn id="37" dur="10" fill="hold"/>
                                        <p:tgtEl>
                                          <p:spTgt spid="11"/>
                                        </p:tgtEl>
                                        <p:attrNameLst>
                                          <p:attrName>style.color</p:attrName>
                                        </p:attrNameLst>
                                      </p:cBhvr>
                                      <p:by>
                                        <p:hsl h="0" s="12549" l="25098"/>
                                      </p:by>
                                    </p:animClr>
                                    <p:animClr clrSpc="hsl" dir="cw">
                                      <p:cBhvr>
                                        <p:cTn id="38" dur="10" fill="hold"/>
                                        <p:tgtEl>
                                          <p:spTgt spid="11"/>
                                        </p:tgtEl>
                                        <p:attrNameLst>
                                          <p:attrName>fillcolor</p:attrName>
                                        </p:attrNameLst>
                                      </p:cBhvr>
                                      <p:by>
                                        <p:hsl h="0" s="12549" l="25098"/>
                                      </p:by>
                                    </p:animClr>
                                    <p:animClr clrSpc="hsl" dir="cw">
                                      <p:cBhvr>
                                        <p:cTn id="39" dur="10" fill="hold"/>
                                        <p:tgtEl>
                                          <p:spTgt spid="11"/>
                                        </p:tgtEl>
                                        <p:attrNameLst>
                                          <p:attrName>stroke.color</p:attrName>
                                        </p:attrNameLst>
                                      </p:cBhvr>
                                      <p:by>
                                        <p:hsl h="0" s="12549" l="25098"/>
                                      </p:by>
                                    </p:animClr>
                                    <p:set>
                                      <p:cBhvr>
                                        <p:cTn id="40" dur="10" fill="hold"/>
                                        <p:tgtEl>
                                          <p:spTgt spid="11"/>
                                        </p:tgtEl>
                                        <p:attrNameLst>
                                          <p:attrName>fill.type</p:attrName>
                                        </p:attrNameLst>
                                      </p:cBhvr>
                                      <p:to>
                                        <p:strVal val="solid"/>
                                      </p:to>
                                    </p:set>
                                  </p:childTnLst>
                                </p:cTn>
                              </p:par>
                              <p:par>
                                <p:cTn id="41" presetID="24" presetClass="emph" presetSubtype="0" fill="hold" grpId="0" nodeType="withEffect">
                                  <p:stCondLst>
                                    <p:cond delay="0"/>
                                  </p:stCondLst>
                                  <p:childTnLst>
                                    <p:animClr clrSpc="hsl" dir="cw">
                                      <p:cBhvr override="childStyle">
                                        <p:cTn id="42" dur="10" fill="hold"/>
                                        <p:tgtEl>
                                          <p:spTgt spid="13"/>
                                        </p:tgtEl>
                                        <p:attrNameLst>
                                          <p:attrName>style.color</p:attrName>
                                        </p:attrNameLst>
                                      </p:cBhvr>
                                      <p:by>
                                        <p:hsl h="0" s="-12549" l="-25098"/>
                                      </p:by>
                                    </p:animClr>
                                    <p:animClr clrSpc="hsl" dir="cw">
                                      <p:cBhvr>
                                        <p:cTn id="43" dur="10" fill="hold"/>
                                        <p:tgtEl>
                                          <p:spTgt spid="13"/>
                                        </p:tgtEl>
                                        <p:attrNameLst>
                                          <p:attrName>fillcolor</p:attrName>
                                        </p:attrNameLst>
                                      </p:cBhvr>
                                      <p:by>
                                        <p:hsl h="0" s="-12549" l="-25098"/>
                                      </p:by>
                                    </p:animClr>
                                    <p:animClr clrSpc="hsl" dir="cw">
                                      <p:cBhvr>
                                        <p:cTn id="44" dur="10" fill="hold"/>
                                        <p:tgtEl>
                                          <p:spTgt spid="13"/>
                                        </p:tgtEl>
                                        <p:attrNameLst>
                                          <p:attrName>stroke.color</p:attrName>
                                        </p:attrNameLst>
                                      </p:cBhvr>
                                      <p:by>
                                        <p:hsl h="0" s="-12549" l="-25098"/>
                                      </p:by>
                                    </p:animClr>
                                    <p:set>
                                      <p:cBhvr>
                                        <p:cTn id="45" dur="10" fill="hold"/>
                                        <p:tgtEl>
                                          <p:spTgt spid="13"/>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30" presetClass="emph" presetSubtype="0" fill="hold" grpId="1" nodeType="clickEffect">
                                  <p:stCondLst>
                                    <p:cond delay="0"/>
                                  </p:stCondLst>
                                  <p:childTnLst>
                                    <p:animClr clrSpc="hsl" dir="cw">
                                      <p:cBhvr override="childStyle">
                                        <p:cTn id="49" dur="10" fill="hold"/>
                                        <p:tgtEl>
                                          <p:spTgt spid="13"/>
                                        </p:tgtEl>
                                        <p:attrNameLst>
                                          <p:attrName>style.color</p:attrName>
                                        </p:attrNameLst>
                                      </p:cBhvr>
                                      <p:by>
                                        <p:hsl h="0" s="12549" l="25098"/>
                                      </p:by>
                                    </p:animClr>
                                    <p:animClr clrSpc="hsl" dir="cw">
                                      <p:cBhvr>
                                        <p:cTn id="50" dur="10" fill="hold"/>
                                        <p:tgtEl>
                                          <p:spTgt spid="13"/>
                                        </p:tgtEl>
                                        <p:attrNameLst>
                                          <p:attrName>fillcolor</p:attrName>
                                        </p:attrNameLst>
                                      </p:cBhvr>
                                      <p:by>
                                        <p:hsl h="0" s="12549" l="25098"/>
                                      </p:by>
                                    </p:animClr>
                                    <p:animClr clrSpc="hsl" dir="cw">
                                      <p:cBhvr>
                                        <p:cTn id="51" dur="10" fill="hold"/>
                                        <p:tgtEl>
                                          <p:spTgt spid="13"/>
                                        </p:tgtEl>
                                        <p:attrNameLst>
                                          <p:attrName>stroke.color</p:attrName>
                                        </p:attrNameLst>
                                      </p:cBhvr>
                                      <p:by>
                                        <p:hsl h="0" s="12549" l="25098"/>
                                      </p:by>
                                    </p:animClr>
                                    <p:set>
                                      <p:cBhvr>
                                        <p:cTn id="52" dur="10" fill="hold"/>
                                        <p:tgtEl>
                                          <p:spTgt spid="13"/>
                                        </p:tgtEl>
                                        <p:attrNameLst>
                                          <p:attrName>fill.type</p:attrName>
                                        </p:attrNameLst>
                                      </p:cBhvr>
                                      <p:to>
                                        <p:strVal val="solid"/>
                                      </p:to>
                                    </p:set>
                                  </p:childTnLst>
                                </p:cTn>
                              </p:par>
                              <p:par>
                                <p:cTn id="53" presetID="24" presetClass="emph" presetSubtype="0" fill="hold" grpId="0" nodeType="withEffect">
                                  <p:stCondLst>
                                    <p:cond delay="0"/>
                                  </p:stCondLst>
                                  <p:childTnLst>
                                    <p:animClr clrSpc="hsl" dir="cw">
                                      <p:cBhvr override="childStyle">
                                        <p:cTn id="54" dur="10" fill="hold"/>
                                        <p:tgtEl>
                                          <p:spTgt spid="12"/>
                                        </p:tgtEl>
                                        <p:attrNameLst>
                                          <p:attrName>style.color</p:attrName>
                                        </p:attrNameLst>
                                      </p:cBhvr>
                                      <p:by>
                                        <p:hsl h="0" s="-12549" l="-25098"/>
                                      </p:by>
                                    </p:animClr>
                                    <p:animClr clrSpc="hsl" dir="cw">
                                      <p:cBhvr>
                                        <p:cTn id="55" dur="10" fill="hold"/>
                                        <p:tgtEl>
                                          <p:spTgt spid="12"/>
                                        </p:tgtEl>
                                        <p:attrNameLst>
                                          <p:attrName>fillcolor</p:attrName>
                                        </p:attrNameLst>
                                      </p:cBhvr>
                                      <p:by>
                                        <p:hsl h="0" s="-12549" l="-25098"/>
                                      </p:by>
                                    </p:animClr>
                                    <p:animClr clrSpc="hsl" dir="cw">
                                      <p:cBhvr>
                                        <p:cTn id="56" dur="10" fill="hold"/>
                                        <p:tgtEl>
                                          <p:spTgt spid="12"/>
                                        </p:tgtEl>
                                        <p:attrNameLst>
                                          <p:attrName>stroke.color</p:attrName>
                                        </p:attrNameLst>
                                      </p:cBhvr>
                                      <p:by>
                                        <p:hsl h="0" s="-12549" l="-25098"/>
                                      </p:by>
                                    </p:animClr>
                                    <p:set>
                                      <p:cBhvr>
                                        <p:cTn id="57" dur="10" fill="hold"/>
                                        <p:tgtEl>
                                          <p:spTgt spid="12"/>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0" nodeType="clickEffect">
                                  <p:stCondLst>
                                    <p:cond delay="0"/>
                                  </p:stCondLst>
                                  <p:childTnLst>
                                    <p:set>
                                      <p:cBhvr>
                                        <p:cTn id="61" dur="1" fill="hold">
                                          <p:stCondLst>
                                            <p:cond delay="0"/>
                                          </p:stCondLst>
                                        </p:cTn>
                                        <p:tgtEl>
                                          <p:spTgt spid="1833"/>
                                        </p:tgtEl>
                                        <p:attrNameLst>
                                          <p:attrName>style.visibility</p:attrName>
                                        </p:attrNameLst>
                                      </p:cBhvr>
                                      <p:to>
                                        <p:strVal val="hidden"/>
                                      </p:to>
                                    </p:set>
                                  </p:childTnLst>
                                </p:cTn>
                              </p:par>
                              <p:par>
                                <p:cTn id="62" presetID="10" presetClass="entr" presetSubtype="0"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0" nodeType="clickEffect">
                                  <p:stCondLst>
                                    <p:cond delay="0"/>
                                  </p:stCondLst>
                                  <p:childTnLst>
                                    <p:set>
                                      <p:cBhvr>
                                        <p:cTn id="68" dur="1" fill="hold">
                                          <p:stCondLst>
                                            <p:cond delay="0"/>
                                          </p:stCondLst>
                                        </p:cTn>
                                        <p:tgtEl>
                                          <p:spTgt spid="1835"/>
                                        </p:tgtEl>
                                        <p:attrNameLst>
                                          <p:attrName>style.visibility</p:attrName>
                                        </p:attrNameLst>
                                      </p:cBhvr>
                                      <p:to>
                                        <p:strVal val="hidden"/>
                                      </p:to>
                                    </p:set>
                                  </p:childTnLst>
                                </p:cTn>
                              </p:par>
                              <p:par>
                                <p:cTn id="69" presetID="10" presetClass="entr" presetSubtype="0" fill="hold" grpId="0" nodeType="with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fade">
                                      <p:cBhvr>
                                        <p:cTn id="71" dur="500"/>
                                        <p:tgtEl>
                                          <p:spTgt spid="6"/>
                                        </p:tgtEl>
                                      </p:cBhvr>
                                    </p:animEffect>
                                  </p:childTnLst>
                                </p:cTn>
                              </p:par>
                            </p:childTnLst>
                          </p:cTn>
                        </p:par>
                      </p:childTnLst>
                    </p:cTn>
                  </p:par>
                  <p:par>
                    <p:cTn id="72" fill="hold">
                      <p:stCondLst>
                        <p:cond delay="indefinite"/>
                      </p:stCondLst>
                      <p:childTnLst>
                        <p:par>
                          <p:cTn id="73" fill="hold">
                            <p:stCondLst>
                              <p:cond delay="0"/>
                            </p:stCondLst>
                            <p:childTnLst>
                              <p:par>
                                <p:cTn id="74" presetID="30" presetClass="emph" presetSubtype="0" fill="hold" grpId="1" nodeType="clickEffect">
                                  <p:stCondLst>
                                    <p:cond delay="0"/>
                                  </p:stCondLst>
                                  <p:childTnLst>
                                    <p:animClr clrSpc="hsl" dir="cw">
                                      <p:cBhvr override="childStyle">
                                        <p:cTn id="75" dur="10" fill="hold"/>
                                        <p:tgtEl>
                                          <p:spTgt spid="12"/>
                                        </p:tgtEl>
                                        <p:attrNameLst>
                                          <p:attrName>style.color</p:attrName>
                                        </p:attrNameLst>
                                      </p:cBhvr>
                                      <p:by>
                                        <p:hsl h="0" s="12549" l="25098"/>
                                      </p:by>
                                    </p:animClr>
                                    <p:animClr clrSpc="hsl" dir="cw">
                                      <p:cBhvr>
                                        <p:cTn id="76" dur="10" fill="hold"/>
                                        <p:tgtEl>
                                          <p:spTgt spid="12"/>
                                        </p:tgtEl>
                                        <p:attrNameLst>
                                          <p:attrName>fillcolor</p:attrName>
                                        </p:attrNameLst>
                                      </p:cBhvr>
                                      <p:by>
                                        <p:hsl h="0" s="12549" l="25098"/>
                                      </p:by>
                                    </p:animClr>
                                    <p:animClr clrSpc="hsl" dir="cw">
                                      <p:cBhvr>
                                        <p:cTn id="77" dur="10" fill="hold"/>
                                        <p:tgtEl>
                                          <p:spTgt spid="12"/>
                                        </p:tgtEl>
                                        <p:attrNameLst>
                                          <p:attrName>stroke.color</p:attrName>
                                        </p:attrNameLst>
                                      </p:cBhvr>
                                      <p:by>
                                        <p:hsl h="0" s="12549" l="25098"/>
                                      </p:by>
                                    </p:animClr>
                                    <p:set>
                                      <p:cBhvr>
                                        <p:cTn id="78" dur="1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 grpId="0"/>
      <p:bldP spid="1835" grpId="0"/>
      <p:bldP spid="5" grpId="0"/>
      <p:bldP spid="6" grpId="0"/>
      <p:bldP spid="24" grpId="0" animBg="1"/>
      <p:bldP spid="24" grpId="1" animBg="1"/>
      <p:bldP spid="11" grpId="0" animBg="1"/>
      <p:bldP spid="11" grpId="1" animBg="1"/>
      <p:bldP spid="12" grpId="0" animBg="1"/>
      <p:bldP spid="12" grpId="1" animBg="1"/>
      <p:bldP spid="13" grpId="0" animBg="1"/>
      <p:bldP spid="13" grpId="1" animBg="1"/>
      <p:bldP spid="14" grpId="0" animBg="1"/>
      <p:bldP spid="14"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494FBD54-9334-E3FC-50D0-B0517CC9F14A}"/>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BCB09CD3-9017-2E27-D5F6-CE6A8CBF016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US" dirty="0"/>
            </a:br>
            <a:endParaRPr lang="en-US" dirty="0"/>
          </a:p>
        </p:txBody>
      </p:sp>
      <p:sp>
        <p:nvSpPr>
          <p:cNvPr id="1832" name="Google Shape;1735;p43">
            <a:extLst>
              <a:ext uri="{FF2B5EF4-FFF2-40B4-BE49-F238E27FC236}">
                <a16:creationId xmlns:a16="http://schemas.microsoft.com/office/drawing/2014/main" id="{624C2732-4024-D94E-4D87-9442D7C3B580}"/>
              </a:ext>
            </a:extLst>
          </p:cNvPr>
          <p:cNvSpPr txBox="1">
            <a:spLocks/>
          </p:cNvSpPr>
          <p:nvPr/>
        </p:nvSpPr>
        <p:spPr>
          <a:xfrm>
            <a:off x="451614" y="261257"/>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b="1" dirty="0"/>
              <a:t>Bellman-Ford’s </a:t>
            </a:r>
            <a:r>
              <a:rPr lang="en-US" dirty="0"/>
              <a:t>Example</a:t>
            </a:r>
          </a:p>
        </p:txBody>
      </p:sp>
      <p:sp>
        <p:nvSpPr>
          <p:cNvPr id="1837" name="Google Shape;1843;p46">
            <a:extLst>
              <a:ext uri="{FF2B5EF4-FFF2-40B4-BE49-F238E27FC236}">
                <a16:creationId xmlns:a16="http://schemas.microsoft.com/office/drawing/2014/main" id="{4D4BAB57-E77B-0FC5-165D-A06642F38C09}"/>
              </a:ext>
            </a:extLst>
          </p:cNvPr>
          <p:cNvSpPr txBox="1">
            <a:spLocks noGrp="1"/>
          </p:cNvSpPr>
          <p:nvPr>
            <p:ph type="subTitle" idx="1"/>
          </p:nvPr>
        </p:nvSpPr>
        <p:spPr>
          <a:xfrm>
            <a:off x="574894" y="1285181"/>
            <a:ext cx="3728720" cy="91773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tabLst>
                <a:tab pos="2782888" algn="l"/>
              </a:tabLst>
            </a:pPr>
            <a:r>
              <a:rPr lang="en-US" b="1" dirty="0">
                <a:solidFill>
                  <a:schemeClr val="accent1">
                    <a:lumMod val="60000"/>
                    <a:lumOff val="40000"/>
                  </a:schemeClr>
                </a:solidFill>
              </a:rPr>
              <a:t>Iteration : 2</a:t>
            </a:r>
          </a:p>
        </p:txBody>
      </p:sp>
      <p:sp>
        <p:nvSpPr>
          <p:cNvPr id="3" name="TextBox 2">
            <a:extLst>
              <a:ext uri="{FF2B5EF4-FFF2-40B4-BE49-F238E27FC236}">
                <a16:creationId xmlns:a16="http://schemas.microsoft.com/office/drawing/2014/main" id="{FCD3EFC7-7A31-7656-B3FB-3850E1DCEAEB}"/>
              </a:ext>
            </a:extLst>
          </p:cNvPr>
          <p:cNvSpPr txBox="1"/>
          <p:nvPr/>
        </p:nvSpPr>
        <p:spPr>
          <a:xfrm>
            <a:off x="2807713" y="4433239"/>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a:t>
            </a:r>
          </a:p>
        </p:txBody>
      </p:sp>
      <p:sp>
        <p:nvSpPr>
          <p:cNvPr id="4" name="TextBox 3">
            <a:extLst>
              <a:ext uri="{FF2B5EF4-FFF2-40B4-BE49-F238E27FC236}">
                <a16:creationId xmlns:a16="http://schemas.microsoft.com/office/drawing/2014/main" id="{3F057FE9-DAD0-4606-7A3A-95E02490FE61}"/>
              </a:ext>
            </a:extLst>
          </p:cNvPr>
          <p:cNvSpPr txBox="1"/>
          <p:nvPr/>
        </p:nvSpPr>
        <p:spPr>
          <a:xfrm>
            <a:off x="2796116" y="1657670"/>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a:t>
            </a:r>
          </a:p>
        </p:txBody>
      </p:sp>
      <p:sp>
        <p:nvSpPr>
          <p:cNvPr id="5" name="TextBox 4">
            <a:extLst>
              <a:ext uri="{FF2B5EF4-FFF2-40B4-BE49-F238E27FC236}">
                <a16:creationId xmlns:a16="http://schemas.microsoft.com/office/drawing/2014/main" id="{EDB8CDE3-BEBA-D88C-7778-465A4A8DF151}"/>
              </a:ext>
            </a:extLst>
          </p:cNvPr>
          <p:cNvSpPr txBox="1"/>
          <p:nvPr/>
        </p:nvSpPr>
        <p:spPr>
          <a:xfrm>
            <a:off x="6266296" y="4421440"/>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0</a:t>
            </a:r>
          </a:p>
        </p:txBody>
      </p:sp>
      <p:sp>
        <p:nvSpPr>
          <p:cNvPr id="6" name="TextBox 5">
            <a:extLst>
              <a:ext uri="{FF2B5EF4-FFF2-40B4-BE49-F238E27FC236}">
                <a16:creationId xmlns:a16="http://schemas.microsoft.com/office/drawing/2014/main" id="{465E00F7-6B7E-C8CC-935D-DC6329B299FC}"/>
              </a:ext>
            </a:extLst>
          </p:cNvPr>
          <p:cNvSpPr txBox="1"/>
          <p:nvPr/>
        </p:nvSpPr>
        <p:spPr>
          <a:xfrm>
            <a:off x="1247929" y="2854037"/>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2</a:t>
            </a:r>
          </a:p>
        </p:txBody>
      </p:sp>
      <p:sp>
        <p:nvSpPr>
          <p:cNvPr id="7" name="TextBox 6">
            <a:extLst>
              <a:ext uri="{FF2B5EF4-FFF2-40B4-BE49-F238E27FC236}">
                <a16:creationId xmlns:a16="http://schemas.microsoft.com/office/drawing/2014/main" id="{D3BDDF15-CA38-172F-7602-F3FF03518954}"/>
              </a:ext>
            </a:extLst>
          </p:cNvPr>
          <p:cNvSpPr txBox="1"/>
          <p:nvPr/>
        </p:nvSpPr>
        <p:spPr>
          <a:xfrm>
            <a:off x="6327025" y="1660277"/>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7</a:t>
            </a:r>
          </a:p>
        </p:txBody>
      </p:sp>
      <p:sp>
        <p:nvSpPr>
          <p:cNvPr id="8" name="TextBox 7">
            <a:extLst>
              <a:ext uri="{FF2B5EF4-FFF2-40B4-BE49-F238E27FC236}">
                <a16:creationId xmlns:a16="http://schemas.microsoft.com/office/drawing/2014/main" id="{904AE9A2-CB09-1EC2-887B-AD6CD12546C3}"/>
              </a:ext>
            </a:extLst>
          </p:cNvPr>
          <p:cNvSpPr txBox="1"/>
          <p:nvPr/>
        </p:nvSpPr>
        <p:spPr>
          <a:xfrm>
            <a:off x="2846593" y="1660277"/>
            <a:ext cx="369368"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8</a:t>
            </a:r>
          </a:p>
        </p:txBody>
      </p:sp>
      <p:sp>
        <p:nvSpPr>
          <p:cNvPr id="9" name="TextBox 8">
            <a:extLst>
              <a:ext uri="{FF2B5EF4-FFF2-40B4-BE49-F238E27FC236}">
                <a16:creationId xmlns:a16="http://schemas.microsoft.com/office/drawing/2014/main" id="{3C9F7528-6632-47F1-1BCF-7E4F92CAA090}"/>
              </a:ext>
            </a:extLst>
          </p:cNvPr>
          <p:cNvSpPr txBox="1"/>
          <p:nvPr/>
        </p:nvSpPr>
        <p:spPr>
          <a:xfrm>
            <a:off x="2846593" y="4453540"/>
            <a:ext cx="369366"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9</a:t>
            </a:r>
          </a:p>
        </p:txBody>
      </p:sp>
      <p:sp>
        <p:nvSpPr>
          <p:cNvPr id="1799" name="TextBox 1798">
            <a:extLst>
              <a:ext uri="{FF2B5EF4-FFF2-40B4-BE49-F238E27FC236}">
                <a16:creationId xmlns:a16="http://schemas.microsoft.com/office/drawing/2014/main" id="{B5BAF04D-A12A-8343-9055-77B81E9D0B3D}"/>
              </a:ext>
            </a:extLst>
          </p:cNvPr>
          <p:cNvSpPr txBox="1"/>
          <p:nvPr/>
        </p:nvSpPr>
        <p:spPr>
          <a:xfrm>
            <a:off x="4518955" y="810935"/>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24" name="Oval 23">
            <a:extLst>
              <a:ext uri="{FF2B5EF4-FFF2-40B4-BE49-F238E27FC236}">
                <a16:creationId xmlns:a16="http://schemas.microsoft.com/office/drawing/2014/main" id="{DBDECD79-3951-7EA8-FD34-660D203E6AB9}"/>
              </a:ext>
            </a:extLst>
          </p:cNvPr>
          <p:cNvSpPr/>
          <p:nvPr/>
        </p:nvSpPr>
        <p:spPr>
          <a:xfrm>
            <a:off x="3326012" y="1666495"/>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37" name="Straight Arrow Connector 36">
            <a:extLst>
              <a:ext uri="{FF2B5EF4-FFF2-40B4-BE49-F238E27FC236}">
                <a16:creationId xmlns:a16="http://schemas.microsoft.com/office/drawing/2014/main" id="{143B0EDD-6DF7-0EF9-6ECA-136C46E88671}"/>
              </a:ext>
            </a:extLst>
          </p:cNvPr>
          <p:cNvCxnSpPr>
            <a:cxnSpLocks/>
            <a:stCxn id="14" idx="7"/>
            <a:endCxn id="24" idx="3"/>
          </p:cNvCxnSpPr>
          <p:nvPr/>
        </p:nvCxnSpPr>
        <p:spPr>
          <a:xfrm flipV="1">
            <a:off x="2187103" y="2088101"/>
            <a:ext cx="1211926" cy="8828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25C1B46C-4F67-D4B4-2B4A-DF10D20654C9}"/>
              </a:ext>
            </a:extLst>
          </p:cNvPr>
          <p:cNvSpPr/>
          <p:nvPr/>
        </p:nvSpPr>
        <p:spPr>
          <a:xfrm>
            <a:off x="5745216" y="1666495"/>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2" name="Oval 11">
            <a:extLst>
              <a:ext uri="{FF2B5EF4-FFF2-40B4-BE49-F238E27FC236}">
                <a16:creationId xmlns:a16="http://schemas.microsoft.com/office/drawing/2014/main" id="{EB7CED59-4431-4905-B23B-5AB5112E61B3}"/>
              </a:ext>
            </a:extLst>
          </p:cNvPr>
          <p:cNvSpPr/>
          <p:nvPr/>
        </p:nvSpPr>
        <p:spPr>
          <a:xfrm>
            <a:off x="5745216" y="432899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3" name="Oval 12">
            <a:extLst>
              <a:ext uri="{FF2B5EF4-FFF2-40B4-BE49-F238E27FC236}">
                <a16:creationId xmlns:a16="http://schemas.microsoft.com/office/drawing/2014/main" id="{4869F59F-B4A5-700F-9C1F-F5284EE4C262}"/>
              </a:ext>
            </a:extLst>
          </p:cNvPr>
          <p:cNvSpPr/>
          <p:nvPr/>
        </p:nvSpPr>
        <p:spPr>
          <a:xfrm>
            <a:off x="3326012" y="432899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4" name="Oval 13">
            <a:extLst>
              <a:ext uri="{FF2B5EF4-FFF2-40B4-BE49-F238E27FC236}">
                <a16:creationId xmlns:a16="http://schemas.microsoft.com/office/drawing/2014/main" id="{400D16ED-7F2D-E070-52D1-9231E0453375}"/>
              </a:ext>
            </a:extLst>
          </p:cNvPr>
          <p:cNvSpPr/>
          <p:nvPr/>
        </p:nvSpPr>
        <p:spPr>
          <a:xfrm>
            <a:off x="1761530" y="289862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 name="Straight Arrow Connector 16">
            <a:extLst>
              <a:ext uri="{FF2B5EF4-FFF2-40B4-BE49-F238E27FC236}">
                <a16:creationId xmlns:a16="http://schemas.microsoft.com/office/drawing/2014/main" id="{ADAFF329-D2F2-85B4-98FE-2A6FDB5E0614}"/>
              </a:ext>
            </a:extLst>
          </p:cNvPr>
          <p:cNvCxnSpPr>
            <a:cxnSpLocks/>
            <a:stCxn id="14" idx="5"/>
            <a:endCxn id="13" idx="1"/>
          </p:cNvCxnSpPr>
          <p:nvPr/>
        </p:nvCxnSpPr>
        <p:spPr>
          <a:xfrm>
            <a:off x="2187103" y="3320232"/>
            <a:ext cx="1211926" cy="1081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C5EDEDE-3D58-722D-0A6E-3810AF5E4BDB}"/>
              </a:ext>
            </a:extLst>
          </p:cNvPr>
          <p:cNvCxnSpPr>
            <a:cxnSpLocks/>
            <a:stCxn id="24" idx="4"/>
            <a:endCxn id="13" idx="0"/>
          </p:cNvCxnSpPr>
          <p:nvPr/>
        </p:nvCxnSpPr>
        <p:spPr>
          <a:xfrm>
            <a:off x="3575307" y="2160437"/>
            <a:ext cx="0" cy="2168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B76276B-13E2-4B62-BFD6-271CEAF46658}"/>
              </a:ext>
            </a:extLst>
          </p:cNvPr>
          <p:cNvCxnSpPr>
            <a:cxnSpLocks/>
            <a:stCxn id="11" idx="2"/>
            <a:endCxn id="24" idx="6"/>
          </p:cNvCxnSpPr>
          <p:nvPr/>
        </p:nvCxnSpPr>
        <p:spPr>
          <a:xfrm flipH="1">
            <a:off x="3824602" y="1913466"/>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C848CBEB-6F67-4450-930D-9ABBCADEFEFB}"/>
              </a:ext>
            </a:extLst>
          </p:cNvPr>
          <p:cNvCxnSpPr>
            <a:cxnSpLocks/>
            <a:stCxn id="12" idx="0"/>
            <a:endCxn id="11" idx="4"/>
          </p:cNvCxnSpPr>
          <p:nvPr/>
        </p:nvCxnSpPr>
        <p:spPr>
          <a:xfrm flipV="1">
            <a:off x="5994511" y="2160437"/>
            <a:ext cx="0" cy="2168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630B701B-111E-402B-D54F-033E64122E35}"/>
              </a:ext>
            </a:extLst>
          </p:cNvPr>
          <p:cNvCxnSpPr>
            <a:cxnSpLocks/>
            <a:stCxn id="13" idx="6"/>
            <a:endCxn id="12" idx="2"/>
          </p:cNvCxnSpPr>
          <p:nvPr/>
        </p:nvCxnSpPr>
        <p:spPr>
          <a:xfrm>
            <a:off x="3824602" y="4575967"/>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579222C4-45B6-43A7-2816-F552C7E2E67D}"/>
              </a:ext>
            </a:extLst>
          </p:cNvPr>
          <p:cNvCxnSpPr>
            <a:cxnSpLocks/>
            <a:stCxn id="13" idx="7"/>
            <a:endCxn id="11" idx="3"/>
          </p:cNvCxnSpPr>
          <p:nvPr/>
        </p:nvCxnSpPr>
        <p:spPr>
          <a:xfrm flipV="1">
            <a:off x="3751585" y="2088101"/>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D11B505-DF8E-3906-5077-9B0E56C0164C}"/>
              </a:ext>
            </a:extLst>
          </p:cNvPr>
          <p:cNvCxnSpPr>
            <a:cxnSpLocks/>
            <a:stCxn id="24" idx="5"/>
            <a:endCxn id="12" idx="1"/>
          </p:cNvCxnSpPr>
          <p:nvPr/>
        </p:nvCxnSpPr>
        <p:spPr>
          <a:xfrm>
            <a:off x="3751585" y="2088101"/>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05FBCA9-98CB-8863-532A-4ED3850901FD}"/>
              </a:ext>
            </a:extLst>
          </p:cNvPr>
          <p:cNvCxnSpPr>
            <a:cxnSpLocks/>
            <a:endCxn id="14" idx="6"/>
          </p:cNvCxnSpPr>
          <p:nvPr/>
        </p:nvCxnSpPr>
        <p:spPr>
          <a:xfrm flipH="1" flipV="1">
            <a:off x="2260120" y="3145597"/>
            <a:ext cx="3519232" cy="1328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7" name="Connector: Curved 1806">
            <a:extLst>
              <a:ext uri="{FF2B5EF4-FFF2-40B4-BE49-F238E27FC236}">
                <a16:creationId xmlns:a16="http://schemas.microsoft.com/office/drawing/2014/main" id="{A77BFE08-51D1-36AD-09F9-0C752D4053F0}"/>
              </a:ext>
            </a:extLst>
          </p:cNvPr>
          <p:cNvCxnSpPr>
            <a:cxnSpLocks/>
            <a:stCxn id="24" idx="0"/>
            <a:endCxn id="11" idx="0"/>
          </p:cNvCxnSpPr>
          <p:nvPr/>
        </p:nvCxnSpPr>
        <p:spPr>
          <a:xfrm rot="5400000" flipH="1" flipV="1">
            <a:off x="4785006" y="456894"/>
            <a:ext cx="12437" cy="2419204"/>
          </a:xfrm>
          <a:prstGeom prst="curvedConnector3">
            <a:avLst>
              <a:gd name="adj1" fmla="val 4753928"/>
            </a:avLst>
          </a:prstGeom>
          <a:ln>
            <a:tailEnd type="triangle"/>
          </a:ln>
        </p:spPr>
        <p:style>
          <a:lnRef idx="1">
            <a:schemeClr val="dk1"/>
          </a:lnRef>
          <a:fillRef idx="0">
            <a:schemeClr val="dk1"/>
          </a:fillRef>
          <a:effectRef idx="0">
            <a:schemeClr val="dk1"/>
          </a:effectRef>
          <a:fontRef idx="minor">
            <a:schemeClr val="tx1"/>
          </a:fontRef>
        </p:style>
      </p:cxnSp>
      <p:sp>
        <p:nvSpPr>
          <p:cNvPr id="1816" name="TextBox 1815">
            <a:extLst>
              <a:ext uri="{FF2B5EF4-FFF2-40B4-BE49-F238E27FC236}">
                <a16:creationId xmlns:a16="http://schemas.microsoft.com/office/drawing/2014/main" id="{C54886D9-2C03-820A-F462-7B0FF8C2A2A4}"/>
              </a:ext>
            </a:extLst>
          </p:cNvPr>
          <p:cNvSpPr txBox="1"/>
          <p:nvPr/>
        </p:nvSpPr>
        <p:spPr>
          <a:xfrm>
            <a:off x="5056305" y="226670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818" name="TextBox 1817">
            <a:extLst>
              <a:ext uri="{FF2B5EF4-FFF2-40B4-BE49-F238E27FC236}">
                <a16:creationId xmlns:a16="http://schemas.microsoft.com/office/drawing/2014/main" id="{9D0DB6A8-ACEC-1611-4AEA-F7D4A384B5AF}"/>
              </a:ext>
            </a:extLst>
          </p:cNvPr>
          <p:cNvSpPr txBox="1"/>
          <p:nvPr/>
        </p:nvSpPr>
        <p:spPr>
          <a:xfrm>
            <a:off x="2370846" y="386268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19" name="TextBox 1818">
            <a:extLst>
              <a:ext uri="{FF2B5EF4-FFF2-40B4-BE49-F238E27FC236}">
                <a16:creationId xmlns:a16="http://schemas.microsoft.com/office/drawing/2014/main" id="{872C6EC6-5015-9896-744B-5023FB7A17B5}"/>
              </a:ext>
            </a:extLst>
          </p:cNvPr>
          <p:cNvSpPr txBox="1"/>
          <p:nvPr/>
        </p:nvSpPr>
        <p:spPr>
          <a:xfrm>
            <a:off x="4592828" y="4630917"/>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820" name="TextBox 1819">
            <a:extLst>
              <a:ext uri="{FF2B5EF4-FFF2-40B4-BE49-F238E27FC236}">
                <a16:creationId xmlns:a16="http://schemas.microsoft.com/office/drawing/2014/main" id="{1B985B00-1A37-CB5C-147E-CBE10FE46173}"/>
              </a:ext>
            </a:extLst>
          </p:cNvPr>
          <p:cNvSpPr txBox="1"/>
          <p:nvPr/>
        </p:nvSpPr>
        <p:spPr>
          <a:xfrm>
            <a:off x="2370846" y="222159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821" name="TextBox 1820">
            <a:extLst>
              <a:ext uri="{FF2B5EF4-FFF2-40B4-BE49-F238E27FC236}">
                <a16:creationId xmlns:a16="http://schemas.microsoft.com/office/drawing/2014/main" id="{84ADFA19-9294-C8B2-8943-4E20C28FD6F3}"/>
              </a:ext>
            </a:extLst>
          </p:cNvPr>
          <p:cNvSpPr txBox="1"/>
          <p:nvPr/>
        </p:nvSpPr>
        <p:spPr>
          <a:xfrm>
            <a:off x="5995361" y="3078945"/>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22" name="TextBox 1821">
            <a:extLst>
              <a:ext uri="{FF2B5EF4-FFF2-40B4-BE49-F238E27FC236}">
                <a16:creationId xmlns:a16="http://schemas.microsoft.com/office/drawing/2014/main" id="{8A4E4EF8-6339-1D3F-583A-C7A2043D684B}"/>
              </a:ext>
            </a:extLst>
          </p:cNvPr>
          <p:cNvSpPr txBox="1"/>
          <p:nvPr/>
        </p:nvSpPr>
        <p:spPr>
          <a:xfrm>
            <a:off x="4496143" y="1581924"/>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823" name="TextBox 1822">
            <a:extLst>
              <a:ext uri="{FF2B5EF4-FFF2-40B4-BE49-F238E27FC236}">
                <a16:creationId xmlns:a16="http://schemas.microsoft.com/office/drawing/2014/main" id="{245B98A5-E9DB-7AA9-A754-747AF3A91985}"/>
              </a:ext>
            </a:extLst>
          </p:cNvPr>
          <p:cNvSpPr txBox="1"/>
          <p:nvPr/>
        </p:nvSpPr>
        <p:spPr>
          <a:xfrm>
            <a:off x="3979774" y="226670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824" name="TextBox 1823">
            <a:extLst>
              <a:ext uri="{FF2B5EF4-FFF2-40B4-BE49-F238E27FC236}">
                <a16:creationId xmlns:a16="http://schemas.microsoft.com/office/drawing/2014/main" id="{6777F344-9372-F34B-E173-E4788E55C464}"/>
              </a:ext>
            </a:extLst>
          </p:cNvPr>
          <p:cNvSpPr txBox="1"/>
          <p:nvPr/>
        </p:nvSpPr>
        <p:spPr>
          <a:xfrm>
            <a:off x="4462947" y="378647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0" name="TextBox 9">
            <a:extLst>
              <a:ext uri="{FF2B5EF4-FFF2-40B4-BE49-F238E27FC236}">
                <a16:creationId xmlns:a16="http://schemas.microsoft.com/office/drawing/2014/main" id="{9A4DB2AC-F9F3-71A2-ACD8-F4CF92A930A7}"/>
              </a:ext>
            </a:extLst>
          </p:cNvPr>
          <p:cNvSpPr txBox="1"/>
          <p:nvPr/>
        </p:nvSpPr>
        <p:spPr>
          <a:xfrm>
            <a:off x="3244664" y="3199147"/>
            <a:ext cx="39679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
        <p:nvSpPr>
          <p:cNvPr id="18" name="TextBox 17">
            <a:extLst>
              <a:ext uri="{FF2B5EF4-FFF2-40B4-BE49-F238E27FC236}">
                <a16:creationId xmlns:a16="http://schemas.microsoft.com/office/drawing/2014/main" id="{76F47E2A-C0EC-74D5-B60E-409FA6A465CF}"/>
              </a:ext>
            </a:extLst>
          </p:cNvPr>
          <p:cNvSpPr txBox="1"/>
          <p:nvPr/>
        </p:nvSpPr>
        <p:spPr>
          <a:xfrm>
            <a:off x="2821323" y="1649103"/>
            <a:ext cx="369368"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5</a:t>
            </a:r>
          </a:p>
        </p:txBody>
      </p:sp>
      <p:sp>
        <p:nvSpPr>
          <p:cNvPr id="20" name="TextBox 19">
            <a:extLst>
              <a:ext uri="{FF2B5EF4-FFF2-40B4-BE49-F238E27FC236}">
                <a16:creationId xmlns:a16="http://schemas.microsoft.com/office/drawing/2014/main" id="{4E979B9E-871D-903C-F1C2-4F0D0298CCA3}"/>
              </a:ext>
            </a:extLst>
          </p:cNvPr>
          <p:cNvSpPr txBox="1"/>
          <p:nvPr/>
        </p:nvSpPr>
        <p:spPr>
          <a:xfrm>
            <a:off x="6316823" y="1698376"/>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6</a:t>
            </a:r>
          </a:p>
        </p:txBody>
      </p:sp>
    </p:spTree>
    <p:extLst>
      <p:ext uri="{BB962C8B-B14F-4D97-AF65-F5344CB8AC3E}">
        <p14:creationId xmlns:p14="http://schemas.microsoft.com/office/powerpoint/2010/main" val="342855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10" fill="hold"/>
                                        <p:tgtEl>
                                          <p:spTgt spid="14"/>
                                        </p:tgtEl>
                                        <p:attrNameLst>
                                          <p:attrName>style.color</p:attrName>
                                        </p:attrNameLst>
                                      </p:cBhvr>
                                      <p:by>
                                        <p:hsl h="0" s="-12549" l="-25098"/>
                                      </p:by>
                                    </p:animClr>
                                    <p:animClr clrSpc="hsl" dir="cw">
                                      <p:cBhvr>
                                        <p:cTn id="7" dur="10" fill="hold"/>
                                        <p:tgtEl>
                                          <p:spTgt spid="14"/>
                                        </p:tgtEl>
                                        <p:attrNameLst>
                                          <p:attrName>fillcolor</p:attrName>
                                        </p:attrNameLst>
                                      </p:cBhvr>
                                      <p:by>
                                        <p:hsl h="0" s="-12549" l="-25098"/>
                                      </p:by>
                                    </p:animClr>
                                    <p:animClr clrSpc="hsl" dir="cw">
                                      <p:cBhvr>
                                        <p:cTn id="8" dur="10" fill="hold"/>
                                        <p:tgtEl>
                                          <p:spTgt spid="14"/>
                                        </p:tgtEl>
                                        <p:attrNameLst>
                                          <p:attrName>stroke.color</p:attrName>
                                        </p:attrNameLst>
                                      </p:cBhvr>
                                      <p:by>
                                        <p:hsl h="0" s="-12549" l="-25098"/>
                                      </p:by>
                                    </p:animClr>
                                    <p:set>
                                      <p:cBhvr>
                                        <p:cTn id="9" dur="10" fill="hold"/>
                                        <p:tgtEl>
                                          <p:spTgt spid="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30" presetClass="emph" presetSubtype="0" fill="hold" grpId="1" nodeType="clickEffect">
                                  <p:stCondLst>
                                    <p:cond delay="0"/>
                                  </p:stCondLst>
                                  <p:childTnLst>
                                    <p:animClr clrSpc="hsl" dir="cw">
                                      <p:cBhvr override="childStyle">
                                        <p:cTn id="27" dur="10" fill="hold"/>
                                        <p:tgtEl>
                                          <p:spTgt spid="14"/>
                                        </p:tgtEl>
                                        <p:attrNameLst>
                                          <p:attrName>style.color</p:attrName>
                                        </p:attrNameLst>
                                      </p:cBhvr>
                                      <p:by>
                                        <p:hsl h="0" s="12549" l="25098"/>
                                      </p:by>
                                    </p:animClr>
                                    <p:animClr clrSpc="hsl" dir="cw">
                                      <p:cBhvr>
                                        <p:cTn id="28" dur="10" fill="hold"/>
                                        <p:tgtEl>
                                          <p:spTgt spid="14"/>
                                        </p:tgtEl>
                                        <p:attrNameLst>
                                          <p:attrName>fillcolor</p:attrName>
                                        </p:attrNameLst>
                                      </p:cBhvr>
                                      <p:by>
                                        <p:hsl h="0" s="12549" l="25098"/>
                                      </p:by>
                                    </p:animClr>
                                    <p:animClr clrSpc="hsl" dir="cw">
                                      <p:cBhvr>
                                        <p:cTn id="29" dur="10" fill="hold"/>
                                        <p:tgtEl>
                                          <p:spTgt spid="14"/>
                                        </p:tgtEl>
                                        <p:attrNameLst>
                                          <p:attrName>stroke.color</p:attrName>
                                        </p:attrNameLst>
                                      </p:cBhvr>
                                      <p:by>
                                        <p:hsl h="0" s="12549" l="25098"/>
                                      </p:by>
                                    </p:animClr>
                                    <p:set>
                                      <p:cBhvr>
                                        <p:cTn id="30" dur="10" fill="hold"/>
                                        <p:tgtEl>
                                          <p:spTgt spid="14"/>
                                        </p:tgtEl>
                                        <p:attrNameLst>
                                          <p:attrName>fill.type</p:attrName>
                                        </p:attrNameLst>
                                      </p:cBhvr>
                                      <p:to>
                                        <p:strVal val="solid"/>
                                      </p:to>
                                    </p:set>
                                  </p:childTnLst>
                                </p:cTn>
                              </p:par>
                              <p:par>
                                <p:cTn id="31" presetID="24" presetClass="emph" presetSubtype="0" fill="hold" grpId="0" nodeType="withEffect">
                                  <p:stCondLst>
                                    <p:cond delay="0"/>
                                  </p:stCondLst>
                                  <p:childTnLst>
                                    <p:animClr clrSpc="hsl" dir="cw">
                                      <p:cBhvr override="childStyle">
                                        <p:cTn id="32" dur="10" fill="hold"/>
                                        <p:tgtEl>
                                          <p:spTgt spid="24"/>
                                        </p:tgtEl>
                                        <p:attrNameLst>
                                          <p:attrName>style.color</p:attrName>
                                        </p:attrNameLst>
                                      </p:cBhvr>
                                      <p:by>
                                        <p:hsl h="0" s="-12549" l="-25098"/>
                                      </p:by>
                                    </p:animClr>
                                    <p:animClr clrSpc="hsl" dir="cw">
                                      <p:cBhvr>
                                        <p:cTn id="33" dur="10" fill="hold"/>
                                        <p:tgtEl>
                                          <p:spTgt spid="24"/>
                                        </p:tgtEl>
                                        <p:attrNameLst>
                                          <p:attrName>fillcolor</p:attrName>
                                        </p:attrNameLst>
                                      </p:cBhvr>
                                      <p:by>
                                        <p:hsl h="0" s="-12549" l="-25098"/>
                                      </p:by>
                                    </p:animClr>
                                    <p:animClr clrSpc="hsl" dir="cw">
                                      <p:cBhvr>
                                        <p:cTn id="34" dur="10" fill="hold"/>
                                        <p:tgtEl>
                                          <p:spTgt spid="24"/>
                                        </p:tgtEl>
                                        <p:attrNameLst>
                                          <p:attrName>stroke.color</p:attrName>
                                        </p:attrNameLst>
                                      </p:cBhvr>
                                      <p:by>
                                        <p:hsl h="0" s="-12549" l="-25098"/>
                                      </p:by>
                                    </p:animClr>
                                    <p:set>
                                      <p:cBhvr>
                                        <p:cTn id="35" dur="10" fill="hold"/>
                                        <p:tgtEl>
                                          <p:spTgt spid="24"/>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4" presetClass="emph" presetSubtype="0" fill="hold" grpId="0" nodeType="clickEffect">
                                  <p:stCondLst>
                                    <p:cond delay="0"/>
                                  </p:stCondLst>
                                  <p:childTnLst>
                                    <p:animClr clrSpc="hsl" dir="cw">
                                      <p:cBhvr override="childStyle">
                                        <p:cTn id="39" dur="10" fill="hold"/>
                                        <p:tgtEl>
                                          <p:spTgt spid="11"/>
                                        </p:tgtEl>
                                        <p:attrNameLst>
                                          <p:attrName>style.color</p:attrName>
                                        </p:attrNameLst>
                                      </p:cBhvr>
                                      <p:by>
                                        <p:hsl h="0" s="-12549" l="-25098"/>
                                      </p:by>
                                    </p:animClr>
                                    <p:animClr clrSpc="hsl" dir="cw">
                                      <p:cBhvr>
                                        <p:cTn id="40" dur="10" fill="hold"/>
                                        <p:tgtEl>
                                          <p:spTgt spid="11"/>
                                        </p:tgtEl>
                                        <p:attrNameLst>
                                          <p:attrName>fillcolor</p:attrName>
                                        </p:attrNameLst>
                                      </p:cBhvr>
                                      <p:by>
                                        <p:hsl h="0" s="-12549" l="-25098"/>
                                      </p:by>
                                    </p:animClr>
                                    <p:animClr clrSpc="hsl" dir="cw">
                                      <p:cBhvr>
                                        <p:cTn id="41" dur="10" fill="hold"/>
                                        <p:tgtEl>
                                          <p:spTgt spid="11"/>
                                        </p:tgtEl>
                                        <p:attrNameLst>
                                          <p:attrName>stroke.color</p:attrName>
                                        </p:attrNameLst>
                                      </p:cBhvr>
                                      <p:by>
                                        <p:hsl h="0" s="-12549" l="-25098"/>
                                      </p:by>
                                    </p:animClr>
                                    <p:set>
                                      <p:cBhvr>
                                        <p:cTn id="42" dur="10" fill="hold"/>
                                        <p:tgtEl>
                                          <p:spTgt spid="11"/>
                                        </p:tgtEl>
                                        <p:attrNameLst>
                                          <p:attrName>fill.type</p:attrName>
                                        </p:attrNameLst>
                                      </p:cBhvr>
                                      <p:to>
                                        <p:strVal val="solid"/>
                                      </p:to>
                                    </p:set>
                                  </p:childTnLst>
                                </p:cTn>
                              </p:par>
                              <p:par>
                                <p:cTn id="43" presetID="30" presetClass="emph" presetSubtype="0" fill="hold" grpId="1" nodeType="withEffect">
                                  <p:stCondLst>
                                    <p:cond delay="0"/>
                                  </p:stCondLst>
                                  <p:childTnLst>
                                    <p:animClr clrSpc="hsl" dir="cw">
                                      <p:cBhvr override="childStyle">
                                        <p:cTn id="44" dur="10" fill="hold"/>
                                        <p:tgtEl>
                                          <p:spTgt spid="24"/>
                                        </p:tgtEl>
                                        <p:attrNameLst>
                                          <p:attrName>style.color</p:attrName>
                                        </p:attrNameLst>
                                      </p:cBhvr>
                                      <p:by>
                                        <p:hsl h="0" s="12549" l="25098"/>
                                      </p:by>
                                    </p:animClr>
                                    <p:animClr clrSpc="hsl" dir="cw">
                                      <p:cBhvr>
                                        <p:cTn id="45" dur="10" fill="hold"/>
                                        <p:tgtEl>
                                          <p:spTgt spid="24"/>
                                        </p:tgtEl>
                                        <p:attrNameLst>
                                          <p:attrName>fillcolor</p:attrName>
                                        </p:attrNameLst>
                                      </p:cBhvr>
                                      <p:by>
                                        <p:hsl h="0" s="12549" l="25098"/>
                                      </p:by>
                                    </p:animClr>
                                    <p:animClr clrSpc="hsl" dir="cw">
                                      <p:cBhvr>
                                        <p:cTn id="46" dur="10" fill="hold"/>
                                        <p:tgtEl>
                                          <p:spTgt spid="24"/>
                                        </p:tgtEl>
                                        <p:attrNameLst>
                                          <p:attrName>stroke.color</p:attrName>
                                        </p:attrNameLst>
                                      </p:cBhvr>
                                      <p:by>
                                        <p:hsl h="0" s="12549" l="25098"/>
                                      </p:by>
                                    </p:animClr>
                                    <p:set>
                                      <p:cBhvr>
                                        <p:cTn id="47" dur="10" fill="hold"/>
                                        <p:tgtEl>
                                          <p:spTgt spid="24"/>
                                        </p:tgtEl>
                                        <p:attrNameLst>
                                          <p:attrName>fill.type</p:attrName>
                                        </p:attrNameLst>
                                      </p:cBhvr>
                                      <p:to>
                                        <p:strVal val="solid"/>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8"/>
                                        </p:tgtEl>
                                        <p:attrNameLst>
                                          <p:attrName>style.visibility</p:attrName>
                                        </p:attrNameLst>
                                      </p:cBhvr>
                                      <p:to>
                                        <p:strVal val="hidden"/>
                                      </p:to>
                                    </p:se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24" presetClass="emph" presetSubtype="0" fill="hold" nodeType="clickEffect">
                                  <p:stCondLst>
                                    <p:cond delay="0"/>
                                  </p:stCondLst>
                                  <p:childTnLst>
                                    <p:animClr clrSpc="hsl" dir="cw">
                                      <p:cBhvr override="childStyle">
                                        <p:cTn id="58" dur="10" fill="hold"/>
                                        <p:tgtEl>
                                          <p:spTgt spid="45"/>
                                        </p:tgtEl>
                                        <p:attrNameLst>
                                          <p:attrName>style.color</p:attrName>
                                        </p:attrNameLst>
                                      </p:cBhvr>
                                      <p:by>
                                        <p:hsl h="0" s="-12549" l="-25098"/>
                                      </p:by>
                                    </p:animClr>
                                    <p:animClr clrSpc="hsl" dir="cw">
                                      <p:cBhvr>
                                        <p:cTn id="59" dur="10" fill="hold"/>
                                        <p:tgtEl>
                                          <p:spTgt spid="45"/>
                                        </p:tgtEl>
                                        <p:attrNameLst>
                                          <p:attrName>fillcolor</p:attrName>
                                        </p:attrNameLst>
                                      </p:cBhvr>
                                      <p:by>
                                        <p:hsl h="0" s="-12549" l="-25098"/>
                                      </p:by>
                                    </p:animClr>
                                    <p:animClr clrSpc="hsl" dir="cw">
                                      <p:cBhvr>
                                        <p:cTn id="60" dur="10" fill="hold"/>
                                        <p:tgtEl>
                                          <p:spTgt spid="45"/>
                                        </p:tgtEl>
                                        <p:attrNameLst>
                                          <p:attrName>stroke.color</p:attrName>
                                        </p:attrNameLst>
                                      </p:cBhvr>
                                      <p:by>
                                        <p:hsl h="0" s="-12549" l="-25098"/>
                                      </p:by>
                                    </p:animClr>
                                    <p:set>
                                      <p:cBhvr>
                                        <p:cTn id="61" dur="10" fill="hold"/>
                                        <p:tgtEl>
                                          <p:spTgt spid="45"/>
                                        </p:tgtEl>
                                        <p:attrNameLst>
                                          <p:attrName>fill.type</p:attrName>
                                        </p:attrNameLst>
                                      </p:cBhvr>
                                      <p:to>
                                        <p:strVal val="solid"/>
                                      </p:to>
                                    </p:set>
                                  </p:childTnLst>
                                </p:cTn>
                              </p:par>
                              <p:par>
                                <p:cTn id="62" presetID="30" presetClass="emph" presetSubtype="0" fill="hold" grpId="1" nodeType="withEffect">
                                  <p:stCondLst>
                                    <p:cond delay="0"/>
                                  </p:stCondLst>
                                  <p:childTnLst>
                                    <p:animClr clrSpc="hsl" dir="cw">
                                      <p:cBhvr override="childStyle">
                                        <p:cTn id="63" dur="10" fill="hold"/>
                                        <p:tgtEl>
                                          <p:spTgt spid="11"/>
                                        </p:tgtEl>
                                        <p:attrNameLst>
                                          <p:attrName>style.color</p:attrName>
                                        </p:attrNameLst>
                                      </p:cBhvr>
                                      <p:by>
                                        <p:hsl h="0" s="12549" l="25098"/>
                                      </p:by>
                                    </p:animClr>
                                    <p:animClr clrSpc="hsl" dir="cw">
                                      <p:cBhvr>
                                        <p:cTn id="64" dur="10" fill="hold"/>
                                        <p:tgtEl>
                                          <p:spTgt spid="11"/>
                                        </p:tgtEl>
                                        <p:attrNameLst>
                                          <p:attrName>fillcolor</p:attrName>
                                        </p:attrNameLst>
                                      </p:cBhvr>
                                      <p:by>
                                        <p:hsl h="0" s="12549" l="25098"/>
                                      </p:by>
                                    </p:animClr>
                                    <p:animClr clrSpc="hsl" dir="cw">
                                      <p:cBhvr>
                                        <p:cTn id="65" dur="10" fill="hold"/>
                                        <p:tgtEl>
                                          <p:spTgt spid="11"/>
                                        </p:tgtEl>
                                        <p:attrNameLst>
                                          <p:attrName>stroke.color</p:attrName>
                                        </p:attrNameLst>
                                      </p:cBhvr>
                                      <p:by>
                                        <p:hsl h="0" s="12549" l="25098"/>
                                      </p:by>
                                    </p:animClr>
                                    <p:set>
                                      <p:cBhvr>
                                        <p:cTn id="66" dur="10" fill="hold"/>
                                        <p:tgtEl>
                                          <p:spTgt spid="11"/>
                                        </p:tgtEl>
                                        <p:attrNameLst>
                                          <p:attrName>fill.type</p:attrName>
                                        </p:attrNameLst>
                                      </p:cBhvr>
                                      <p:to>
                                        <p:strVal val="solid"/>
                                      </p:to>
                                    </p:set>
                                  </p:childTnLst>
                                </p:cTn>
                              </p:par>
                              <p:par>
                                <p:cTn id="67" presetID="24" presetClass="emph" presetSubtype="0" fill="hold" grpId="0" nodeType="withEffect">
                                  <p:stCondLst>
                                    <p:cond delay="0"/>
                                  </p:stCondLst>
                                  <p:childTnLst>
                                    <p:animClr clrSpc="hsl" dir="cw">
                                      <p:cBhvr override="childStyle">
                                        <p:cTn id="68" dur="10" fill="hold"/>
                                        <p:tgtEl>
                                          <p:spTgt spid="13"/>
                                        </p:tgtEl>
                                        <p:attrNameLst>
                                          <p:attrName>style.color</p:attrName>
                                        </p:attrNameLst>
                                      </p:cBhvr>
                                      <p:by>
                                        <p:hsl h="0" s="-12549" l="-25098"/>
                                      </p:by>
                                    </p:animClr>
                                    <p:animClr clrSpc="hsl" dir="cw">
                                      <p:cBhvr>
                                        <p:cTn id="69" dur="10" fill="hold"/>
                                        <p:tgtEl>
                                          <p:spTgt spid="13"/>
                                        </p:tgtEl>
                                        <p:attrNameLst>
                                          <p:attrName>fillcolor</p:attrName>
                                        </p:attrNameLst>
                                      </p:cBhvr>
                                      <p:by>
                                        <p:hsl h="0" s="-12549" l="-25098"/>
                                      </p:by>
                                    </p:animClr>
                                    <p:animClr clrSpc="hsl" dir="cw">
                                      <p:cBhvr>
                                        <p:cTn id="70" dur="10" fill="hold"/>
                                        <p:tgtEl>
                                          <p:spTgt spid="13"/>
                                        </p:tgtEl>
                                        <p:attrNameLst>
                                          <p:attrName>stroke.color</p:attrName>
                                        </p:attrNameLst>
                                      </p:cBhvr>
                                      <p:by>
                                        <p:hsl h="0" s="-12549" l="-25098"/>
                                      </p:by>
                                    </p:animClr>
                                    <p:set>
                                      <p:cBhvr>
                                        <p:cTn id="71" dur="10" fill="hold"/>
                                        <p:tgtEl>
                                          <p:spTgt spid="13"/>
                                        </p:tgtEl>
                                        <p:attrNameLst>
                                          <p:attrName>fill.type</p:attrName>
                                        </p:attrNameLst>
                                      </p:cBhvr>
                                      <p:to>
                                        <p:strVal val="solid"/>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0" nodeType="clickEffect">
                                  <p:stCondLst>
                                    <p:cond delay="0"/>
                                  </p:stCondLst>
                                  <p:childTnLst>
                                    <p:set>
                                      <p:cBhvr>
                                        <p:cTn id="75" dur="1" fill="hold">
                                          <p:stCondLst>
                                            <p:cond delay="0"/>
                                          </p:stCondLst>
                                        </p:cTn>
                                        <p:tgtEl>
                                          <p:spTgt spid="7"/>
                                        </p:tgtEl>
                                        <p:attrNameLst>
                                          <p:attrName>style.visibility</p:attrName>
                                        </p:attrNameLst>
                                      </p:cBhvr>
                                      <p:to>
                                        <p:strVal val="hidden"/>
                                      </p:to>
                                    </p:set>
                                  </p:childTnLst>
                                </p:cTn>
                              </p:par>
                              <p:par>
                                <p:cTn id="76" presetID="10" presetClass="entr" presetSubtype="0"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24" presetClass="emph" presetSubtype="0" fill="hold" grpId="0" nodeType="clickEffect">
                                  <p:stCondLst>
                                    <p:cond delay="0"/>
                                  </p:stCondLst>
                                  <p:childTnLst>
                                    <p:animClr clrSpc="hsl" dir="cw">
                                      <p:cBhvr override="childStyle">
                                        <p:cTn id="82" dur="10" fill="hold"/>
                                        <p:tgtEl>
                                          <p:spTgt spid="12"/>
                                        </p:tgtEl>
                                        <p:attrNameLst>
                                          <p:attrName>style.color</p:attrName>
                                        </p:attrNameLst>
                                      </p:cBhvr>
                                      <p:by>
                                        <p:hsl h="0" s="-12549" l="-25098"/>
                                      </p:by>
                                    </p:animClr>
                                    <p:animClr clrSpc="hsl" dir="cw">
                                      <p:cBhvr>
                                        <p:cTn id="83" dur="10" fill="hold"/>
                                        <p:tgtEl>
                                          <p:spTgt spid="12"/>
                                        </p:tgtEl>
                                        <p:attrNameLst>
                                          <p:attrName>fillcolor</p:attrName>
                                        </p:attrNameLst>
                                      </p:cBhvr>
                                      <p:by>
                                        <p:hsl h="0" s="-12549" l="-25098"/>
                                      </p:by>
                                    </p:animClr>
                                    <p:animClr clrSpc="hsl" dir="cw">
                                      <p:cBhvr>
                                        <p:cTn id="84" dur="10" fill="hold"/>
                                        <p:tgtEl>
                                          <p:spTgt spid="12"/>
                                        </p:tgtEl>
                                        <p:attrNameLst>
                                          <p:attrName>stroke.color</p:attrName>
                                        </p:attrNameLst>
                                      </p:cBhvr>
                                      <p:by>
                                        <p:hsl h="0" s="-12549" l="-25098"/>
                                      </p:by>
                                    </p:animClr>
                                    <p:set>
                                      <p:cBhvr>
                                        <p:cTn id="85" dur="10" fill="hold"/>
                                        <p:tgtEl>
                                          <p:spTgt spid="12"/>
                                        </p:tgtEl>
                                        <p:attrNameLst>
                                          <p:attrName>fill.type</p:attrName>
                                        </p:attrNameLst>
                                      </p:cBhvr>
                                      <p:to>
                                        <p:strVal val="solid"/>
                                      </p:to>
                                    </p:set>
                                  </p:childTnLst>
                                </p:cTn>
                              </p:par>
                              <p:par>
                                <p:cTn id="86" presetID="30" presetClass="emph" presetSubtype="0" fill="hold" grpId="1" nodeType="withEffect">
                                  <p:stCondLst>
                                    <p:cond delay="0"/>
                                  </p:stCondLst>
                                  <p:childTnLst>
                                    <p:animClr clrSpc="hsl" dir="cw">
                                      <p:cBhvr override="childStyle">
                                        <p:cTn id="87" dur="10" fill="hold"/>
                                        <p:tgtEl>
                                          <p:spTgt spid="13"/>
                                        </p:tgtEl>
                                        <p:attrNameLst>
                                          <p:attrName>style.color</p:attrName>
                                        </p:attrNameLst>
                                      </p:cBhvr>
                                      <p:by>
                                        <p:hsl h="0" s="12549" l="25098"/>
                                      </p:by>
                                    </p:animClr>
                                    <p:animClr clrSpc="hsl" dir="cw">
                                      <p:cBhvr>
                                        <p:cTn id="88" dur="10" fill="hold"/>
                                        <p:tgtEl>
                                          <p:spTgt spid="13"/>
                                        </p:tgtEl>
                                        <p:attrNameLst>
                                          <p:attrName>fillcolor</p:attrName>
                                        </p:attrNameLst>
                                      </p:cBhvr>
                                      <p:by>
                                        <p:hsl h="0" s="12549" l="25098"/>
                                      </p:by>
                                    </p:animClr>
                                    <p:animClr clrSpc="hsl" dir="cw">
                                      <p:cBhvr>
                                        <p:cTn id="89" dur="10" fill="hold"/>
                                        <p:tgtEl>
                                          <p:spTgt spid="13"/>
                                        </p:tgtEl>
                                        <p:attrNameLst>
                                          <p:attrName>stroke.color</p:attrName>
                                        </p:attrNameLst>
                                      </p:cBhvr>
                                      <p:by>
                                        <p:hsl h="0" s="12549" l="25098"/>
                                      </p:by>
                                    </p:animClr>
                                    <p:set>
                                      <p:cBhvr>
                                        <p:cTn id="90" dur="10" fill="hold"/>
                                        <p:tgtEl>
                                          <p:spTgt spid="13"/>
                                        </p:tgtEl>
                                        <p:attrNameLst>
                                          <p:attrName>fill.type</p:attrName>
                                        </p:attrNameLst>
                                      </p:cBhvr>
                                      <p:to>
                                        <p:strVal val="solid"/>
                                      </p:to>
                                    </p:set>
                                  </p:childTnLst>
                                </p:cTn>
                              </p:par>
                            </p:childTnLst>
                          </p:cTn>
                        </p:par>
                      </p:childTnLst>
                    </p:cTn>
                  </p:par>
                  <p:par>
                    <p:cTn id="91" fill="hold">
                      <p:stCondLst>
                        <p:cond delay="indefinite"/>
                      </p:stCondLst>
                      <p:childTnLst>
                        <p:par>
                          <p:cTn id="92" fill="hold">
                            <p:stCondLst>
                              <p:cond delay="0"/>
                            </p:stCondLst>
                            <p:childTnLst>
                              <p:par>
                                <p:cTn id="93" presetID="30" presetClass="emph" presetSubtype="0" fill="hold" grpId="1" nodeType="clickEffect">
                                  <p:stCondLst>
                                    <p:cond delay="0"/>
                                  </p:stCondLst>
                                  <p:childTnLst>
                                    <p:animClr clrSpc="hsl" dir="cw">
                                      <p:cBhvr override="childStyle">
                                        <p:cTn id="94" dur="10" fill="hold"/>
                                        <p:tgtEl>
                                          <p:spTgt spid="12"/>
                                        </p:tgtEl>
                                        <p:attrNameLst>
                                          <p:attrName>style.color</p:attrName>
                                        </p:attrNameLst>
                                      </p:cBhvr>
                                      <p:by>
                                        <p:hsl h="0" s="12549" l="25098"/>
                                      </p:by>
                                    </p:animClr>
                                    <p:animClr clrSpc="hsl" dir="cw">
                                      <p:cBhvr>
                                        <p:cTn id="95" dur="10" fill="hold"/>
                                        <p:tgtEl>
                                          <p:spTgt spid="12"/>
                                        </p:tgtEl>
                                        <p:attrNameLst>
                                          <p:attrName>fillcolor</p:attrName>
                                        </p:attrNameLst>
                                      </p:cBhvr>
                                      <p:by>
                                        <p:hsl h="0" s="12549" l="25098"/>
                                      </p:by>
                                    </p:animClr>
                                    <p:animClr clrSpc="hsl" dir="cw">
                                      <p:cBhvr>
                                        <p:cTn id="96" dur="10" fill="hold"/>
                                        <p:tgtEl>
                                          <p:spTgt spid="12"/>
                                        </p:tgtEl>
                                        <p:attrNameLst>
                                          <p:attrName>stroke.color</p:attrName>
                                        </p:attrNameLst>
                                      </p:cBhvr>
                                      <p:by>
                                        <p:hsl h="0" s="12549" l="25098"/>
                                      </p:by>
                                    </p:animClr>
                                    <p:set>
                                      <p:cBhvr>
                                        <p:cTn id="97" dur="1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8" grpId="0"/>
      <p:bldP spid="8" grpId="1"/>
      <p:bldP spid="9" grpId="0"/>
      <p:bldP spid="24" grpId="0" animBg="1"/>
      <p:bldP spid="24" grpId="1" animBg="1"/>
      <p:bldP spid="11" grpId="0" animBg="1"/>
      <p:bldP spid="11" grpId="1" animBg="1"/>
      <p:bldP spid="12" grpId="0" animBg="1"/>
      <p:bldP spid="12" grpId="1" animBg="1"/>
      <p:bldP spid="13" grpId="0" animBg="1"/>
      <p:bldP spid="13" grpId="1" animBg="1"/>
      <p:bldP spid="14" grpId="0" animBg="1"/>
      <p:bldP spid="14" grpId="1" animBg="1"/>
      <p:bldP spid="18" grpId="0"/>
      <p:bldP spid="2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35C67FDE-CB3A-B5AE-4869-60776D9BEC72}"/>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8C368B10-7DC0-F111-DCFE-C08CE2CC1FE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US" dirty="0"/>
            </a:br>
            <a:endParaRPr lang="en-US" dirty="0"/>
          </a:p>
        </p:txBody>
      </p:sp>
      <p:sp>
        <p:nvSpPr>
          <p:cNvPr id="1832" name="Google Shape;1735;p43">
            <a:extLst>
              <a:ext uri="{FF2B5EF4-FFF2-40B4-BE49-F238E27FC236}">
                <a16:creationId xmlns:a16="http://schemas.microsoft.com/office/drawing/2014/main" id="{3185FE81-A966-E48F-AEA6-08D51A781C93}"/>
              </a:ext>
            </a:extLst>
          </p:cNvPr>
          <p:cNvSpPr txBox="1">
            <a:spLocks/>
          </p:cNvSpPr>
          <p:nvPr/>
        </p:nvSpPr>
        <p:spPr>
          <a:xfrm>
            <a:off x="451614" y="261257"/>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b="1" dirty="0"/>
              <a:t>Bellman-Ford’s </a:t>
            </a:r>
            <a:r>
              <a:rPr lang="en-US" dirty="0"/>
              <a:t>Example</a:t>
            </a:r>
          </a:p>
        </p:txBody>
      </p:sp>
      <p:sp>
        <p:nvSpPr>
          <p:cNvPr id="1837" name="Google Shape;1843;p46">
            <a:extLst>
              <a:ext uri="{FF2B5EF4-FFF2-40B4-BE49-F238E27FC236}">
                <a16:creationId xmlns:a16="http://schemas.microsoft.com/office/drawing/2014/main" id="{5EE70629-5C81-4C90-4E7B-196C24B4AF61}"/>
              </a:ext>
            </a:extLst>
          </p:cNvPr>
          <p:cNvSpPr txBox="1">
            <a:spLocks noGrp="1"/>
          </p:cNvSpPr>
          <p:nvPr>
            <p:ph type="subTitle" idx="1"/>
          </p:nvPr>
        </p:nvSpPr>
        <p:spPr>
          <a:xfrm>
            <a:off x="574894" y="1285181"/>
            <a:ext cx="3728720" cy="91773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tabLst>
                <a:tab pos="2782888" algn="l"/>
              </a:tabLst>
            </a:pPr>
            <a:r>
              <a:rPr lang="en-US" b="1" dirty="0">
                <a:solidFill>
                  <a:schemeClr val="accent1">
                    <a:lumMod val="60000"/>
                    <a:lumOff val="40000"/>
                  </a:schemeClr>
                </a:solidFill>
              </a:rPr>
              <a:t>Iteration : 3</a:t>
            </a:r>
          </a:p>
        </p:txBody>
      </p:sp>
      <p:sp>
        <p:nvSpPr>
          <p:cNvPr id="5" name="TextBox 4">
            <a:extLst>
              <a:ext uri="{FF2B5EF4-FFF2-40B4-BE49-F238E27FC236}">
                <a16:creationId xmlns:a16="http://schemas.microsoft.com/office/drawing/2014/main" id="{81EFC582-D6C1-030B-0E41-3787DE2FD982}"/>
              </a:ext>
            </a:extLst>
          </p:cNvPr>
          <p:cNvSpPr txBox="1"/>
          <p:nvPr/>
        </p:nvSpPr>
        <p:spPr>
          <a:xfrm>
            <a:off x="6243806" y="4401332"/>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0</a:t>
            </a:r>
          </a:p>
        </p:txBody>
      </p:sp>
      <p:sp>
        <p:nvSpPr>
          <p:cNvPr id="6" name="TextBox 5">
            <a:extLst>
              <a:ext uri="{FF2B5EF4-FFF2-40B4-BE49-F238E27FC236}">
                <a16:creationId xmlns:a16="http://schemas.microsoft.com/office/drawing/2014/main" id="{65609450-0C20-AA72-FB4C-09F80ABB19CD}"/>
              </a:ext>
            </a:extLst>
          </p:cNvPr>
          <p:cNvSpPr txBox="1"/>
          <p:nvPr/>
        </p:nvSpPr>
        <p:spPr>
          <a:xfrm>
            <a:off x="1247929" y="2854037"/>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2</a:t>
            </a:r>
          </a:p>
        </p:txBody>
      </p:sp>
      <p:sp>
        <p:nvSpPr>
          <p:cNvPr id="9" name="TextBox 8">
            <a:extLst>
              <a:ext uri="{FF2B5EF4-FFF2-40B4-BE49-F238E27FC236}">
                <a16:creationId xmlns:a16="http://schemas.microsoft.com/office/drawing/2014/main" id="{74DDA181-70A7-FDBB-830A-D7D9652FB1FA}"/>
              </a:ext>
            </a:extLst>
          </p:cNvPr>
          <p:cNvSpPr txBox="1"/>
          <p:nvPr/>
        </p:nvSpPr>
        <p:spPr>
          <a:xfrm>
            <a:off x="2890608" y="4436865"/>
            <a:ext cx="369366"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9</a:t>
            </a:r>
          </a:p>
        </p:txBody>
      </p:sp>
      <p:sp>
        <p:nvSpPr>
          <p:cNvPr id="1799" name="TextBox 1798">
            <a:extLst>
              <a:ext uri="{FF2B5EF4-FFF2-40B4-BE49-F238E27FC236}">
                <a16:creationId xmlns:a16="http://schemas.microsoft.com/office/drawing/2014/main" id="{49D73CC2-D53C-6498-91FE-E89D4E5BBD22}"/>
              </a:ext>
            </a:extLst>
          </p:cNvPr>
          <p:cNvSpPr txBox="1"/>
          <p:nvPr/>
        </p:nvSpPr>
        <p:spPr>
          <a:xfrm>
            <a:off x="4518955" y="810935"/>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24" name="Oval 23">
            <a:extLst>
              <a:ext uri="{FF2B5EF4-FFF2-40B4-BE49-F238E27FC236}">
                <a16:creationId xmlns:a16="http://schemas.microsoft.com/office/drawing/2014/main" id="{194D76EF-7403-86D9-1744-A0F9736AE3B6}"/>
              </a:ext>
            </a:extLst>
          </p:cNvPr>
          <p:cNvSpPr/>
          <p:nvPr/>
        </p:nvSpPr>
        <p:spPr>
          <a:xfrm>
            <a:off x="3326012" y="1666495"/>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37" name="Straight Arrow Connector 36">
            <a:extLst>
              <a:ext uri="{FF2B5EF4-FFF2-40B4-BE49-F238E27FC236}">
                <a16:creationId xmlns:a16="http://schemas.microsoft.com/office/drawing/2014/main" id="{B8904EC4-AFFD-CAE0-9EB7-EBA01C7BBC3D}"/>
              </a:ext>
            </a:extLst>
          </p:cNvPr>
          <p:cNvCxnSpPr>
            <a:cxnSpLocks/>
            <a:stCxn id="14" idx="7"/>
            <a:endCxn id="24" idx="3"/>
          </p:cNvCxnSpPr>
          <p:nvPr/>
        </p:nvCxnSpPr>
        <p:spPr>
          <a:xfrm flipV="1">
            <a:off x="2187103" y="2088101"/>
            <a:ext cx="1211926" cy="8828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CFA7A07D-E7D7-8A3D-F270-0F40C81B91CE}"/>
              </a:ext>
            </a:extLst>
          </p:cNvPr>
          <p:cNvSpPr/>
          <p:nvPr/>
        </p:nvSpPr>
        <p:spPr>
          <a:xfrm>
            <a:off x="5745216" y="1666495"/>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2" name="Oval 11">
            <a:extLst>
              <a:ext uri="{FF2B5EF4-FFF2-40B4-BE49-F238E27FC236}">
                <a16:creationId xmlns:a16="http://schemas.microsoft.com/office/drawing/2014/main" id="{B8F1E2DC-575F-92E2-4341-6066369E3FA5}"/>
              </a:ext>
            </a:extLst>
          </p:cNvPr>
          <p:cNvSpPr/>
          <p:nvPr/>
        </p:nvSpPr>
        <p:spPr>
          <a:xfrm>
            <a:off x="5745216" y="432899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3" name="Oval 12">
            <a:extLst>
              <a:ext uri="{FF2B5EF4-FFF2-40B4-BE49-F238E27FC236}">
                <a16:creationId xmlns:a16="http://schemas.microsoft.com/office/drawing/2014/main" id="{983437E7-4425-D701-96FB-907F568EF071}"/>
              </a:ext>
            </a:extLst>
          </p:cNvPr>
          <p:cNvSpPr/>
          <p:nvPr/>
        </p:nvSpPr>
        <p:spPr>
          <a:xfrm>
            <a:off x="3326012" y="432899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4" name="Oval 13">
            <a:extLst>
              <a:ext uri="{FF2B5EF4-FFF2-40B4-BE49-F238E27FC236}">
                <a16:creationId xmlns:a16="http://schemas.microsoft.com/office/drawing/2014/main" id="{3F264C26-F91F-35D3-AABB-FF3EB359220B}"/>
              </a:ext>
            </a:extLst>
          </p:cNvPr>
          <p:cNvSpPr/>
          <p:nvPr/>
        </p:nvSpPr>
        <p:spPr>
          <a:xfrm>
            <a:off x="1761530" y="289862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 name="Straight Arrow Connector 16">
            <a:extLst>
              <a:ext uri="{FF2B5EF4-FFF2-40B4-BE49-F238E27FC236}">
                <a16:creationId xmlns:a16="http://schemas.microsoft.com/office/drawing/2014/main" id="{FF422383-B365-EC08-0B86-2D59B6A0A096}"/>
              </a:ext>
            </a:extLst>
          </p:cNvPr>
          <p:cNvCxnSpPr>
            <a:cxnSpLocks/>
            <a:stCxn id="14" idx="5"/>
            <a:endCxn id="13" idx="1"/>
          </p:cNvCxnSpPr>
          <p:nvPr/>
        </p:nvCxnSpPr>
        <p:spPr>
          <a:xfrm>
            <a:off x="2187103" y="3320232"/>
            <a:ext cx="1211926" cy="1081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657BC400-7FBE-ABFC-CD19-9942F1653F45}"/>
              </a:ext>
            </a:extLst>
          </p:cNvPr>
          <p:cNvCxnSpPr>
            <a:cxnSpLocks/>
            <a:stCxn id="24" idx="4"/>
            <a:endCxn id="13" idx="0"/>
          </p:cNvCxnSpPr>
          <p:nvPr/>
        </p:nvCxnSpPr>
        <p:spPr>
          <a:xfrm>
            <a:off x="3575307" y="2160437"/>
            <a:ext cx="0" cy="2168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87EAAFF9-C14F-FE8A-166B-5217B11997E3}"/>
              </a:ext>
            </a:extLst>
          </p:cNvPr>
          <p:cNvCxnSpPr>
            <a:cxnSpLocks/>
            <a:stCxn id="11" idx="2"/>
            <a:endCxn id="24" idx="6"/>
          </p:cNvCxnSpPr>
          <p:nvPr/>
        </p:nvCxnSpPr>
        <p:spPr>
          <a:xfrm flipH="1">
            <a:off x="3824602" y="1913466"/>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DEE233DF-7BA9-E65A-D993-A73445368A9A}"/>
              </a:ext>
            </a:extLst>
          </p:cNvPr>
          <p:cNvCxnSpPr>
            <a:cxnSpLocks/>
            <a:stCxn id="12" idx="0"/>
            <a:endCxn id="11" idx="4"/>
          </p:cNvCxnSpPr>
          <p:nvPr/>
        </p:nvCxnSpPr>
        <p:spPr>
          <a:xfrm flipV="1">
            <a:off x="5994511" y="2160437"/>
            <a:ext cx="0" cy="2168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76015EE-6A9A-98E1-6E66-3BB538A4CED2}"/>
              </a:ext>
            </a:extLst>
          </p:cNvPr>
          <p:cNvCxnSpPr>
            <a:cxnSpLocks/>
            <a:stCxn id="13" idx="6"/>
            <a:endCxn id="12" idx="2"/>
          </p:cNvCxnSpPr>
          <p:nvPr/>
        </p:nvCxnSpPr>
        <p:spPr>
          <a:xfrm>
            <a:off x="3824602" y="4575967"/>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D6290150-5EFD-01E0-FCC8-8AEF7B506096}"/>
              </a:ext>
            </a:extLst>
          </p:cNvPr>
          <p:cNvCxnSpPr>
            <a:cxnSpLocks/>
            <a:stCxn id="13" idx="7"/>
            <a:endCxn id="11" idx="3"/>
          </p:cNvCxnSpPr>
          <p:nvPr/>
        </p:nvCxnSpPr>
        <p:spPr>
          <a:xfrm flipV="1">
            <a:off x="3751585" y="2088101"/>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3259631D-1D9E-EC7C-CA2E-785036DD2E1E}"/>
              </a:ext>
            </a:extLst>
          </p:cNvPr>
          <p:cNvCxnSpPr>
            <a:cxnSpLocks/>
            <a:stCxn id="24" idx="5"/>
            <a:endCxn id="12" idx="1"/>
          </p:cNvCxnSpPr>
          <p:nvPr/>
        </p:nvCxnSpPr>
        <p:spPr>
          <a:xfrm>
            <a:off x="3751585" y="2088101"/>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0240CF5-7713-56DE-3D9F-F23F0E7AABC3}"/>
              </a:ext>
            </a:extLst>
          </p:cNvPr>
          <p:cNvCxnSpPr>
            <a:cxnSpLocks/>
            <a:endCxn id="14" idx="6"/>
          </p:cNvCxnSpPr>
          <p:nvPr/>
        </p:nvCxnSpPr>
        <p:spPr>
          <a:xfrm flipH="1" flipV="1">
            <a:off x="2260120" y="3145597"/>
            <a:ext cx="3519232" cy="1328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7" name="Connector: Curved 1806">
            <a:extLst>
              <a:ext uri="{FF2B5EF4-FFF2-40B4-BE49-F238E27FC236}">
                <a16:creationId xmlns:a16="http://schemas.microsoft.com/office/drawing/2014/main" id="{EFA988D9-7482-3DB4-7E97-00732ECC3F4D}"/>
              </a:ext>
            </a:extLst>
          </p:cNvPr>
          <p:cNvCxnSpPr>
            <a:cxnSpLocks/>
            <a:stCxn id="24" idx="0"/>
            <a:endCxn id="11" idx="0"/>
          </p:cNvCxnSpPr>
          <p:nvPr/>
        </p:nvCxnSpPr>
        <p:spPr>
          <a:xfrm rot="5400000" flipH="1" flipV="1">
            <a:off x="4785006" y="456894"/>
            <a:ext cx="12437" cy="2419204"/>
          </a:xfrm>
          <a:prstGeom prst="curvedConnector3">
            <a:avLst>
              <a:gd name="adj1" fmla="val 4753928"/>
            </a:avLst>
          </a:prstGeom>
          <a:ln>
            <a:tailEnd type="triangle"/>
          </a:ln>
        </p:spPr>
        <p:style>
          <a:lnRef idx="1">
            <a:schemeClr val="dk1"/>
          </a:lnRef>
          <a:fillRef idx="0">
            <a:schemeClr val="dk1"/>
          </a:fillRef>
          <a:effectRef idx="0">
            <a:schemeClr val="dk1"/>
          </a:effectRef>
          <a:fontRef idx="minor">
            <a:schemeClr val="tx1"/>
          </a:fontRef>
        </p:style>
      </p:cxnSp>
      <p:sp>
        <p:nvSpPr>
          <p:cNvPr id="1816" name="TextBox 1815">
            <a:extLst>
              <a:ext uri="{FF2B5EF4-FFF2-40B4-BE49-F238E27FC236}">
                <a16:creationId xmlns:a16="http://schemas.microsoft.com/office/drawing/2014/main" id="{425E8D9B-FFFB-96F7-D44E-18BB817C8823}"/>
              </a:ext>
            </a:extLst>
          </p:cNvPr>
          <p:cNvSpPr txBox="1"/>
          <p:nvPr/>
        </p:nvSpPr>
        <p:spPr>
          <a:xfrm>
            <a:off x="5056305" y="226670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818" name="TextBox 1817">
            <a:extLst>
              <a:ext uri="{FF2B5EF4-FFF2-40B4-BE49-F238E27FC236}">
                <a16:creationId xmlns:a16="http://schemas.microsoft.com/office/drawing/2014/main" id="{A1DCA891-6848-4466-A8C9-2FE4AE7D541A}"/>
              </a:ext>
            </a:extLst>
          </p:cNvPr>
          <p:cNvSpPr txBox="1"/>
          <p:nvPr/>
        </p:nvSpPr>
        <p:spPr>
          <a:xfrm>
            <a:off x="2370846" y="386268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19" name="TextBox 1818">
            <a:extLst>
              <a:ext uri="{FF2B5EF4-FFF2-40B4-BE49-F238E27FC236}">
                <a16:creationId xmlns:a16="http://schemas.microsoft.com/office/drawing/2014/main" id="{D5B449C4-231C-FE0F-5133-698C5ECA9C47}"/>
              </a:ext>
            </a:extLst>
          </p:cNvPr>
          <p:cNvSpPr txBox="1"/>
          <p:nvPr/>
        </p:nvSpPr>
        <p:spPr>
          <a:xfrm>
            <a:off x="4592828" y="4630917"/>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820" name="TextBox 1819">
            <a:extLst>
              <a:ext uri="{FF2B5EF4-FFF2-40B4-BE49-F238E27FC236}">
                <a16:creationId xmlns:a16="http://schemas.microsoft.com/office/drawing/2014/main" id="{EC8DC9D2-6661-F81D-65DC-B6AA3DA75AC5}"/>
              </a:ext>
            </a:extLst>
          </p:cNvPr>
          <p:cNvSpPr txBox="1"/>
          <p:nvPr/>
        </p:nvSpPr>
        <p:spPr>
          <a:xfrm>
            <a:off x="2370846" y="222159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821" name="TextBox 1820">
            <a:extLst>
              <a:ext uri="{FF2B5EF4-FFF2-40B4-BE49-F238E27FC236}">
                <a16:creationId xmlns:a16="http://schemas.microsoft.com/office/drawing/2014/main" id="{F756B360-51A8-113E-B5AD-AAF252871499}"/>
              </a:ext>
            </a:extLst>
          </p:cNvPr>
          <p:cNvSpPr txBox="1"/>
          <p:nvPr/>
        </p:nvSpPr>
        <p:spPr>
          <a:xfrm>
            <a:off x="5995361" y="3078945"/>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22" name="TextBox 1821">
            <a:extLst>
              <a:ext uri="{FF2B5EF4-FFF2-40B4-BE49-F238E27FC236}">
                <a16:creationId xmlns:a16="http://schemas.microsoft.com/office/drawing/2014/main" id="{8ABEF338-0B04-47FB-E0F7-D8130C582B2F}"/>
              </a:ext>
            </a:extLst>
          </p:cNvPr>
          <p:cNvSpPr txBox="1"/>
          <p:nvPr/>
        </p:nvSpPr>
        <p:spPr>
          <a:xfrm>
            <a:off x="4496143" y="1581924"/>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823" name="TextBox 1822">
            <a:extLst>
              <a:ext uri="{FF2B5EF4-FFF2-40B4-BE49-F238E27FC236}">
                <a16:creationId xmlns:a16="http://schemas.microsoft.com/office/drawing/2014/main" id="{8E5390E9-2FEB-45D0-EAA9-EC3CE82D48AC}"/>
              </a:ext>
            </a:extLst>
          </p:cNvPr>
          <p:cNvSpPr txBox="1"/>
          <p:nvPr/>
        </p:nvSpPr>
        <p:spPr>
          <a:xfrm>
            <a:off x="3979774" y="226670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824" name="TextBox 1823">
            <a:extLst>
              <a:ext uri="{FF2B5EF4-FFF2-40B4-BE49-F238E27FC236}">
                <a16:creationId xmlns:a16="http://schemas.microsoft.com/office/drawing/2014/main" id="{9F87983F-006C-62F1-D30A-9AADEE6A3A5F}"/>
              </a:ext>
            </a:extLst>
          </p:cNvPr>
          <p:cNvSpPr txBox="1"/>
          <p:nvPr/>
        </p:nvSpPr>
        <p:spPr>
          <a:xfrm>
            <a:off x="4462947" y="378647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0" name="TextBox 9">
            <a:extLst>
              <a:ext uri="{FF2B5EF4-FFF2-40B4-BE49-F238E27FC236}">
                <a16:creationId xmlns:a16="http://schemas.microsoft.com/office/drawing/2014/main" id="{E75D8E73-61EF-BDE3-8070-ADC808AC6744}"/>
              </a:ext>
            </a:extLst>
          </p:cNvPr>
          <p:cNvSpPr txBox="1"/>
          <p:nvPr/>
        </p:nvSpPr>
        <p:spPr>
          <a:xfrm>
            <a:off x="3244664" y="3199147"/>
            <a:ext cx="39679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
        <p:nvSpPr>
          <p:cNvPr id="18" name="TextBox 17">
            <a:extLst>
              <a:ext uri="{FF2B5EF4-FFF2-40B4-BE49-F238E27FC236}">
                <a16:creationId xmlns:a16="http://schemas.microsoft.com/office/drawing/2014/main" id="{E6E37A66-DECB-B389-25D4-F06AE77F997E}"/>
              </a:ext>
            </a:extLst>
          </p:cNvPr>
          <p:cNvSpPr txBox="1"/>
          <p:nvPr/>
        </p:nvSpPr>
        <p:spPr>
          <a:xfrm>
            <a:off x="2850159" y="1656592"/>
            <a:ext cx="369368"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5</a:t>
            </a:r>
          </a:p>
        </p:txBody>
      </p:sp>
      <p:sp>
        <p:nvSpPr>
          <p:cNvPr id="20" name="TextBox 19">
            <a:extLst>
              <a:ext uri="{FF2B5EF4-FFF2-40B4-BE49-F238E27FC236}">
                <a16:creationId xmlns:a16="http://schemas.microsoft.com/office/drawing/2014/main" id="{C1649367-8631-78AC-2F4B-4FBDB93E97EA}"/>
              </a:ext>
            </a:extLst>
          </p:cNvPr>
          <p:cNvSpPr txBox="1"/>
          <p:nvPr/>
        </p:nvSpPr>
        <p:spPr>
          <a:xfrm>
            <a:off x="6298426" y="1674623"/>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6</a:t>
            </a:r>
          </a:p>
        </p:txBody>
      </p:sp>
      <p:sp>
        <p:nvSpPr>
          <p:cNvPr id="2" name="TextBox 1">
            <a:extLst>
              <a:ext uri="{FF2B5EF4-FFF2-40B4-BE49-F238E27FC236}">
                <a16:creationId xmlns:a16="http://schemas.microsoft.com/office/drawing/2014/main" id="{B99F0851-F55E-F96C-32FE-A151A60AA51B}"/>
              </a:ext>
            </a:extLst>
          </p:cNvPr>
          <p:cNvSpPr txBox="1"/>
          <p:nvPr/>
        </p:nvSpPr>
        <p:spPr>
          <a:xfrm>
            <a:off x="2827422" y="1649570"/>
            <a:ext cx="369368"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4</a:t>
            </a:r>
          </a:p>
        </p:txBody>
      </p:sp>
    </p:spTree>
    <p:extLst>
      <p:ext uri="{BB962C8B-B14F-4D97-AF65-F5344CB8AC3E}">
        <p14:creationId xmlns:p14="http://schemas.microsoft.com/office/powerpoint/2010/main" val="398695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10" fill="hold"/>
                                        <p:tgtEl>
                                          <p:spTgt spid="14"/>
                                        </p:tgtEl>
                                        <p:attrNameLst>
                                          <p:attrName>style.color</p:attrName>
                                        </p:attrNameLst>
                                      </p:cBhvr>
                                      <p:by>
                                        <p:hsl h="0" s="-12549" l="-25098"/>
                                      </p:by>
                                    </p:animClr>
                                    <p:animClr clrSpc="hsl" dir="cw">
                                      <p:cBhvr>
                                        <p:cTn id="7" dur="10" fill="hold"/>
                                        <p:tgtEl>
                                          <p:spTgt spid="14"/>
                                        </p:tgtEl>
                                        <p:attrNameLst>
                                          <p:attrName>fillcolor</p:attrName>
                                        </p:attrNameLst>
                                      </p:cBhvr>
                                      <p:by>
                                        <p:hsl h="0" s="-12549" l="-25098"/>
                                      </p:by>
                                    </p:animClr>
                                    <p:animClr clrSpc="hsl" dir="cw">
                                      <p:cBhvr>
                                        <p:cTn id="8" dur="10" fill="hold"/>
                                        <p:tgtEl>
                                          <p:spTgt spid="14"/>
                                        </p:tgtEl>
                                        <p:attrNameLst>
                                          <p:attrName>stroke.color</p:attrName>
                                        </p:attrNameLst>
                                      </p:cBhvr>
                                      <p:by>
                                        <p:hsl h="0" s="-12549" l="-25098"/>
                                      </p:by>
                                    </p:animClr>
                                    <p:set>
                                      <p:cBhvr>
                                        <p:cTn id="9" dur="10" fill="hold"/>
                                        <p:tgtEl>
                                          <p:spTgt spid="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0" presetClass="emph" presetSubtype="0" fill="hold" grpId="1" nodeType="clickEffect">
                                  <p:stCondLst>
                                    <p:cond delay="0"/>
                                  </p:stCondLst>
                                  <p:childTnLst>
                                    <p:animClr clrSpc="hsl" dir="cw">
                                      <p:cBhvr override="childStyle">
                                        <p:cTn id="13" dur="10" fill="hold"/>
                                        <p:tgtEl>
                                          <p:spTgt spid="14"/>
                                        </p:tgtEl>
                                        <p:attrNameLst>
                                          <p:attrName>style.color</p:attrName>
                                        </p:attrNameLst>
                                      </p:cBhvr>
                                      <p:by>
                                        <p:hsl h="0" s="12549" l="25098"/>
                                      </p:by>
                                    </p:animClr>
                                    <p:animClr clrSpc="hsl" dir="cw">
                                      <p:cBhvr>
                                        <p:cTn id="14" dur="10" fill="hold"/>
                                        <p:tgtEl>
                                          <p:spTgt spid="14"/>
                                        </p:tgtEl>
                                        <p:attrNameLst>
                                          <p:attrName>fillcolor</p:attrName>
                                        </p:attrNameLst>
                                      </p:cBhvr>
                                      <p:by>
                                        <p:hsl h="0" s="12549" l="25098"/>
                                      </p:by>
                                    </p:animClr>
                                    <p:animClr clrSpc="hsl" dir="cw">
                                      <p:cBhvr>
                                        <p:cTn id="15" dur="10" fill="hold"/>
                                        <p:tgtEl>
                                          <p:spTgt spid="14"/>
                                        </p:tgtEl>
                                        <p:attrNameLst>
                                          <p:attrName>stroke.color</p:attrName>
                                        </p:attrNameLst>
                                      </p:cBhvr>
                                      <p:by>
                                        <p:hsl h="0" s="12549" l="25098"/>
                                      </p:by>
                                    </p:animClr>
                                    <p:set>
                                      <p:cBhvr>
                                        <p:cTn id="16" dur="10" fill="hold"/>
                                        <p:tgtEl>
                                          <p:spTgt spid="14"/>
                                        </p:tgtEl>
                                        <p:attrNameLst>
                                          <p:attrName>fill.type</p:attrName>
                                        </p:attrNameLst>
                                      </p:cBhvr>
                                      <p:to>
                                        <p:strVal val="solid"/>
                                      </p:to>
                                    </p:set>
                                  </p:childTnLst>
                                </p:cTn>
                              </p:par>
                              <p:par>
                                <p:cTn id="17" presetID="24" presetClass="emph" presetSubtype="0" fill="hold" grpId="0" nodeType="withEffect">
                                  <p:stCondLst>
                                    <p:cond delay="0"/>
                                  </p:stCondLst>
                                  <p:childTnLst>
                                    <p:animClr clrSpc="hsl" dir="cw">
                                      <p:cBhvr override="childStyle">
                                        <p:cTn id="18" dur="10" fill="hold"/>
                                        <p:tgtEl>
                                          <p:spTgt spid="24"/>
                                        </p:tgtEl>
                                        <p:attrNameLst>
                                          <p:attrName>style.color</p:attrName>
                                        </p:attrNameLst>
                                      </p:cBhvr>
                                      <p:by>
                                        <p:hsl h="0" s="-12549" l="-25098"/>
                                      </p:by>
                                    </p:animClr>
                                    <p:animClr clrSpc="hsl" dir="cw">
                                      <p:cBhvr>
                                        <p:cTn id="19" dur="10" fill="hold"/>
                                        <p:tgtEl>
                                          <p:spTgt spid="24"/>
                                        </p:tgtEl>
                                        <p:attrNameLst>
                                          <p:attrName>fillcolor</p:attrName>
                                        </p:attrNameLst>
                                      </p:cBhvr>
                                      <p:by>
                                        <p:hsl h="0" s="-12549" l="-25098"/>
                                      </p:by>
                                    </p:animClr>
                                    <p:animClr clrSpc="hsl" dir="cw">
                                      <p:cBhvr>
                                        <p:cTn id="20" dur="10" fill="hold"/>
                                        <p:tgtEl>
                                          <p:spTgt spid="24"/>
                                        </p:tgtEl>
                                        <p:attrNameLst>
                                          <p:attrName>stroke.color</p:attrName>
                                        </p:attrNameLst>
                                      </p:cBhvr>
                                      <p:by>
                                        <p:hsl h="0" s="-12549" l="-25098"/>
                                      </p:by>
                                    </p:animClr>
                                    <p:set>
                                      <p:cBhvr>
                                        <p:cTn id="21" dur="10" fill="hold"/>
                                        <p:tgtEl>
                                          <p:spTgt spid="24"/>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4" presetClass="emph" presetSubtype="0" fill="hold" grpId="0" nodeType="clickEffect">
                                  <p:stCondLst>
                                    <p:cond delay="0"/>
                                  </p:stCondLst>
                                  <p:childTnLst>
                                    <p:animClr clrSpc="hsl" dir="cw">
                                      <p:cBhvr override="childStyle">
                                        <p:cTn id="25" dur="10" fill="hold"/>
                                        <p:tgtEl>
                                          <p:spTgt spid="11"/>
                                        </p:tgtEl>
                                        <p:attrNameLst>
                                          <p:attrName>style.color</p:attrName>
                                        </p:attrNameLst>
                                      </p:cBhvr>
                                      <p:by>
                                        <p:hsl h="0" s="-12549" l="-25098"/>
                                      </p:by>
                                    </p:animClr>
                                    <p:animClr clrSpc="hsl" dir="cw">
                                      <p:cBhvr>
                                        <p:cTn id="26" dur="10" fill="hold"/>
                                        <p:tgtEl>
                                          <p:spTgt spid="11"/>
                                        </p:tgtEl>
                                        <p:attrNameLst>
                                          <p:attrName>fillcolor</p:attrName>
                                        </p:attrNameLst>
                                      </p:cBhvr>
                                      <p:by>
                                        <p:hsl h="0" s="-12549" l="-25098"/>
                                      </p:by>
                                    </p:animClr>
                                    <p:animClr clrSpc="hsl" dir="cw">
                                      <p:cBhvr>
                                        <p:cTn id="27" dur="10" fill="hold"/>
                                        <p:tgtEl>
                                          <p:spTgt spid="11"/>
                                        </p:tgtEl>
                                        <p:attrNameLst>
                                          <p:attrName>stroke.color</p:attrName>
                                        </p:attrNameLst>
                                      </p:cBhvr>
                                      <p:by>
                                        <p:hsl h="0" s="-12549" l="-25098"/>
                                      </p:by>
                                    </p:animClr>
                                    <p:set>
                                      <p:cBhvr>
                                        <p:cTn id="28" dur="10" fill="hold"/>
                                        <p:tgtEl>
                                          <p:spTgt spid="11"/>
                                        </p:tgtEl>
                                        <p:attrNameLst>
                                          <p:attrName>fill.type</p:attrName>
                                        </p:attrNameLst>
                                      </p:cBhvr>
                                      <p:to>
                                        <p:strVal val="solid"/>
                                      </p:to>
                                    </p:set>
                                  </p:childTnLst>
                                </p:cTn>
                              </p:par>
                              <p:par>
                                <p:cTn id="29" presetID="30" presetClass="emph" presetSubtype="0" fill="hold" grpId="1" nodeType="withEffect">
                                  <p:stCondLst>
                                    <p:cond delay="0"/>
                                  </p:stCondLst>
                                  <p:childTnLst>
                                    <p:animClr clrSpc="hsl" dir="cw">
                                      <p:cBhvr override="childStyle">
                                        <p:cTn id="30" dur="10" fill="hold"/>
                                        <p:tgtEl>
                                          <p:spTgt spid="24"/>
                                        </p:tgtEl>
                                        <p:attrNameLst>
                                          <p:attrName>style.color</p:attrName>
                                        </p:attrNameLst>
                                      </p:cBhvr>
                                      <p:by>
                                        <p:hsl h="0" s="12549" l="25098"/>
                                      </p:by>
                                    </p:animClr>
                                    <p:animClr clrSpc="hsl" dir="cw">
                                      <p:cBhvr>
                                        <p:cTn id="31" dur="10" fill="hold"/>
                                        <p:tgtEl>
                                          <p:spTgt spid="24"/>
                                        </p:tgtEl>
                                        <p:attrNameLst>
                                          <p:attrName>fillcolor</p:attrName>
                                        </p:attrNameLst>
                                      </p:cBhvr>
                                      <p:by>
                                        <p:hsl h="0" s="12549" l="25098"/>
                                      </p:by>
                                    </p:animClr>
                                    <p:animClr clrSpc="hsl" dir="cw">
                                      <p:cBhvr>
                                        <p:cTn id="32" dur="10" fill="hold"/>
                                        <p:tgtEl>
                                          <p:spTgt spid="24"/>
                                        </p:tgtEl>
                                        <p:attrNameLst>
                                          <p:attrName>stroke.color</p:attrName>
                                        </p:attrNameLst>
                                      </p:cBhvr>
                                      <p:by>
                                        <p:hsl h="0" s="12549" l="25098"/>
                                      </p:by>
                                    </p:animClr>
                                    <p:set>
                                      <p:cBhvr>
                                        <p:cTn id="33" dur="10" fill="hold"/>
                                        <p:tgtEl>
                                          <p:spTgt spid="24"/>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5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24" presetClass="emph" presetSubtype="0" fill="hold" grpId="0" nodeType="clickEffect">
                                  <p:stCondLst>
                                    <p:cond delay="0"/>
                                  </p:stCondLst>
                                  <p:childTnLst>
                                    <p:animClr clrSpc="hsl" dir="cw">
                                      <p:cBhvr override="childStyle">
                                        <p:cTn id="44" dur="10" fill="hold"/>
                                        <p:tgtEl>
                                          <p:spTgt spid="13"/>
                                        </p:tgtEl>
                                        <p:attrNameLst>
                                          <p:attrName>style.color</p:attrName>
                                        </p:attrNameLst>
                                      </p:cBhvr>
                                      <p:by>
                                        <p:hsl h="0" s="-12549" l="-25098"/>
                                      </p:by>
                                    </p:animClr>
                                    <p:animClr clrSpc="hsl" dir="cw">
                                      <p:cBhvr>
                                        <p:cTn id="45" dur="10" fill="hold"/>
                                        <p:tgtEl>
                                          <p:spTgt spid="13"/>
                                        </p:tgtEl>
                                        <p:attrNameLst>
                                          <p:attrName>fillcolor</p:attrName>
                                        </p:attrNameLst>
                                      </p:cBhvr>
                                      <p:by>
                                        <p:hsl h="0" s="-12549" l="-25098"/>
                                      </p:by>
                                    </p:animClr>
                                    <p:animClr clrSpc="hsl" dir="cw">
                                      <p:cBhvr>
                                        <p:cTn id="46" dur="10" fill="hold"/>
                                        <p:tgtEl>
                                          <p:spTgt spid="13"/>
                                        </p:tgtEl>
                                        <p:attrNameLst>
                                          <p:attrName>stroke.color</p:attrName>
                                        </p:attrNameLst>
                                      </p:cBhvr>
                                      <p:by>
                                        <p:hsl h="0" s="-12549" l="-25098"/>
                                      </p:by>
                                    </p:animClr>
                                    <p:set>
                                      <p:cBhvr>
                                        <p:cTn id="47" dur="10" fill="hold"/>
                                        <p:tgtEl>
                                          <p:spTgt spid="13"/>
                                        </p:tgtEl>
                                        <p:attrNameLst>
                                          <p:attrName>fill.type</p:attrName>
                                        </p:attrNameLst>
                                      </p:cBhvr>
                                      <p:to>
                                        <p:strVal val="solid"/>
                                      </p:to>
                                    </p:set>
                                  </p:childTnLst>
                                </p:cTn>
                              </p:par>
                              <p:par>
                                <p:cTn id="48" presetID="30" presetClass="emph" presetSubtype="0" fill="hold" grpId="1" nodeType="withEffect">
                                  <p:stCondLst>
                                    <p:cond delay="0"/>
                                  </p:stCondLst>
                                  <p:childTnLst>
                                    <p:animClr clrSpc="hsl" dir="cw">
                                      <p:cBhvr override="childStyle">
                                        <p:cTn id="49" dur="10" fill="hold"/>
                                        <p:tgtEl>
                                          <p:spTgt spid="11"/>
                                        </p:tgtEl>
                                        <p:attrNameLst>
                                          <p:attrName>style.color</p:attrName>
                                        </p:attrNameLst>
                                      </p:cBhvr>
                                      <p:by>
                                        <p:hsl h="0" s="12549" l="25098"/>
                                      </p:by>
                                    </p:animClr>
                                    <p:animClr clrSpc="hsl" dir="cw">
                                      <p:cBhvr>
                                        <p:cTn id="50" dur="10" fill="hold"/>
                                        <p:tgtEl>
                                          <p:spTgt spid="11"/>
                                        </p:tgtEl>
                                        <p:attrNameLst>
                                          <p:attrName>fillcolor</p:attrName>
                                        </p:attrNameLst>
                                      </p:cBhvr>
                                      <p:by>
                                        <p:hsl h="0" s="12549" l="25098"/>
                                      </p:by>
                                    </p:animClr>
                                    <p:animClr clrSpc="hsl" dir="cw">
                                      <p:cBhvr>
                                        <p:cTn id="51" dur="10" fill="hold"/>
                                        <p:tgtEl>
                                          <p:spTgt spid="11"/>
                                        </p:tgtEl>
                                        <p:attrNameLst>
                                          <p:attrName>stroke.color</p:attrName>
                                        </p:attrNameLst>
                                      </p:cBhvr>
                                      <p:by>
                                        <p:hsl h="0" s="12549" l="25098"/>
                                      </p:by>
                                    </p:animClr>
                                    <p:set>
                                      <p:cBhvr>
                                        <p:cTn id="52" dur="10" fill="hold"/>
                                        <p:tgtEl>
                                          <p:spTgt spid="11"/>
                                        </p:tgtEl>
                                        <p:attrNameLst>
                                          <p:attrName>fill.type</p:attrName>
                                        </p:attrNameLst>
                                      </p:cBhvr>
                                      <p:to>
                                        <p:strVal val="solid"/>
                                      </p:to>
                                    </p:set>
                                  </p:childTnLst>
                                </p:cTn>
                              </p:par>
                            </p:childTnLst>
                          </p:cTn>
                        </p:par>
                      </p:childTnLst>
                    </p:cTn>
                  </p:par>
                  <p:par>
                    <p:cTn id="53" fill="hold">
                      <p:stCondLst>
                        <p:cond delay="indefinite"/>
                      </p:stCondLst>
                      <p:childTnLst>
                        <p:par>
                          <p:cTn id="54" fill="hold">
                            <p:stCondLst>
                              <p:cond delay="0"/>
                            </p:stCondLst>
                            <p:childTnLst>
                              <p:par>
                                <p:cTn id="55" presetID="24" presetClass="emph" presetSubtype="0" fill="hold" grpId="0" nodeType="clickEffect">
                                  <p:stCondLst>
                                    <p:cond delay="0"/>
                                  </p:stCondLst>
                                  <p:childTnLst>
                                    <p:animClr clrSpc="hsl" dir="cw">
                                      <p:cBhvr override="childStyle">
                                        <p:cTn id="56" dur="10" fill="hold"/>
                                        <p:tgtEl>
                                          <p:spTgt spid="12"/>
                                        </p:tgtEl>
                                        <p:attrNameLst>
                                          <p:attrName>style.color</p:attrName>
                                        </p:attrNameLst>
                                      </p:cBhvr>
                                      <p:by>
                                        <p:hsl h="0" s="-12549" l="-25098"/>
                                      </p:by>
                                    </p:animClr>
                                    <p:animClr clrSpc="hsl" dir="cw">
                                      <p:cBhvr>
                                        <p:cTn id="57" dur="10" fill="hold"/>
                                        <p:tgtEl>
                                          <p:spTgt spid="12"/>
                                        </p:tgtEl>
                                        <p:attrNameLst>
                                          <p:attrName>fillcolor</p:attrName>
                                        </p:attrNameLst>
                                      </p:cBhvr>
                                      <p:by>
                                        <p:hsl h="0" s="-12549" l="-25098"/>
                                      </p:by>
                                    </p:animClr>
                                    <p:animClr clrSpc="hsl" dir="cw">
                                      <p:cBhvr>
                                        <p:cTn id="58" dur="10" fill="hold"/>
                                        <p:tgtEl>
                                          <p:spTgt spid="12"/>
                                        </p:tgtEl>
                                        <p:attrNameLst>
                                          <p:attrName>stroke.color</p:attrName>
                                        </p:attrNameLst>
                                      </p:cBhvr>
                                      <p:by>
                                        <p:hsl h="0" s="-12549" l="-25098"/>
                                      </p:by>
                                    </p:animClr>
                                    <p:set>
                                      <p:cBhvr>
                                        <p:cTn id="59" dur="10" fill="hold"/>
                                        <p:tgtEl>
                                          <p:spTgt spid="12"/>
                                        </p:tgtEl>
                                        <p:attrNameLst>
                                          <p:attrName>fill.type</p:attrName>
                                        </p:attrNameLst>
                                      </p:cBhvr>
                                      <p:to>
                                        <p:strVal val="solid"/>
                                      </p:to>
                                    </p:set>
                                  </p:childTnLst>
                                </p:cTn>
                              </p:par>
                              <p:par>
                                <p:cTn id="60" presetID="30" presetClass="emph" presetSubtype="0" fill="hold" grpId="1" nodeType="withEffect">
                                  <p:stCondLst>
                                    <p:cond delay="0"/>
                                  </p:stCondLst>
                                  <p:childTnLst>
                                    <p:animClr clrSpc="hsl" dir="cw">
                                      <p:cBhvr override="childStyle">
                                        <p:cTn id="61" dur="10" fill="hold"/>
                                        <p:tgtEl>
                                          <p:spTgt spid="13"/>
                                        </p:tgtEl>
                                        <p:attrNameLst>
                                          <p:attrName>style.color</p:attrName>
                                        </p:attrNameLst>
                                      </p:cBhvr>
                                      <p:by>
                                        <p:hsl h="0" s="12549" l="25098"/>
                                      </p:by>
                                    </p:animClr>
                                    <p:animClr clrSpc="hsl" dir="cw">
                                      <p:cBhvr>
                                        <p:cTn id="62" dur="10" fill="hold"/>
                                        <p:tgtEl>
                                          <p:spTgt spid="13"/>
                                        </p:tgtEl>
                                        <p:attrNameLst>
                                          <p:attrName>fillcolor</p:attrName>
                                        </p:attrNameLst>
                                      </p:cBhvr>
                                      <p:by>
                                        <p:hsl h="0" s="12549" l="25098"/>
                                      </p:by>
                                    </p:animClr>
                                    <p:animClr clrSpc="hsl" dir="cw">
                                      <p:cBhvr>
                                        <p:cTn id="63" dur="10" fill="hold"/>
                                        <p:tgtEl>
                                          <p:spTgt spid="13"/>
                                        </p:tgtEl>
                                        <p:attrNameLst>
                                          <p:attrName>stroke.color</p:attrName>
                                        </p:attrNameLst>
                                      </p:cBhvr>
                                      <p:by>
                                        <p:hsl h="0" s="12549" l="25098"/>
                                      </p:by>
                                    </p:animClr>
                                    <p:set>
                                      <p:cBhvr>
                                        <p:cTn id="64" dur="10" fill="hold"/>
                                        <p:tgtEl>
                                          <p:spTgt spid="13"/>
                                        </p:tgtEl>
                                        <p:attrNameLst>
                                          <p:attrName>fill.type</p:attrName>
                                        </p:attrNameLst>
                                      </p:cBhvr>
                                      <p:to>
                                        <p:strVal val="solid"/>
                                      </p:to>
                                    </p:set>
                                  </p:childTnLst>
                                </p:cTn>
                              </p:par>
                            </p:childTnLst>
                          </p:cTn>
                        </p:par>
                      </p:childTnLst>
                    </p:cTn>
                  </p:par>
                  <p:par>
                    <p:cTn id="65" fill="hold">
                      <p:stCondLst>
                        <p:cond delay="indefinite"/>
                      </p:stCondLst>
                      <p:childTnLst>
                        <p:par>
                          <p:cTn id="66" fill="hold">
                            <p:stCondLst>
                              <p:cond delay="0"/>
                            </p:stCondLst>
                            <p:childTnLst>
                              <p:par>
                                <p:cTn id="67" presetID="30" presetClass="emph" presetSubtype="0" fill="hold" grpId="1" nodeType="clickEffect">
                                  <p:stCondLst>
                                    <p:cond delay="0"/>
                                  </p:stCondLst>
                                  <p:childTnLst>
                                    <p:animClr clrSpc="hsl" dir="cw">
                                      <p:cBhvr override="childStyle">
                                        <p:cTn id="68" dur="10" fill="hold"/>
                                        <p:tgtEl>
                                          <p:spTgt spid="12"/>
                                        </p:tgtEl>
                                        <p:attrNameLst>
                                          <p:attrName>style.color</p:attrName>
                                        </p:attrNameLst>
                                      </p:cBhvr>
                                      <p:by>
                                        <p:hsl h="0" s="12549" l="25098"/>
                                      </p:by>
                                    </p:animClr>
                                    <p:animClr clrSpc="hsl" dir="cw">
                                      <p:cBhvr>
                                        <p:cTn id="69" dur="10" fill="hold"/>
                                        <p:tgtEl>
                                          <p:spTgt spid="12"/>
                                        </p:tgtEl>
                                        <p:attrNameLst>
                                          <p:attrName>fillcolor</p:attrName>
                                        </p:attrNameLst>
                                      </p:cBhvr>
                                      <p:by>
                                        <p:hsl h="0" s="12549" l="25098"/>
                                      </p:by>
                                    </p:animClr>
                                    <p:animClr clrSpc="hsl" dir="cw">
                                      <p:cBhvr>
                                        <p:cTn id="70" dur="10" fill="hold"/>
                                        <p:tgtEl>
                                          <p:spTgt spid="12"/>
                                        </p:tgtEl>
                                        <p:attrNameLst>
                                          <p:attrName>stroke.color</p:attrName>
                                        </p:attrNameLst>
                                      </p:cBhvr>
                                      <p:by>
                                        <p:hsl h="0" s="12549" l="25098"/>
                                      </p:by>
                                    </p:animClr>
                                    <p:set>
                                      <p:cBhvr>
                                        <p:cTn id="71" dur="1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1" grpId="0" animBg="1"/>
      <p:bldP spid="11" grpId="1" animBg="1"/>
      <p:bldP spid="12" grpId="0" animBg="1"/>
      <p:bldP spid="12" grpId="1" animBg="1"/>
      <p:bldP spid="13" grpId="0" animBg="1"/>
      <p:bldP spid="13" grpId="1" animBg="1"/>
      <p:bldP spid="14" grpId="0" animBg="1"/>
      <p:bldP spid="14" grpId="1" animBg="1"/>
      <p:bldP spid="18" grpId="0"/>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0DDFFB4E-19CB-5001-D539-229AAC13E51A}"/>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4AE8E33E-8495-C519-A955-A6E513F52A9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US" dirty="0"/>
            </a:br>
            <a:endParaRPr lang="en-US" dirty="0"/>
          </a:p>
        </p:txBody>
      </p:sp>
      <p:sp>
        <p:nvSpPr>
          <p:cNvPr id="1832" name="Google Shape;1735;p43">
            <a:extLst>
              <a:ext uri="{FF2B5EF4-FFF2-40B4-BE49-F238E27FC236}">
                <a16:creationId xmlns:a16="http://schemas.microsoft.com/office/drawing/2014/main" id="{EE36DF7D-FC8E-1041-88AA-DA3A41470F74}"/>
              </a:ext>
            </a:extLst>
          </p:cNvPr>
          <p:cNvSpPr txBox="1">
            <a:spLocks/>
          </p:cNvSpPr>
          <p:nvPr/>
        </p:nvSpPr>
        <p:spPr>
          <a:xfrm>
            <a:off x="451614" y="261257"/>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b="1" dirty="0"/>
              <a:t>Bellman-Ford’s </a:t>
            </a:r>
            <a:r>
              <a:rPr lang="en-US" dirty="0"/>
              <a:t>Example</a:t>
            </a:r>
          </a:p>
        </p:txBody>
      </p:sp>
      <p:sp>
        <p:nvSpPr>
          <p:cNvPr id="1837" name="Google Shape;1843;p46">
            <a:extLst>
              <a:ext uri="{FF2B5EF4-FFF2-40B4-BE49-F238E27FC236}">
                <a16:creationId xmlns:a16="http://schemas.microsoft.com/office/drawing/2014/main" id="{FF7FEC3F-1552-A822-29C4-EEC2B919D1FB}"/>
              </a:ext>
            </a:extLst>
          </p:cNvPr>
          <p:cNvSpPr txBox="1">
            <a:spLocks noGrp="1"/>
          </p:cNvSpPr>
          <p:nvPr>
            <p:ph type="subTitle" idx="1"/>
          </p:nvPr>
        </p:nvSpPr>
        <p:spPr>
          <a:xfrm>
            <a:off x="574894" y="1285181"/>
            <a:ext cx="3728720" cy="91773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tabLst>
                <a:tab pos="2782888" algn="l"/>
              </a:tabLst>
            </a:pPr>
            <a:r>
              <a:rPr lang="en-US" b="1" dirty="0">
                <a:solidFill>
                  <a:schemeClr val="accent1">
                    <a:lumMod val="60000"/>
                    <a:lumOff val="40000"/>
                  </a:schemeClr>
                </a:solidFill>
              </a:rPr>
              <a:t>Iteration : 4</a:t>
            </a:r>
          </a:p>
        </p:txBody>
      </p:sp>
      <p:sp>
        <p:nvSpPr>
          <p:cNvPr id="5" name="TextBox 4">
            <a:extLst>
              <a:ext uri="{FF2B5EF4-FFF2-40B4-BE49-F238E27FC236}">
                <a16:creationId xmlns:a16="http://schemas.microsoft.com/office/drawing/2014/main" id="{4E1EE8B3-0F78-2BC3-9310-722E3F839408}"/>
              </a:ext>
            </a:extLst>
          </p:cNvPr>
          <p:cNvSpPr txBox="1"/>
          <p:nvPr/>
        </p:nvSpPr>
        <p:spPr>
          <a:xfrm>
            <a:off x="6243806" y="4401332"/>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0</a:t>
            </a:r>
          </a:p>
        </p:txBody>
      </p:sp>
      <p:sp>
        <p:nvSpPr>
          <p:cNvPr id="6" name="TextBox 5">
            <a:extLst>
              <a:ext uri="{FF2B5EF4-FFF2-40B4-BE49-F238E27FC236}">
                <a16:creationId xmlns:a16="http://schemas.microsoft.com/office/drawing/2014/main" id="{06F054CF-06CB-379B-2790-8A7F5F947508}"/>
              </a:ext>
            </a:extLst>
          </p:cNvPr>
          <p:cNvSpPr txBox="1"/>
          <p:nvPr/>
        </p:nvSpPr>
        <p:spPr>
          <a:xfrm>
            <a:off x="1247929" y="2854037"/>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2</a:t>
            </a:r>
          </a:p>
        </p:txBody>
      </p:sp>
      <p:sp>
        <p:nvSpPr>
          <p:cNvPr id="9" name="TextBox 8">
            <a:extLst>
              <a:ext uri="{FF2B5EF4-FFF2-40B4-BE49-F238E27FC236}">
                <a16:creationId xmlns:a16="http://schemas.microsoft.com/office/drawing/2014/main" id="{4C145834-81FF-B559-DA10-E6AEEE8BB3F6}"/>
              </a:ext>
            </a:extLst>
          </p:cNvPr>
          <p:cNvSpPr txBox="1"/>
          <p:nvPr/>
        </p:nvSpPr>
        <p:spPr>
          <a:xfrm>
            <a:off x="2890608" y="4436865"/>
            <a:ext cx="369366"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9</a:t>
            </a:r>
          </a:p>
        </p:txBody>
      </p:sp>
      <p:sp>
        <p:nvSpPr>
          <p:cNvPr id="1799" name="TextBox 1798">
            <a:extLst>
              <a:ext uri="{FF2B5EF4-FFF2-40B4-BE49-F238E27FC236}">
                <a16:creationId xmlns:a16="http://schemas.microsoft.com/office/drawing/2014/main" id="{2A4C5E26-C8F0-85C0-5C4A-3AF7898BB10F}"/>
              </a:ext>
            </a:extLst>
          </p:cNvPr>
          <p:cNvSpPr txBox="1"/>
          <p:nvPr/>
        </p:nvSpPr>
        <p:spPr>
          <a:xfrm>
            <a:off x="4518955" y="810935"/>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24" name="Oval 23">
            <a:extLst>
              <a:ext uri="{FF2B5EF4-FFF2-40B4-BE49-F238E27FC236}">
                <a16:creationId xmlns:a16="http://schemas.microsoft.com/office/drawing/2014/main" id="{E9F5F130-C1EC-FDF4-7EC3-E404D8708E47}"/>
              </a:ext>
            </a:extLst>
          </p:cNvPr>
          <p:cNvSpPr/>
          <p:nvPr/>
        </p:nvSpPr>
        <p:spPr>
          <a:xfrm>
            <a:off x="3326012" y="1666495"/>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37" name="Straight Arrow Connector 36">
            <a:extLst>
              <a:ext uri="{FF2B5EF4-FFF2-40B4-BE49-F238E27FC236}">
                <a16:creationId xmlns:a16="http://schemas.microsoft.com/office/drawing/2014/main" id="{4CEF4D86-3ED9-F5D1-B385-041B7C25F7CC}"/>
              </a:ext>
            </a:extLst>
          </p:cNvPr>
          <p:cNvCxnSpPr>
            <a:cxnSpLocks/>
            <a:stCxn id="14" idx="7"/>
            <a:endCxn id="24" idx="3"/>
          </p:cNvCxnSpPr>
          <p:nvPr/>
        </p:nvCxnSpPr>
        <p:spPr>
          <a:xfrm flipV="1">
            <a:off x="2187103" y="2088101"/>
            <a:ext cx="1211926" cy="8828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862432A4-B720-DB91-F72C-57B28C76FA42}"/>
              </a:ext>
            </a:extLst>
          </p:cNvPr>
          <p:cNvSpPr/>
          <p:nvPr/>
        </p:nvSpPr>
        <p:spPr>
          <a:xfrm>
            <a:off x="5745216" y="1666495"/>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2" name="Oval 11">
            <a:extLst>
              <a:ext uri="{FF2B5EF4-FFF2-40B4-BE49-F238E27FC236}">
                <a16:creationId xmlns:a16="http://schemas.microsoft.com/office/drawing/2014/main" id="{23ECF46C-CE94-956C-EBB1-D435E28EA6D0}"/>
              </a:ext>
            </a:extLst>
          </p:cNvPr>
          <p:cNvSpPr/>
          <p:nvPr/>
        </p:nvSpPr>
        <p:spPr>
          <a:xfrm>
            <a:off x="5745216" y="432899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3" name="Oval 12">
            <a:extLst>
              <a:ext uri="{FF2B5EF4-FFF2-40B4-BE49-F238E27FC236}">
                <a16:creationId xmlns:a16="http://schemas.microsoft.com/office/drawing/2014/main" id="{1CAEA598-94DB-1826-ECEA-6A6A2D9E158D}"/>
              </a:ext>
            </a:extLst>
          </p:cNvPr>
          <p:cNvSpPr/>
          <p:nvPr/>
        </p:nvSpPr>
        <p:spPr>
          <a:xfrm>
            <a:off x="3326012" y="432899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4" name="Oval 13">
            <a:extLst>
              <a:ext uri="{FF2B5EF4-FFF2-40B4-BE49-F238E27FC236}">
                <a16:creationId xmlns:a16="http://schemas.microsoft.com/office/drawing/2014/main" id="{EDD5DBB5-2F33-30DF-CBC7-CAEF606BF26D}"/>
              </a:ext>
            </a:extLst>
          </p:cNvPr>
          <p:cNvSpPr/>
          <p:nvPr/>
        </p:nvSpPr>
        <p:spPr>
          <a:xfrm>
            <a:off x="1761530" y="2898626"/>
            <a:ext cx="498590" cy="493942"/>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 name="Straight Arrow Connector 16">
            <a:extLst>
              <a:ext uri="{FF2B5EF4-FFF2-40B4-BE49-F238E27FC236}">
                <a16:creationId xmlns:a16="http://schemas.microsoft.com/office/drawing/2014/main" id="{1C98CEC7-A232-9168-965F-6C66A51DAD65}"/>
              </a:ext>
            </a:extLst>
          </p:cNvPr>
          <p:cNvCxnSpPr>
            <a:cxnSpLocks/>
            <a:stCxn id="14" idx="5"/>
            <a:endCxn id="13" idx="1"/>
          </p:cNvCxnSpPr>
          <p:nvPr/>
        </p:nvCxnSpPr>
        <p:spPr>
          <a:xfrm>
            <a:off x="2187103" y="3320232"/>
            <a:ext cx="1211926" cy="1081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964F6164-9FD9-E987-328C-3786E555F8E8}"/>
              </a:ext>
            </a:extLst>
          </p:cNvPr>
          <p:cNvCxnSpPr>
            <a:cxnSpLocks/>
            <a:stCxn id="24" idx="4"/>
            <a:endCxn id="13" idx="0"/>
          </p:cNvCxnSpPr>
          <p:nvPr/>
        </p:nvCxnSpPr>
        <p:spPr>
          <a:xfrm>
            <a:off x="3575307" y="2160437"/>
            <a:ext cx="0" cy="2168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E188F2BA-0F9B-9357-479A-21F91E5CCAF4}"/>
              </a:ext>
            </a:extLst>
          </p:cNvPr>
          <p:cNvCxnSpPr>
            <a:cxnSpLocks/>
            <a:stCxn id="11" idx="2"/>
            <a:endCxn id="24" idx="6"/>
          </p:cNvCxnSpPr>
          <p:nvPr/>
        </p:nvCxnSpPr>
        <p:spPr>
          <a:xfrm flipH="1">
            <a:off x="3824602" y="1913466"/>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6C0678C0-BB97-FCE5-C45F-5430DF5864B1}"/>
              </a:ext>
            </a:extLst>
          </p:cNvPr>
          <p:cNvCxnSpPr>
            <a:cxnSpLocks/>
            <a:stCxn id="12" idx="0"/>
            <a:endCxn id="11" idx="4"/>
          </p:cNvCxnSpPr>
          <p:nvPr/>
        </p:nvCxnSpPr>
        <p:spPr>
          <a:xfrm flipV="1">
            <a:off x="5994511" y="2160437"/>
            <a:ext cx="0" cy="2168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39FD99A2-5099-74A0-55A2-D496834C4AF1}"/>
              </a:ext>
            </a:extLst>
          </p:cNvPr>
          <p:cNvCxnSpPr>
            <a:cxnSpLocks/>
            <a:stCxn id="13" idx="6"/>
            <a:endCxn id="12" idx="2"/>
          </p:cNvCxnSpPr>
          <p:nvPr/>
        </p:nvCxnSpPr>
        <p:spPr>
          <a:xfrm>
            <a:off x="3824602" y="4575967"/>
            <a:ext cx="19206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49B94375-5D95-3951-6559-D7AA4340C71C}"/>
              </a:ext>
            </a:extLst>
          </p:cNvPr>
          <p:cNvCxnSpPr>
            <a:cxnSpLocks/>
            <a:stCxn id="13" idx="7"/>
            <a:endCxn id="11" idx="3"/>
          </p:cNvCxnSpPr>
          <p:nvPr/>
        </p:nvCxnSpPr>
        <p:spPr>
          <a:xfrm flipV="1">
            <a:off x="3751585" y="2088101"/>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1E719000-8A60-1D15-06DA-6A88B2D1943F}"/>
              </a:ext>
            </a:extLst>
          </p:cNvPr>
          <p:cNvCxnSpPr>
            <a:cxnSpLocks/>
            <a:stCxn id="24" idx="5"/>
            <a:endCxn id="12" idx="1"/>
          </p:cNvCxnSpPr>
          <p:nvPr/>
        </p:nvCxnSpPr>
        <p:spPr>
          <a:xfrm>
            <a:off x="3751585" y="2088101"/>
            <a:ext cx="2066648" cy="23132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822563A4-CBE7-B8A3-9D55-B8153B2B6B47}"/>
              </a:ext>
            </a:extLst>
          </p:cNvPr>
          <p:cNvCxnSpPr>
            <a:cxnSpLocks/>
            <a:endCxn id="14" idx="6"/>
          </p:cNvCxnSpPr>
          <p:nvPr/>
        </p:nvCxnSpPr>
        <p:spPr>
          <a:xfrm flipH="1" flipV="1">
            <a:off x="2260120" y="3145597"/>
            <a:ext cx="3519232" cy="13282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07" name="Connector: Curved 1806">
            <a:extLst>
              <a:ext uri="{FF2B5EF4-FFF2-40B4-BE49-F238E27FC236}">
                <a16:creationId xmlns:a16="http://schemas.microsoft.com/office/drawing/2014/main" id="{1DF05BDE-5010-470D-165C-CAD8BD0A0CDB}"/>
              </a:ext>
            </a:extLst>
          </p:cNvPr>
          <p:cNvCxnSpPr>
            <a:cxnSpLocks/>
            <a:stCxn id="24" idx="0"/>
            <a:endCxn id="11" idx="0"/>
          </p:cNvCxnSpPr>
          <p:nvPr/>
        </p:nvCxnSpPr>
        <p:spPr>
          <a:xfrm rot="5400000" flipH="1" flipV="1">
            <a:off x="4785006" y="456894"/>
            <a:ext cx="12437" cy="2419204"/>
          </a:xfrm>
          <a:prstGeom prst="curvedConnector3">
            <a:avLst>
              <a:gd name="adj1" fmla="val 4753928"/>
            </a:avLst>
          </a:prstGeom>
          <a:ln>
            <a:tailEnd type="triangle"/>
          </a:ln>
        </p:spPr>
        <p:style>
          <a:lnRef idx="1">
            <a:schemeClr val="dk1"/>
          </a:lnRef>
          <a:fillRef idx="0">
            <a:schemeClr val="dk1"/>
          </a:fillRef>
          <a:effectRef idx="0">
            <a:schemeClr val="dk1"/>
          </a:effectRef>
          <a:fontRef idx="minor">
            <a:schemeClr val="tx1"/>
          </a:fontRef>
        </p:style>
      </p:cxnSp>
      <p:sp>
        <p:nvSpPr>
          <p:cNvPr id="1816" name="TextBox 1815">
            <a:extLst>
              <a:ext uri="{FF2B5EF4-FFF2-40B4-BE49-F238E27FC236}">
                <a16:creationId xmlns:a16="http://schemas.microsoft.com/office/drawing/2014/main" id="{D0149D1F-8167-40E4-C077-BB69F84FA7AD}"/>
              </a:ext>
            </a:extLst>
          </p:cNvPr>
          <p:cNvSpPr txBox="1"/>
          <p:nvPr/>
        </p:nvSpPr>
        <p:spPr>
          <a:xfrm>
            <a:off x="5056305" y="226670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818" name="TextBox 1817">
            <a:extLst>
              <a:ext uri="{FF2B5EF4-FFF2-40B4-BE49-F238E27FC236}">
                <a16:creationId xmlns:a16="http://schemas.microsoft.com/office/drawing/2014/main" id="{12928663-6496-F113-F549-9CF7941AD4EC}"/>
              </a:ext>
            </a:extLst>
          </p:cNvPr>
          <p:cNvSpPr txBox="1"/>
          <p:nvPr/>
        </p:nvSpPr>
        <p:spPr>
          <a:xfrm>
            <a:off x="2370846" y="386268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19" name="TextBox 1818">
            <a:extLst>
              <a:ext uri="{FF2B5EF4-FFF2-40B4-BE49-F238E27FC236}">
                <a16:creationId xmlns:a16="http://schemas.microsoft.com/office/drawing/2014/main" id="{CB5687B9-7F27-B0CE-5772-95AA9EF1318E}"/>
              </a:ext>
            </a:extLst>
          </p:cNvPr>
          <p:cNvSpPr txBox="1"/>
          <p:nvPr/>
        </p:nvSpPr>
        <p:spPr>
          <a:xfrm>
            <a:off x="4592828" y="4630917"/>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820" name="TextBox 1819">
            <a:extLst>
              <a:ext uri="{FF2B5EF4-FFF2-40B4-BE49-F238E27FC236}">
                <a16:creationId xmlns:a16="http://schemas.microsoft.com/office/drawing/2014/main" id="{4B05D9C4-AB77-EB05-530F-31E11864C130}"/>
              </a:ext>
            </a:extLst>
          </p:cNvPr>
          <p:cNvSpPr txBox="1"/>
          <p:nvPr/>
        </p:nvSpPr>
        <p:spPr>
          <a:xfrm>
            <a:off x="2370846" y="2221596"/>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821" name="TextBox 1820">
            <a:extLst>
              <a:ext uri="{FF2B5EF4-FFF2-40B4-BE49-F238E27FC236}">
                <a16:creationId xmlns:a16="http://schemas.microsoft.com/office/drawing/2014/main" id="{0CE3C91A-C856-A062-8538-E2743909EAEA}"/>
              </a:ext>
            </a:extLst>
          </p:cNvPr>
          <p:cNvSpPr txBox="1"/>
          <p:nvPr/>
        </p:nvSpPr>
        <p:spPr>
          <a:xfrm>
            <a:off x="5995361" y="3078945"/>
            <a:ext cx="396793"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22" name="TextBox 1821">
            <a:extLst>
              <a:ext uri="{FF2B5EF4-FFF2-40B4-BE49-F238E27FC236}">
                <a16:creationId xmlns:a16="http://schemas.microsoft.com/office/drawing/2014/main" id="{049B7352-6E17-3879-50D2-566B5AA2EF6B}"/>
              </a:ext>
            </a:extLst>
          </p:cNvPr>
          <p:cNvSpPr txBox="1"/>
          <p:nvPr/>
        </p:nvSpPr>
        <p:spPr>
          <a:xfrm>
            <a:off x="4496143" y="1581924"/>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823" name="TextBox 1822">
            <a:extLst>
              <a:ext uri="{FF2B5EF4-FFF2-40B4-BE49-F238E27FC236}">
                <a16:creationId xmlns:a16="http://schemas.microsoft.com/office/drawing/2014/main" id="{A2FC57E5-0CB0-D0F0-0F38-F4EE763BB9C2}"/>
              </a:ext>
            </a:extLst>
          </p:cNvPr>
          <p:cNvSpPr txBox="1"/>
          <p:nvPr/>
        </p:nvSpPr>
        <p:spPr>
          <a:xfrm>
            <a:off x="3979774" y="226670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824" name="TextBox 1823">
            <a:extLst>
              <a:ext uri="{FF2B5EF4-FFF2-40B4-BE49-F238E27FC236}">
                <a16:creationId xmlns:a16="http://schemas.microsoft.com/office/drawing/2014/main" id="{D7FF1DEB-76BA-D1D2-5504-6CA861D12C6D}"/>
              </a:ext>
            </a:extLst>
          </p:cNvPr>
          <p:cNvSpPr txBox="1"/>
          <p:nvPr/>
        </p:nvSpPr>
        <p:spPr>
          <a:xfrm>
            <a:off x="4462947" y="3786472"/>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0" name="TextBox 9">
            <a:extLst>
              <a:ext uri="{FF2B5EF4-FFF2-40B4-BE49-F238E27FC236}">
                <a16:creationId xmlns:a16="http://schemas.microsoft.com/office/drawing/2014/main" id="{81816C6A-8B4A-39D4-5438-BB719D59550C}"/>
              </a:ext>
            </a:extLst>
          </p:cNvPr>
          <p:cNvSpPr txBox="1"/>
          <p:nvPr/>
        </p:nvSpPr>
        <p:spPr>
          <a:xfrm>
            <a:off x="3244664" y="3199147"/>
            <a:ext cx="39679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
        <p:nvSpPr>
          <p:cNvPr id="20" name="TextBox 19">
            <a:extLst>
              <a:ext uri="{FF2B5EF4-FFF2-40B4-BE49-F238E27FC236}">
                <a16:creationId xmlns:a16="http://schemas.microsoft.com/office/drawing/2014/main" id="{985D24B6-8E3F-935B-CCB8-E8DBF6F9524F}"/>
              </a:ext>
            </a:extLst>
          </p:cNvPr>
          <p:cNvSpPr txBox="1"/>
          <p:nvPr/>
        </p:nvSpPr>
        <p:spPr>
          <a:xfrm>
            <a:off x="6298426" y="1674623"/>
            <a:ext cx="402981"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6</a:t>
            </a:r>
          </a:p>
        </p:txBody>
      </p:sp>
      <p:sp>
        <p:nvSpPr>
          <p:cNvPr id="3" name="TextBox 2">
            <a:extLst>
              <a:ext uri="{FF2B5EF4-FFF2-40B4-BE49-F238E27FC236}">
                <a16:creationId xmlns:a16="http://schemas.microsoft.com/office/drawing/2014/main" id="{AA12DCC5-6080-0C79-2E2A-F9A351CB7918}"/>
              </a:ext>
            </a:extLst>
          </p:cNvPr>
          <p:cNvSpPr txBox="1"/>
          <p:nvPr/>
        </p:nvSpPr>
        <p:spPr>
          <a:xfrm>
            <a:off x="2827422" y="1649570"/>
            <a:ext cx="369368" cy="523220"/>
          </a:xfrm>
          <a:prstGeom prst="rect">
            <a:avLst/>
          </a:prstGeom>
          <a:noFill/>
        </p:spPr>
        <p:txBody>
          <a:bodyPr wrap="square" rtlCol="0">
            <a:spAutoFit/>
          </a:bodyPr>
          <a:lstStyle/>
          <a:p>
            <a:r>
              <a:rPr lang="en-US" sz="2800" dirty="0">
                <a:solidFill>
                  <a:schemeClr val="tx2"/>
                </a:solidFill>
                <a:latin typeface="Poppins" panose="00000500000000000000" pitchFamily="2" charset="0"/>
                <a:cs typeface="Poppins" panose="00000500000000000000" pitchFamily="2" charset="0"/>
              </a:rPr>
              <a:t>4</a:t>
            </a:r>
          </a:p>
        </p:txBody>
      </p:sp>
    </p:spTree>
    <p:extLst>
      <p:ext uri="{BB962C8B-B14F-4D97-AF65-F5344CB8AC3E}">
        <p14:creationId xmlns:p14="http://schemas.microsoft.com/office/powerpoint/2010/main" val="421483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grpId="0" nodeType="clickEffect">
                                  <p:stCondLst>
                                    <p:cond delay="0"/>
                                  </p:stCondLst>
                                  <p:childTnLst>
                                    <p:animClr clrSpc="hsl" dir="cw">
                                      <p:cBhvr override="childStyle">
                                        <p:cTn id="6" dur="10" fill="hold"/>
                                        <p:tgtEl>
                                          <p:spTgt spid="14"/>
                                        </p:tgtEl>
                                        <p:attrNameLst>
                                          <p:attrName>style.color</p:attrName>
                                        </p:attrNameLst>
                                      </p:cBhvr>
                                      <p:by>
                                        <p:hsl h="0" s="-12549" l="-25098"/>
                                      </p:by>
                                    </p:animClr>
                                    <p:animClr clrSpc="hsl" dir="cw">
                                      <p:cBhvr>
                                        <p:cTn id="7" dur="10" fill="hold"/>
                                        <p:tgtEl>
                                          <p:spTgt spid="14"/>
                                        </p:tgtEl>
                                        <p:attrNameLst>
                                          <p:attrName>fillcolor</p:attrName>
                                        </p:attrNameLst>
                                      </p:cBhvr>
                                      <p:by>
                                        <p:hsl h="0" s="-12549" l="-25098"/>
                                      </p:by>
                                    </p:animClr>
                                    <p:animClr clrSpc="hsl" dir="cw">
                                      <p:cBhvr>
                                        <p:cTn id="8" dur="10" fill="hold"/>
                                        <p:tgtEl>
                                          <p:spTgt spid="14"/>
                                        </p:tgtEl>
                                        <p:attrNameLst>
                                          <p:attrName>stroke.color</p:attrName>
                                        </p:attrNameLst>
                                      </p:cBhvr>
                                      <p:by>
                                        <p:hsl h="0" s="-12549" l="-25098"/>
                                      </p:by>
                                    </p:animClr>
                                    <p:set>
                                      <p:cBhvr>
                                        <p:cTn id="9" dur="10" fill="hold"/>
                                        <p:tgtEl>
                                          <p:spTgt spid="1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0" presetClass="emph" presetSubtype="0" fill="hold" grpId="1" nodeType="clickEffect">
                                  <p:stCondLst>
                                    <p:cond delay="0"/>
                                  </p:stCondLst>
                                  <p:childTnLst>
                                    <p:animClr clrSpc="hsl" dir="cw">
                                      <p:cBhvr override="childStyle">
                                        <p:cTn id="13" dur="10" fill="hold"/>
                                        <p:tgtEl>
                                          <p:spTgt spid="14"/>
                                        </p:tgtEl>
                                        <p:attrNameLst>
                                          <p:attrName>style.color</p:attrName>
                                        </p:attrNameLst>
                                      </p:cBhvr>
                                      <p:by>
                                        <p:hsl h="0" s="12549" l="25098"/>
                                      </p:by>
                                    </p:animClr>
                                    <p:animClr clrSpc="hsl" dir="cw">
                                      <p:cBhvr>
                                        <p:cTn id="14" dur="10" fill="hold"/>
                                        <p:tgtEl>
                                          <p:spTgt spid="14"/>
                                        </p:tgtEl>
                                        <p:attrNameLst>
                                          <p:attrName>fillcolor</p:attrName>
                                        </p:attrNameLst>
                                      </p:cBhvr>
                                      <p:by>
                                        <p:hsl h="0" s="12549" l="25098"/>
                                      </p:by>
                                    </p:animClr>
                                    <p:animClr clrSpc="hsl" dir="cw">
                                      <p:cBhvr>
                                        <p:cTn id="15" dur="10" fill="hold"/>
                                        <p:tgtEl>
                                          <p:spTgt spid="14"/>
                                        </p:tgtEl>
                                        <p:attrNameLst>
                                          <p:attrName>stroke.color</p:attrName>
                                        </p:attrNameLst>
                                      </p:cBhvr>
                                      <p:by>
                                        <p:hsl h="0" s="12549" l="25098"/>
                                      </p:by>
                                    </p:animClr>
                                    <p:set>
                                      <p:cBhvr>
                                        <p:cTn id="16" dur="10" fill="hold"/>
                                        <p:tgtEl>
                                          <p:spTgt spid="14"/>
                                        </p:tgtEl>
                                        <p:attrNameLst>
                                          <p:attrName>fill.type</p:attrName>
                                        </p:attrNameLst>
                                      </p:cBhvr>
                                      <p:to>
                                        <p:strVal val="solid"/>
                                      </p:to>
                                    </p:set>
                                  </p:childTnLst>
                                </p:cTn>
                              </p:par>
                              <p:par>
                                <p:cTn id="17" presetID="24" presetClass="emph" presetSubtype="0" fill="hold" grpId="0" nodeType="withEffect">
                                  <p:stCondLst>
                                    <p:cond delay="0"/>
                                  </p:stCondLst>
                                  <p:childTnLst>
                                    <p:animClr clrSpc="hsl" dir="cw">
                                      <p:cBhvr override="childStyle">
                                        <p:cTn id="18" dur="10" fill="hold"/>
                                        <p:tgtEl>
                                          <p:spTgt spid="24"/>
                                        </p:tgtEl>
                                        <p:attrNameLst>
                                          <p:attrName>style.color</p:attrName>
                                        </p:attrNameLst>
                                      </p:cBhvr>
                                      <p:by>
                                        <p:hsl h="0" s="-12549" l="-25098"/>
                                      </p:by>
                                    </p:animClr>
                                    <p:animClr clrSpc="hsl" dir="cw">
                                      <p:cBhvr>
                                        <p:cTn id="19" dur="10" fill="hold"/>
                                        <p:tgtEl>
                                          <p:spTgt spid="24"/>
                                        </p:tgtEl>
                                        <p:attrNameLst>
                                          <p:attrName>fillcolor</p:attrName>
                                        </p:attrNameLst>
                                      </p:cBhvr>
                                      <p:by>
                                        <p:hsl h="0" s="-12549" l="-25098"/>
                                      </p:by>
                                    </p:animClr>
                                    <p:animClr clrSpc="hsl" dir="cw">
                                      <p:cBhvr>
                                        <p:cTn id="20" dur="10" fill="hold"/>
                                        <p:tgtEl>
                                          <p:spTgt spid="24"/>
                                        </p:tgtEl>
                                        <p:attrNameLst>
                                          <p:attrName>stroke.color</p:attrName>
                                        </p:attrNameLst>
                                      </p:cBhvr>
                                      <p:by>
                                        <p:hsl h="0" s="-12549" l="-25098"/>
                                      </p:by>
                                    </p:animClr>
                                    <p:set>
                                      <p:cBhvr>
                                        <p:cTn id="21" dur="10" fill="hold"/>
                                        <p:tgtEl>
                                          <p:spTgt spid="24"/>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4" presetClass="emph" presetSubtype="0" fill="hold" grpId="0" nodeType="clickEffect">
                                  <p:stCondLst>
                                    <p:cond delay="0"/>
                                  </p:stCondLst>
                                  <p:childTnLst>
                                    <p:animClr clrSpc="hsl" dir="cw">
                                      <p:cBhvr override="childStyle">
                                        <p:cTn id="25" dur="10" fill="hold"/>
                                        <p:tgtEl>
                                          <p:spTgt spid="11"/>
                                        </p:tgtEl>
                                        <p:attrNameLst>
                                          <p:attrName>style.color</p:attrName>
                                        </p:attrNameLst>
                                      </p:cBhvr>
                                      <p:by>
                                        <p:hsl h="0" s="-12549" l="-25098"/>
                                      </p:by>
                                    </p:animClr>
                                    <p:animClr clrSpc="hsl" dir="cw">
                                      <p:cBhvr>
                                        <p:cTn id="26" dur="10" fill="hold"/>
                                        <p:tgtEl>
                                          <p:spTgt spid="11"/>
                                        </p:tgtEl>
                                        <p:attrNameLst>
                                          <p:attrName>fillcolor</p:attrName>
                                        </p:attrNameLst>
                                      </p:cBhvr>
                                      <p:by>
                                        <p:hsl h="0" s="-12549" l="-25098"/>
                                      </p:by>
                                    </p:animClr>
                                    <p:animClr clrSpc="hsl" dir="cw">
                                      <p:cBhvr>
                                        <p:cTn id="27" dur="10" fill="hold"/>
                                        <p:tgtEl>
                                          <p:spTgt spid="11"/>
                                        </p:tgtEl>
                                        <p:attrNameLst>
                                          <p:attrName>stroke.color</p:attrName>
                                        </p:attrNameLst>
                                      </p:cBhvr>
                                      <p:by>
                                        <p:hsl h="0" s="-12549" l="-25098"/>
                                      </p:by>
                                    </p:animClr>
                                    <p:set>
                                      <p:cBhvr>
                                        <p:cTn id="28" dur="10" fill="hold"/>
                                        <p:tgtEl>
                                          <p:spTgt spid="11"/>
                                        </p:tgtEl>
                                        <p:attrNameLst>
                                          <p:attrName>fill.type</p:attrName>
                                        </p:attrNameLst>
                                      </p:cBhvr>
                                      <p:to>
                                        <p:strVal val="solid"/>
                                      </p:to>
                                    </p:set>
                                  </p:childTnLst>
                                </p:cTn>
                              </p:par>
                              <p:par>
                                <p:cTn id="29" presetID="30" presetClass="emph" presetSubtype="0" fill="hold" grpId="1" nodeType="withEffect">
                                  <p:stCondLst>
                                    <p:cond delay="0"/>
                                  </p:stCondLst>
                                  <p:childTnLst>
                                    <p:animClr clrSpc="hsl" dir="cw">
                                      <p:cBhvr override="childStyle">
                                        <p:cTn id="30" dur="10" fill="hold"/>
                                        <p:tgtEl>
                                          <p:spTgt spid="24"/>
                                        </p:tgtEl>
                                        <p:attrNameLst>
                                          <p:attrName>style.color</p:attrName>
                                        </p:attrNameLst>
                                      </p:cBhvr>
                                      <p:by>
                                        <p:hsl h="0" s="12549" l="25098"/>
                                      </p:by>
                                    </p:animClr>
                                    <p:animClr clrSpc="hsl" dir="cw">
                                      <p:cBhvr>
                                        <p:cTn id="31" dur="10" fill="hold"/>
                                        <p:tgtEl>
                                          <p:spTgt spid="24"/>
                                        </p:tgtEl>
                                        <p:attrNameLst>
                                          <p:attrName>fillcolor</p:attrName>
                                        </p:attrNameLst>
                                      </p:cBhvr>
                                      <p:by>
                                        <p:hsl h="0" s="12549" l="25098"/>
                                      </p:by>
                                    </p:animClr>
                                    <p:animClr clrSpc="hsl" dir="cw">
                                      <p:cBhvr>
                                        <p:cTn id="32" dur="10" fill="hold"/>
                                        <p:tgtEl>
                                          <p:spTgt spid="24"/>
                                        </p:tgtEl>
                                        <p:attrNameLst>
                                          <p:attrName>stroke.color</p:attrName>
                                        </p:attrNameLst>
                                      </p:cBhvr>
                                      <p:by>
                                        <p:hsl h="0" s="12549" l="25098"/>
                                      </p:by>
                                    </p:animClr>
                                    <p:set>
                                      <p:cBhvr>
                                        <p:cTn id="33" dur="10" fill="hold"/>
                                        <p:tgtEl>
                                          <p:spTgt spid="24"/>
                                        </p:tgtEl>
                                        <p:attrNameLst>
                                          <p:attrName>fill.type</p:attrName>
                                        </p:attrNameLst>
                                      </p:cBhvr>
                                      <p:to>
                                        <p:strVal val="solid"/>
                                      </p:to>
                                    </p:set>
                                  </p:childTnLst>
                                </p:cTn>
                              </p:par>
                            </p:childTnLst>
                          </p:cTn>
                        </p:par>
                        <p:par>
                          <p:cTn id="34" fill="hold">
                            <p:stCondLst>
                              <p:cond delay="10"/>
                            </p:stCondLst>
                            <p:childTnLst>
                              <p:par>
                                <p:cTn id="35" presetID="30" presetClass="emph" presetSubtype="0" fill="hold" grpId="1" nodeType="afterEffect">
                                  <p:stCondLst>
                                    <p:cond delay="0"/>
                                  </p:stCondLst>
                                  <p:childTnLst>
                                    <p:animClr clrSpc="hsl" dir="cw">
                                      <p:cBhvr override="childStyle">
                                        <p:cTn id="36" dur="10" fill="hold"/>
                                        <p:tgtEl>
                                          <p:spTgt spid="11"/>
                                        </p:tgtEl>
                                        <p:attrNameLst>
                                          <p:attrName>style.color</p:attrName>
                                        </p:attrNameLst>
                                      </p:cBhvr>
                                      <p:by>
                                        <p:hsl h="0" s="12549" l="25098"/>
                                      </p:by>
                                    </p:animClr>
                                    <p:animClr clrSpc="hsl" dir="cw">
                                      <p:cBhvr>
                                        <p:cTn id="37" dur="10" fill="hold"/>
                                        <p:tgtEl>
                                          <p:spTgt spid="11"/>
                                        </p:tgtEl>
                                        <p:attrNameLst>
                                          <p:attrName>fillcolor</p:attrName>
                                        </p:attrNameLst>
                                      </p:cBhvr>
                                      <p:by>
                                        <p:hsl h="0" s="12549" l="25098"/>
                                      </p:by>
                                    </p:animClr>
                                    <p:animClr clrSpc="hsl" dir="cw">
                                      <p:cBhvr>
                                        <p:cTn id="38" dur="10" fill="hold"/>
                                        <p:tgtEl>
                                          <p:spTgt spid="11"/>
                                        </p:tgtEl>
                                        <p:attrNameLst>
                                          <p:attrName>stroke.color</p:attrName>
                                        </p:attrNameLst>
                                      </p:cBhvr>
                                      <p:by>
                                        <p:hsl h="0" s="12549" l="25098"/>
                                      </p:by>
                                    </p:animClr>
                                    <p:set>
                                      <p:cBhvr>
                                        <p:cTn id="39" dur="10" fill="hold"/>
                                        <p:tgtEl>
                                          <p:spTgt spid="11"/>
                                        </p:tgtEl>
                                        <p:attrNameLst>
                                          <p:attrName>fill.type</p:attrName>
                                        </p:attrNameLst>
                                      </p:cBhvr>
                                      <p:to>
                                        <p:strVal val="solid"/>
                                      </p:to>
                                    </p:set>
                                  </p:childTnLst>
                                </p:cTn>
                              </p:par>
                              <p:par>
                                <p:cTn id="40" presetID="24" presetClass="emph" presetSubtype="0" fill="hold" grpId="0" nodeType="withEffect">
                                  <p:stCondLst>
                                    <p:cond delay="0"/>
                                  </p:stCondLst>
                                  <p:childTnLst>
                                    <p:animClr clrSpc="hsl" dir="cw">
                                      <p:cBhvr override="childStyle">
                                        <p:cTn id="41" dur="10" fill="hold"/>
                                        <p:tgtEl>
                                          <p:spTgt spid="13"/>
                                        </p:tgtEl>
                                        <p:attrNameLst>
                                          <p:attrName>style.color</p:attrName>
                                        </p:attrNameLst>
                                      </p:cBhvr>
                                      <p:by>
                                        <p:hsl h="0" s="-12549" l="-25098"/>
                                      </p:by>
                                    </p:animClr>
                                    <p:animClr clrSpc="hsl" dir="cw">
                                      <p:cBhvr>
                                        <p:cTn id="42" dur="10" fill="hold"/>
                                        <p:tgtEl>
                                          <p:spTgt spid="13"/>
                                        </p:tgtEl>
                                        <p:attrNameLst>
                                          <p:attrName>fillcolor</p:attrName>
                                        </p:attrNameLst>
                                      </p:cBhvr>
                                      <p:by>
                                        <p:hsl h="0" s="-12549" l="-25098"/>
                                      </p:by>
                                    </p:animClr>
                                    <p:animClr clrSpc="hsl" dir="cw">
                                      <p:cBhvr>
                                        <p:cTn id="43" dur="10" fill="hold"/>
                                        <p:tgtEl>
                                          <p:spTgt spid="13"/>
                                        </p:tgtEl>
                                        <p:attrNameLst>
                                          <p:attrName>stroke.color</p:attrName>
                                        </p:attrNameLst>
                                      </p:cBhvr>
                                      <p:by>
                                        <p:hsl h="0" s="-12549" l="-25098"/>
                                      </p:by>
                                    </p:animClr>
                                    <p:set>
                                      <p:cBhvr>
                                        <p:cTn id="44" dur="10" fill="hold"/>
                                        <p:tgtEl>
                                          <p:spTgt spid="13"/>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4" presetClass="emph" presetSubtype="0" fill="hold" grpId="0" nodeType="clickEffect">
                                  <p:stCondLst>
                                    <p:cond delay="0"/>
                                  </p:stCondLst>
                                  <p:childTnLst>
                                    <p:animClr clrSpc="hsl" dir="cw">
                                      <p:cBhvr override="childStyle">
                                        <p:cTn id="48" dur="10" fill="hold"/>
                                        <p:tgtEl>
                                          <p:spTgt spid="12"/>
                                        </p:tgtEl>
                                        <p:attrNameLst>
                                          <p:attrName>style.color</p:attrName>
                                        </p:attrNameLst>
                                      </p:cBhvr>
                                      <p:by>
                                        <p:hsl h="0" s="-12549" l="-25098"/>
                                      </p:by>
                                    </p:animClr>
                                    <p:animClr clrSpc="hsl" dir="cw">
                                      <p:cBhvr>
                                        <p:cTn id="49" dur="10" fill="hold"/>
                                        <p:tgtEl>
                                          <p:spTgt spid="12"/>
                                        </p:tgtEl>
                                        <p:attrNameLst>
                                          <p:attrName>fillcolor</p:attrName>
                                        </p:attrNameLst>
                                      </p:cBhvr>
                                      <p:by>
                                        <p:hsl h="0" s="-12549" l="-25098"/>
                                      </p:by>
                                    </p:animClr>
                                    <p:animClr clrSpc="hsl" dir="cw">
                                      <p:cBhvr>
                                        <p:cTn id="50" dur="10" fill="hold"/>
                                        <p:tgtEl>
                                          <p:spTgt spid="12"/>
                                        </p:tgtEl>
                                        <p:attrNameLst>
                                          <p:attrName>stroke.color</p:attrName>
                                        </p:attrNameLst>
                                      </p:cBhvr>
                                      <p:by>
                                        <p:hsl h="0" s="-12549" l="-25098"/>
                                      </p:by>
                                    </p:animClr>
                                    <p:set>
                                      <p:cBhvr>
                                        <p:cTn id="51" dur="10" fill="hold"/>
                                        <p:tgtEl>
                                          <p:spTgt spid="12"/>
                                        </p:tgtEl>
                                        <p:attrNameLst>
                                          <p:attrName>fill.type</p:attrName>
                                        </p:attrNameLst>
                                      </p:cBhvr>
                                      <p:to>
                                        <p:strVal val="solid"/>
                                      </p:to>
                                    </p:set>
                                  </p:childTnLst>
                                </p:cTn>
                              </p:par>
                              <p:par>
                                <p:cTn id="52" presetID="30" presetClass="emph" presetSubtype="0" fill="hold" grpId="1" nodeType="withEffect">
                                  <p:stCondLst>
                                    <p:cond delay="0"/>
                                  </p:stCondLst>
                                  <p:childTnLst>
                                    <p:animClr clrSpc="hsl" dir="cw">
                                      <p:cBhvr override="childStyle">
                                        <p:cTn id="53" dur="10" fill="hold"/>
                                        <p:tgtEl>
                                          <p:spTgt spid="13"/>
                                        </p:tgtEl>
                                        <p:attrNameLst>
                                          <p:attrName>style.color</p:attrName>
                                        </p:attrNameLst>
                                      </p:cBhvr>
                                      <p:by>
                                        <p:hsl h="0" s="12549" l="25098"/>
                                      </p:by>
                                    </p:animClr>
                                    <p:animClr clrSpc="hsl" dir="cw">
                                      <p:cBhvr>
                                        <p:cTn id="54" dur="10" fill="hold"/>
                                        <p:tgtEl>
                                          <p:spTgt spid="13"/>
                                        </p:tgtEl>
                                        <p:attrNameLst>
                                          <p:attrName>fillcolor</p:attrName>
                                        </p:attrNameLst>
                                      </p:cBhvr>
                                      <p:by>
                                        <p:hsl h="0" s="12549" l="25098"/>
                                      </p:by>
                                    </p:animClr>
                                    <p:animClr clrSpc="hsl" dir="cw">
                                      <p:cBhvr>
                                        <p:cTn id="55" dur="10" fill="hold"/>
                                        <p:tgtEl>
                                          <p:spTgt spid="13"/>
                                        </p:tgtEl>
                                        <p:attrNameLst>
                                          <p:attrName>stroke.color</p:attrName>
                                        </p:attrNameLst>
                                      </p:cBhvr>
                                      <p:by>
                                        <p:hsl h="0" s="12549" l="25098"/>
                                      </p:by>
                                    </p:animClr>
                                    <p:set>
                                      <p:cBhvr>
                                        <p:cTn id="56" dur="10" fill="hold"/>
                                        <p:tgtEl>
                                          <p:spTgt spid="13"/>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30" presetClass="emph" presetSubtype="0" fill="hold" grpId="1" nodeType="clickEffect">
                                  <p:stCondLst>
                                    <p:cond delay="0"/>
                                  </p:stCondLst>
                                  <p:childTnLst>
                                    <p:animClr clrSpc="hsl" dir="cw">
                                      <p:cBhvr override="childStyle">
                                        <p:cTn id="60" dur="10" fill="hold"/>
                                        <p:tgtEl>
                                          <p:spTgt spid="12"/>
                                        </p:tgtEl>
                                        <p:attrNameLst>
                                          <p:attrName>style.color</p:attrName>
                                        </p:attrNameLst>
                                      </p:cBhvr>
                                      <p:by>
                                        <p:hsl h="0" s="12549" l="25098"/>
                                      </p:by>
                                    </p:animClr>
                                    <p:animClr clrSpc="hsl" dir="cw">
                                      <p:cBhvr>
                                        <p:cTn id="61" dur="10" fill="hold"/>
                                        <p:tgtEl>
                                          <p:spTgt spid="12"/>
                                        </p:tgtEl>
                                        <p:attrNameLst>
                                          <p:attrName>fillcolor</p:attrName>
                                        </p:attrNameLst>
                                      </p:cBhvr>
                                      <p:by>
                                        <p:hsl h="0" s="12549" l="25098"/>
                                      </p:by>
                                    </p:animClr>
                                    <p:animClr clrSpc="hsl" dir="cw">
                                      <p:cBhvr>
                                        <p:cTn id="62" dur="10" fill="hold"/>
                                        <p:tgtEl>
                                          <p:spTgt spid="12"/>
                                        </p:tgtEl>
                                        <p:attrNameLst>
                                          <p:attrName>stroke.color</p:attrName>
                                        </p:attrNameLst>
                                      </p:cBhvr>
                                      <p:by>
                                        <p:hsl h="0" s="12549" l="25098"/>
                                      </p:by>
                                    </p:animClr>
                                    <p:set>
                                      <p:cBhvr>
                                        <p:cTn id="63" dur="10" fill="hold"/>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1" grpId="0" animBg="1"/>
      <p:bldP spid="11" grpId="1" animBg="1"/>
      <p:bldP spid="12" grpId="0" animBg="1"/>
      <p:bldP spid="12" grpId="1" animBg="1"/>
      <p:bldP spid="13" grpId="0" animBg="1"/>
      <p:bldP spid="13" grpId="1" animBg="1"/>
      <p:bldP spid="14" grpId="0" animBg="1"/>
      <p:bldP spid="14"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34">
          <a:extLst>
            <a:ext uri="{FF2B5EF4-FFF2-40B4-BE49-F238E27FC236}">
              <a16:creationId xmlns:a16="http://schemas.microsoft.com/office/drawing/2014/main" id="{4517A4AB-2C8A-9897-CD19-875F92FA6CB1}"/>
            </a:ext>
          </a:extLst>
        </p:cNvPr>
        <p:cNvGrpSpPr/>
        <p:nvPr/>
      </p:nvGrpSpPr>
      <p:grpSpPr>
        <a:xfrm>
          <a:off x="0" y="0"/>
          <a:ext cx="0" cy="0"/>
          <a:chOff x="0" y="0"/>
          <a:chExt cx="0" cy="0"/>
        </a:xfrm>
      </p:grpSpPr>
      <p:sp>
        <p:nvSpPr>
          <p:cNvPr id="1635" name="Google Shape;1635;p41">
            <a:extLst>
              <a:ext uri="{FF2B5EF4-FFF2-40B4-BE49-F238E27FC236}">
                <a16:creationId xmlns:a16="http://schemas.microsoft.com/office/drawing/2014/main" id="{93D08959-D2DE-F88E-3F77-DAA606DDE7F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Johnson's Algorithm</a:t>
            </a:r>
          </a:p>
        </p:txBody>
      </p:sp>
      <p:sp>
        <p:nvSpPr>
          <p:cNvPr id="1637" name="Google Shape;1637;p41">
            <a:extLst>
              <a:ext uri="{FF2B5EF4-FFF2-40B4-BE49-F238E27FC236}">
                <a16:creationId xmlns:a16="http://schemas.microsoft.com/office/drawing/2014/main" id="{F1E2D294-CA00-5712-16F1-72B1202DDA08}"/>
              </a:ext>
            </a:extLst>
          </p:cNvPr>
          <p:cNvSpPr txBox="1">
            <a:spLocks noGrp="1"/>
          </p:cNvSpPr>
          <p:nvPr>
            <p:ph type="subTitle" idx="2"/>
          </p:nvPr>
        </p:nvSpPr>
        <p:spPr>
          <a:xfrm>
            <a:off x="1178959" y="1564780"/>
            <a:ext cx="7704000" cy="1320600"/>
          </a:xfrm>
          <a:prstGeom prst="rect">
            <a:avLst/>
          </a:prstGeom>
        </p:spPr>
        <p:txBody>
          <a:bodyPr spcFirstLastPara="1" wrap="square" lIns="91425" tIns="91425" rIns="91425" bIns="91425" anchor="t" anchorCtr="0">
            <a:noAutofit/>
          </a:bodyPr>
          <a:lstStyle/>
          <a:p>
            <a:pPr marL="0" indent="0" algn="just">
              <a:lnSpc>
                <a:spcPct val="150000"/>
              </a:lnSpc>
            </a:pPr>
            <a:r>
              <a:rPr lang="en-US" dirty="0"/>
              <a:t>Adds an external node to connect all other nodes with zero-weighted edges.</a:t>
            </a:r>
          </a:p>
          <a:p>
            <a:pPr marL="0" indent="0" algn="just">
              <a:lnSpc>
                <a:spcPct val="150000"/>
              </a:lnSpc>
            </a:pPr>
            <a:r>
              <a:rPr lang="en-US" dirty="0"/>
              <a:t>Uses Bellman-Ford to establish distances from the external node.</a:t>
            </a:r>
          </a:p>
          <a:p>
            <a:pPr marL="0" indent="0" algn="just">
              <a:lnSpc>
                <a:spcPct val="150000"/>
              </a:lnSpc>
            </a:pPr>
            <a:r>
              <a:rPr lang="en-US" dirty="0"/>
              <a:t>Applies Dijkstra's algorithm for each node to derive the shortest paths.</a:t>
            </a:r>
          </a:p>
        </p:txBody>
      </p:sp>
      <p:sp>
        <p:nvSpPr>
          <p:cNvPr id="4" name="Google Shape;1635;p41">
            <a:extLst>
              <a:ext uri="{FF2B5EF4-FFF2-40B4-BE49-F238E27FC236}">
                <a16:creationId xmlns:a16="http://schemas.microsoft.com/office/drawing/2014/main" id="{385CF2C7-976D-C3C3-AEC1-2BD547EC20EF}"/>
              </a:ext>
            </a:extLst>
          </p:cNvPr>
          <p:cNvSpPr txBox="1">
            <a:spLocks/>
          </p:cNvSpPr>
          <p:nvPr/>
        </p:nvSpPr>
        <p:spPr>
          <a:xfrm>
            <a:off x="720000" y="997808"/>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r>
              <a:rPr lang="en-US" sz="1800" dirty="0">
                <a:solidFill>
                  <a:schemeClr val="bg2">
                    <a:lumMod val="40000"/>
                    <a:lumOff val="60000"/>
                  </a:schemeClr>
                </a:solidFill>
              </a:rPr>
              <a:t>(Dijkstra + Bellman Ford)</a:t>
            </a:r>
          </a:p>
        </p:txBody>
      </p:sp>
      <p:sp>
        <p:nvSpPr>
          <p:cNvPr id="2" name="Google Shape;2126;p54">
            <a:extLst>
              <a:ext uri="{FF2B5EF4-FFF2-40B4-BE49-F238E27FC236}">
                <a16:creationId xmlns:a16="http://schemas.microsoft.com/office/drawing/2014/main" id="{3519675A-77A0-AC4A-3C4B-FF391384203B}"/>
              </a:ext>
            </a:extLst>
          </p:cNvPr>
          <p:cNvSpPr txBox="1"/>
          <p:nvPr/>
        </p:nvSpPr>
        <p:spPr>
          <a:xfrm>
            <a:off x="914400" y="1541563"/>
            <a:ext cx="396276"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1800" b="1" dirty="0">
                <a:solidFill>
                  <a:schemeClr val="dk2"/>
                </a:solidFill>
                <a:latin typeface="Poppins"/>
                <a:ea typeface="Poppins"/>
                <a:cs typeface="Poppins"/>
                <a:sym typeface="Poppins"/>
              </a:rPr>
              <a:t>1.</a:t>
            </a:r>
            <a:endParaRPr sz="1800" b="1" dirty="0">
              <a:solidFill>
                <a:schemeClr val="dk2"/>
              </a:solidFill>
              <a:latin typeface="Poppins"/>
              <a:ea typeface="Poppins"/>
              <a:cs typeface="Poppins"/>
              <a:sym typeface="Poppins"/>
            </a:endParaRPr>
          </a:p>
        </p:txBody>
      </p:sp>
      <p:sp>
        <p:nvSpPr>
          <p:cNvPr id="3" name="Google Shape;2126;p54">
            <a:extLst>
              <a:ext uri="{FF2B5EF4-FFF2-40B4-BE49-F238E27FC236}">
                <a16:creationId xmlns:a16="http://schemas.microsoft.com/office/drawing/2014/main" id="{54E812F1-C134-D88F-CEA3-7B7D6FEF87B0}"/>
              </a:ext>
            </a:extLst>
          </p:cNvPr>
          <p:cNvSpPr txBox="1"/>
          <p:nvPr/>
        </p:nvSpPr>
        <p:spPr>
          <a:xfrm>
            <a:off x="580676" y="1849480"/>
            <a:ext cx="7376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1800" b="1" dirty="0">
                <a:solidFill>
                  <a:schemeClr val="dk2"/>
                </a:solidFill>
                <a:latin typeface="Poppins"/>
                <a:ea typeface="Poppins"/>
                <a:cs typeface="Poppins"/>
                <a:sym typeface="Poppins"/>
              </a:rPr>
              <a:t>2.</a:t>
            </a:r>
            <a:endParaRPr sz="1800" b="1" dirty="0">
              <a:solidFill>
                <a:schemeClr val="dk2"/>
              </a:solidFill>
              <a:latin typeface="Poppins"/>
              <a:ea typeface="Poppins"/>
              <a:cs typeface="Poppins"/>
              <a:sym typeface="Poppins"/>
            </a:endParaRPr>
          </a:p>
        </p:txBody>
      </p:sp>
      <p:sp>
        <p:nvSpPr>
          <p:cNvPr id="5" name="Google Shape;2126;p54">
            <a:extLst>
              <a:ext uri="{FF2B5EF4-FFF2-40B4-BE49-F238E27FC236}">
                <a16:creationId xmlns:a16="http://schemas.microsoft.com/office/drawing/2014/main" id="{3A620CEC-FA3B-2D48-4273-6808A5180171}"/>
              </a:ext>
            </a:extLst>
          </p:cNvPr>
          <p:cNvSpPr txBox="1"/>
          <p:nvPr/>
        </p:nvSpPr>
        <p:spPr>
          <a:xfrm>
            <a:off x="588276" y="2191024"/>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1800" b="1" dirty="0">
                <a:solidFill>
                  <a:schemeClr val="dk2"/>
                </a:solidFill>
                <a:latin typeface="Poppins"/>
                <a:ea typeface="Poppins"/>
                <a:cs typeface="Poppins"/>
                <a:sym typeface="Poppins"/>
              </a:rPr>
              <a:t>3.</a:t>
            </a:r>
            <a:endParaRPr sz="1800" b="1" dirty="0">
              <a:solidFill>
                <a:schemeClr val="dk2"/>
              </a:solidFill>
              <a:latin typeface="Poppins"/>
              <a:ea typeface="Poppins"/>
              <a:cs typeface="Poppins"/>
              <a:sym typeface="Poppins"/>
            </a:endParaRPr>
          </a:p>
        </p:txBody>
      </p:sp>
    </p:spTree>
    <p:extLst>
      <p:ext uri="{BB962C8B-B14F-4D97-AF65-F5344CB8AC3E}">
        <p14:creationId xmlns:p14="http://schemas.microsoft.com/office/powerpoint/2010/main" val="37141787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E217E60F-243A-D22A-6A3A-69CC9FEB9DB9}"/>
            </a:ext>
          </a:extLst>
        </p:cNvPr>
        <p:cNvGrpSpPr/>
        <p:nvPr/>
      </p:nvGrpSpPr>
      <p:grpSpPr>
        <a:xfrm>
          <a:off x="0" y="0"/>
          <a:ext cx="0" cy="0"/>
          <a:chOff x="0" y="0"/>
          <a:chExt cx="0" cy="0"/>
        </a:xfrm>
      </p:grpSpPr>
      <p:sp>
        <p:nvSpPr>
          <p:cNvPr id="1844" name="Google Shape;1735;p43">
            <a:extLst>
              <a:ext uri="{FF2B5EF4-FFF2-40B4-BE49-F238E27FC236}">
                <a16:creationId xmlns:a16="http://schemas.microsoft.com/office/drawing/2014/main" id="{3B96F08C-FCAC-54A6-06E9-8199FB4E7AFE}"/>
              </a:ext>
            </a:extLst>
          </p:cNvPr>
          <p:cNvSpPr txBox="1">
            <a:spLocks/>
          </p:cNvSpPr>
          <p:nvPr/>
        </p:nvSpPr>
        <p:spPr>
          <a:xfrm>
            <a:off x="451614" y="307204"/>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en-US" b="1" dirty="0"/>
              <a:t>Johnson's Algorithm’s </a:t>
            </a:r>
            <a:r>
              <a:rPr lang="en-US" dirty="0"/>
              <a:t>Example</a:t>
            </a:r>
          </a:p>
        </p:txBody>
      </p:sp>
      <p:grpSp>
        <p:nvGrpSpPr>
          <p:cNvPr id="2" name="Group 1">
            <a:extLst>
              <a:ext uri="{FF2B5EF4-FFF2-40B4-BE49-F238E27FC236}">
                <a16:creationId xmlns:a16="http://schemas.microsoft.com/office/drawing/2014/main" id="{14D9E572-B4FC-6DB8-8281-4E3BB20CD578}"/>
              </a:ext>
            </a:extLst>
          </p:cNvPr>
          <p:cNvGrpSpPr/>
          <p:nvPr/>
        </p:nvGrpSpPr>
        <p:grpSpPr>
          <a:xfrm>
            <a:off x="1761530" y="809072"/>
            <a:ext cx="4630624" cy="4167688"/>
            <a:chOff x="1761530" y="809072"/>
            <a:chExt cx="4630624" cy="4167688"/>
          </a:xfrm>
        </p:grpSpPr>
        <p:sp>
          <p:nvSpPr>
            <p:cNvPr id="1843" name="TextBox 1842">
              <a:extLst>
                <a:ext uri="{FF2B5EF4-FFF2-40B4-BE49-F238E27FC236}">
                  <a16:creationId xmlns:a16="http://schemas.microsoft.com/office/drawing/2014/main" id="{396B11E3-FE9E-8FF5-DF43-13AE5D950658}"/>
                </a:ext>
              </a:extLst>
            </p:cNvPr>
            <p:cNvSpPr txBox="1"/>
            <p:nvPr/>
          </p:nvSpPr>
          <p:spPr>
            <a:xfrm>
              <a:off x="4521572" y="3824020"/>
              <a:ext cx="526674" cy="331542"/>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grpSp>
          <p:nvGrpSpPr>
            <p:cNvPr id="1749" name="Group 1748">
              <a:extLst>
                <a:ext uri="{FF2B5EF4-FFF2-40B4-BE49-F238E27FC236}">
                  <a16:creationId xmlns:a16="http://schemas.microsoft.com/office/drawing/2014/main" id="{56EB1FEC-A12B-593D-3095-A005288E27D6}"/>
                </a:ext>
              </a:extLst>
            </p:cNvPr>
            <p:cNvGrpSpPr/>
            <p:nvPr/>
          </p:nvGrpSpPr>
          <p:grpSpPr>
            <a:xfrm>
              <a:off x="1761530" y="809072"/>
              <a:ext cx="4630624" cy="4167688"/>
              <a:chOff x="827878" y="171208"/>
              <a:chExt cx="4655934" cy="4255828"/>
            </a:xfrm>
          </p:grpSpPr>
          <p:sp>
            <p:nvSpPr>
              <p:cNvPr id="1750" name="TextBox 1749">
                <a:extLst>
                  <a:ext uri="{FF2B5EF4-FFF2-40B4-BE49-F238E27FC236}">
                    <a16:creationId xmlns:a16="http://schemas.microsoft.com/office/drawing/2014/main" id="{07A2AE9D-8F8E-9FEA-E4EF-5F77803C06E5}"/>
                  </a:ext>
                </a:extLst>
              </p:cNvPr>
              <p:cNvSpPr txBox="1"/>
              <p:nvPr/>
            </p:nvSpPr>
            <p:spPr>
              <a:xfrm>
                <a:off x="3609355" y="171208"/>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grpSp>
            <p:nvGrpSpPr>
              <p:cNvPr id="1751" name="Group 1750">
                <a:extLst>
                  <a:ext uri="{FF2B5EF4-FFF2-40B4-BE49-F238E27FC236}">
                    <a16:creationId xmlns:a16="http://schemas.microsoft.com/office/drawing/2014/main" id="{25032E1C-3391-1785-0880-6EEDC50C0591}"/>
                  </a:ext>
                </a:extLst>
              </p:cNvPr>
              <p:cNvGrpSpPr/>
              <p:nvPr/>
            </p:nvGrpSpPr>
            <p:grpSpPr>
              <a:xfrm>
                <a:off x="827878" y="975008"/>
                <a:ext cx="4655934" cy="3452028"/>
                <a:chOff x="827878" y="975008"/>
                <a:chExt cx="4655934" cy="3452028"/>
              </a:xfrm>
            </p:grpSpPr>
            <p:sp>
              <p:nvSpPr>
                <p:cNvPr id="1752" name="Oval 1751">
                  <a:extLst>
                    <a:ext uri="{FF2B5EF4-FFF2-40B4-BE49-F238E27FC236}">
                      <a16:creationId xmlns:a16="http://schemas.microsoft.com/office/drawing/2014/main" id="{22A7C198-D0EE-1675-FC38-58AFF16C8E1E}"/>
                    </a:ext>
                  </a:extLst>
                </p:cNvPr>
                <p:cNvSpPr/>
                <p:nvPr/>
              </p:nvSpPr>
              <p:spPr>
                <a:xfrm>
                  <a:off x="2400911" y="1061368"/>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1753" name="Straight Arrow Connector 1752">
                  <a:extLst>
                    <a:ext uri="{FF2B5EF4-FFF2-40B4-BE49-F238E27FC236}">
                      <a16:creationId xmlns:a16="http://schemas.microsoft.com/office/drawing/2014/main" id="{969F09F3-7647-EC09-FAB3-84EAB60AA512}"/>
                    </a:ext>
                  </a:extLst>
                </p:cNvPr>
                <p:cNvCxnSpPr>
                  <a:cxnSpLocks/>
                  <a:stCxn id="1757" idx="7"/>
                  <a:endCxn id="1752" idx="3"/>
                </p:cNvCxnSpPr>
                <p:nvPr/>
              </p:nvCxnSpPr>
              <p:spPr>
                <a:xfrm flipV="1">
                  <a:off x="1255777" y="1491890"/>
                  <a:ext cx="1218550" cy="9015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4" name="Oval 1753">
                  <a:extLst>
                    <a:ext uri="{FF2B5EF4-FFF2-40B4-BE49-F238E27FC236}">
                      <a16:creationId xmlns:a16="http://schemas.microsoft.com/office/drawing/2014/main" id="{54664AD5-9153-CC30-C6EE-5C6FE521B707}"/>
                    </a:ext>
                  </a:extLst>
                </p:cNvPr>
                <p:cNvSpPr/>
                <p:nvPr/>
              </p:nvSpPr>
              <p:spPr>
                <a:xfrm>
                  <a:off x="4833338" y="1061368"/>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755" name="Oval 1754">
                  <a:extLst>
                    <a:ext uri="{FF2B5EF4-FFF2-40B4-BE49-F238E27FC236}">
                      <a16:creationId xmlns:a16="http://schemas.microsoft.com/office/drawing/2014/main" id="{DEEEFB4A-B929-A53C-A28C-F08AB85EC07E}"/>
                    </a:ext>
                  </a:extLst>
                </p:cNvPr>
                <p:cNvSpPr/>
                <p:nvPr/>
              </p:nvSpPr>
              <p:spPr>
                <a:xfrm>
                  <a:off x="4833338" y="3780176"/>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756" name="Oval 1755">
                  <a:extLst>
                    <a:ext uri="{FF2B5EF4-FFF2-40B4-BE49-F238E27FC236}">
                      <a16:creationId xmlns:a16="http://schemas.microsoft.com/office/drawing/2014/main" id="{A05ABFD9-EE7C-8780-6736-C6EA04AFEB8A}"/>
                    </a:ext>
                  </a:extLst>
                </p:cNvPr>
                <p:cNvSpPr/>
                <p:nvPr/>
              </p:nvSpPr>
              <p:spPr>
                <a:xfrm>
                  <a:off x="2400911" y="3780176"/>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757" name="Oval 1756">
                  <a:extLst>
                    <a:ext uri="{FF2B5EF4-FFF2-40B4-BE49-F238E27FC236}">
                      <a16:creationId xmlns:a16="http://schemas.microsoft.com/office/drawing/2014/main" id="{CF27B1C3-1EE4-48C3-EEBB-67C1ACBBDA8E}"/>
                    </a:ext>
                  </a:extLst>
                </p:cNvPr>
                <p:cNvSpPr/>
                <p:nvPr/>
              </p:nvSpPr>
              <p:spPr>
                <a:xfrm>
                  <a:off x="827878" y="2319556"/>
                  <a:ext cx="501315" cy="504388"/>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58" name="Straight Arrow Connector 1757">
                  <a:extLst>
                    <a:ext uri="{FF2B5EF4-FFF2-40B4-BE49-F238E27FC236}">
                      <a16:creationId xmlns:a16="http://schemas.microsoft.com/office/drawing/2014/main" id="{88B97E34-BC21-F6A3-FB17-F95C8DA03549}"/>
                    </a:ext>
                  </a:extLst>
                </p:cNvPr>
                <p:cNvCxnSpPr>
                  <a:cxnSpLocks/>
                  <a:stCxn id="1757" idx="5"/>
                  <a:endCxn id="1756" idx="1"/>
                </p:cNvCxnSpPr>
                <p:nvPr/>
              </p:nvCxnSpPr>
              <p:spPr>
                <a:xfrm>
                  <a:off x="1255777" y="2750078"/>
                  <a:ext cx="1218550" cy="1103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9" name="Straight Arrow Connector 1758">
                  <a:extLst>
                    <a:ext uri="{FF2B5EF4-FFF2-40B4-BE49-F238E27FC236}">
                      <a16:creationId xmlns:a16="http://schemas.microsoft.com/office/drawing/2014/main" id="{660D3EAC-DC2D-2B8D-CE59-82C6B722FA95}"/>
                    </a:ext>
                  </a:extLst>
                </p:cNvPr>
                <p:cNvCxnSpPr>
                  <a:cxnSpLocks/>
                  <a:stCxn id="1752" idx="4"/>
                  <a:endCxn id="1756" idx="0"/>
                </p:cNvCxnSpPr>
                <p:nvPr/>
              </p:nvCxnSpPr>
              <p:spPr>
                <a:xfrm>
                  <a:off x="2651569" y="1565756"/>
                  <a:ext cx="0" cy="2214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0" name="Straight Arrow Connector 1759">
                  <a:extLst>
                    <a:ext uri="{FF2B5EF4-FFF2-40B4-BE49-F238E27FC236}">
                      <a16:creationId xmlns:a16="http://schemas.microsoft.com/office/drawing/2014/main" id="{DC9835B6-C9C8-3AEE-709B-B77B42766BBA}"/>
                    </a:ext>
                  </a:extLst>
                </p:cNvPr>
                <p:cNvCxnSpPr>
                  <a:cxnSpLocks/>
                  <a:stCxn id="1754" idx="2"/>
                  <a:endCxn id="1752" idx="6"/>
                </p:cNvCxnSpPr>
                <p:nvPr/>
              </p:nvCxnSpPr>
              <p:spPr>
                <a:xfrm flipH="1">
                  <a:off x="2902226" y="1313562"/>
                  <a:ext cx="1931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1" name="Straight Arrow Connector 1760">
                  <a:extLst>
                    <a:ext uri="{FF2B5EF4-FFF2-40B4-BE49-F238E27FC236}">
                      <a16:creationId xmlns:a16="http://schemas.microsoft.com/office/drawing/2014/main" id="{DA4B0708-A0F6-537D-1129-50253B737E42}"/>
                    </a:ext>
                  </a:extLst>
                </p:cNvPr>
                <p:cNvCxnSpPr>
                  <a:cxnSpLocks/>
                  <a:stCxn id="1755" idx="0"/>
                  <a:endCxn id="1754" idx="4"/>
                </p:cNvCxnSpPr>
                <p:nvPr/>
              </p:nvCxnSpPr>
              <p:spPr>
                <a:xfrm flipV="1">
                  <a:off x="5083996" y="1565756"/>
                  <a:ext cx="0" cy="2214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2" name="Straight Arrow Connector 1761">
                  <a:extLst>
                    <a:ext uri="{FF2B5EF4-FFF2-40B4-BE49-F238E27FC236}">
                      <a16:creationId xmlns:a16="http://schemas.microsoft.com/office/drawing/2014/main" id="{9DE35BFB-D471-DA46-D907-8C505399F6D1}"/>
                    </a:ext>
                  </a:extLst>
                </p:cNvPr>
                <p:cNvCxnSpPr>
                  <a:cxnSpLocks/>
                  <a:stCxn id="1756" idx="6"/>
                  <a:endCxn id="1755" idx="2"/>
                </p:cNvCxnSpPr>
                <p:nvPr/>
              </p:nvCxnSpPr>
              <p:spPr>
                <a:xfrm>
                  <a:off x="2902226" y="4032370"/>
                  <a:ext cx="1931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3" name="Straight Arrow Connector 1762">
                  <a:extLst>
                    <a:ext uri="{FF2B5EF4-FFF2-40B4-BE49-F238E27FC236}">
                      <a16:creationId xmlns:a16="http://schemas.microsoft.com/office/drawing/2014/main" id="{AFEBFFAE-5C10-8A0E-1D17-51B97ECBD68F}"/>
                    </a:ext>
                  </a:extLst>
                </p:cNvPr>
                <p:cNvCxnSpPr>
                  <a:cxnSpLocks/>
                  <a:stCxn id="1756" idx="7"/>
                  <a:endCxn id="1754" idx="3"/>
                </p:cNvCxnSpPr>
                <p:nvPr/>
              </p:nvCxnSpPr>
              <p:spPr>
                <a:xfrm flipV="1">
                  <a:off x="2828810" y="1491890"/>
                  <a:ext cx="2077944" cy="2362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4" name="Straight Arrow Connector 1763">
                  <a:extLst>
                    <a:ext uri="{FF2B5EF4-FFF2-40B4-BE49-F238E27FC236}">
                      <a16:creationId xmlns:a16="http://schemas.microsoft.com/office/drawing/2014/main" id="{DBE750DE-3B6F-067D-888C-AC284F4D8232}"/>
                    </a:ext>
                  </a:extLst>
                </p:cNvPr>
                <p:cNvCxnSpPr>
                  <a:cxnSpLocks/>
                  <a:stCxn id="1752" idx="5"/>
                  <a:endCxn id="1755" idx="1"/>
                </p:cNvCxnSpPr>
                <p:nvPr/>
              </p:nvCxnSpPr>
              <p:spPr>
                <a:xfrm>
                  <a:off x="2828810" y="1491890"/>
                  <a:ext cx="2077944" cy="2362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Straight Arrow Connector 1765">
                  <a:extLst>
                    <a:ext uri="{FF2B5EF4-FFF2-40B4-BE49-F238E27FC236}">
                      <a16:creationId xmlns:a16="http://schemas.microsoft.com/office/drawing/2014/main" id="{5A420FB7-B67A-E175-E396-FDE8890D95EA}"/>
                    </a:ext>
                  </a:extLst>
                </p:cNvPr>
                <p:cNvCxnSpPr>
                  <a:cxnSpLocks/>
                  <a:endCxn id="1757" idx="6"/>
                </p:cNvCxnSpPr>
                <p:nvPr/>
              </p:nvCxnSpPr>
              <p:spPr>
                <a:xfrm flipH="1" flipV="1">
                  <a:off x="1329193" y="2571750"/>
                  <a:ext cx="3538467" cy="1356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7" name="Connector: Curved 1766">
                  <a:extLst>
                    <a:ext uri="{FF2B5EF4-FFF2-40B4-BE49-F238E27FC236}">
                      <a16:creationId xmlns:a16="http://schemas.microsoft.com/office/drawing/2014/main" id="{9A95DCDB-4308-DA90-82CF-F63249DEBB16}"/>
                    </a:ext>
                  </a:extLst>
                </p:cNvPr>
                <p:cNvCxnSpPr>
                  <a:cxnSpLocks/>
                  <a:stCxn id="1752" idx="0"/>
                  <a:endCxn id="1754" idx="0"/>
                </p:cNvCxnSpPr>
                <p:nvPr/>
              </p:nvCxnSpPr>
              <p:spPr>
                <a:xfrm rot="5400000" flipH="1" flipV="1">
                  <a:off x="3867782" y="-154845"/>
                  <a:ext cx="12700" cy="2432427"/>
                </a:xfrm>
                <a:prstGeom prst="curvedConnector3">
                  <a:avLst>
                    <a:gd name="adj1" fmla="val 5033142"/>
                  </a:avLst>
                </a:prstGeom>
                <a:ln>
                  <a:tailEnd type="triangle"/>
                </a:ln>
              </p:spPr>
              <p:style>
                <a:lnRef idx="1">
                  <a:schemeClr val="dk1"/>
                </a:lnRef>
                <a:fillRef idx="0">
                  <a:schemeClr val="dk1"/>
                </a:fillRef>
                <a:effectRef idx="0">
                  <a:schemeClr val="dk1"/>
                </a:effectRef>
                <a:fontRef idx="minor">
                  <a:schemeClr val="tx1"/>
                </a:fontRef>
              </p:style>
            </p:cxnSp>
            <p:sp>
              <p:nvSpPr>
                <p:cNvPr id="1768" name="TextBox 1767">
                  <a:extLst>
                    <a:ext uri="{FF2B5EF4-FFF2-40B4-BE49-F238E27FC236}">
                      <a16:creationId xmlns:a16="http://schemas.microsoft.com/office/drawing/2014/main" id="{1C17204F-BB2F-6848-927B-96421060FD35}"/>
                    </a:ext>
                  </a:extLst>
                </p:cNvPr>
                <p:cNvSpPr txBox="1"/>
                <p:nvPr/>
              </p:nvSpPr>
              <p:spPr>
                <a:xfrm>
                  <a:off x="4140662" y="1674268"/>
                  <a:ext cx="52955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770" name="TextBox 1769">
                  <a:extLst>
                    <a:ext uri="{FF2B5EF4-FFF2-40B4-BE49-F238E27FC236}">
                      <a16:creationId xmlns:a16="http://schemas.microsoft.com/office/drawing/2014/main" id="{01AF7517-B5BE-3368-A58F-AE8AF4DD943E}"/>
                    </a:ext>
                  </a:extLst>
                </p:cNvPr>
                <p:cNvSpPr txBox="1"/>
                <p:nvPr/>
              </p:nvSpPr>
              <p:spPr>
                <a:xfrm>
                  <a:off x="1440524" y="3304005"/>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1" name="TextBox 1770">
                  <a:extLst>
                    <a:ext uri="{FF2B5EF4-FFF2-40B4-BE49-F238E27FC236}">
                      <a16:creationId xmlns:a16="http://schemas.microsoft.com/office/drawing/2014/main" id="{C4597CD6-21FC-5B4D-9108-0B026DCF2086}"/>
                    </a:ext>
                  </a:extLst>
                </p:cNvPr>
                <p:cNvSpPr txBox="1"/>
                <p:nvPr/>
              </p:nvSpPr>
              <p:spPr>
                <a:xfrm>
                  <a:off x="3674651" y="4088482"/>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772" name="TextBox 1771">
                  <a:extLst>
                    <a:ext uri="{FF2B5EF4-FFF2-40B4-BE49-F238E27FC236}">
                      <a16:creationId xmlns:a16="http://schemas.microsoft.com/office/drawing/2014/main" id="{06BB8608-6E9C-03A8-18B1-B4B978FBA2B3}"/>
                    </a:ext>
                  </a:extLst>
                </p:cNvPr>
                <p:cNvSpPr txBox="1"/>
                <p:nvPr/>
              </p:nvSpPr>
              <p:spPr>
                <a:xfrm>
                  <a:off x="1440524" y="1628208"/>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773" name="TextBox 1772">
                  <a:extLst>
                    <a:ext uri="{FF2B5EF4-FFF2-40B4-BE49-F238E27FC236}">
                      <a16:creationId xmlns:a16="http://schemas.microsoft.com/office/drawing/2014/main" id="{3CE4D109-3A43-FF9E-D506-7D128160314C}"/>
                    </a:ext>
                  </a:extLst>
                </p:cNvPr>
                <p:cNvSpPr txBox="1"/>
                <p:nvPr/>
              </p:nvSpPr>
              <p:spPr>
                <a:xfrm>
                  <a:off x="5084850" y="2503689"/>
                  <a:ext cx="398962"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4" name="TextBox 1773">
                  <a:extLst>
                    <a:ext uri="{FF2B5EF4-FFF2-40B4-BE49-F238E27FC236}">
                      <a16:creationId xmlns:a16="http://schemas.microsoft.com/office/drawing/2014/main" id="{2DFB6EEF-E1F6-4A7C-298A-5E41F255682A}"/>
                    </a:ext>
                  </a:extLst>
                </p:cNvPr>
                <p:cNvSpPr txBox="1"/>
                <p:nvPr/>
              </p:nvSpPr>
              <p:spPr>
                <a:xfrm>
                  <a:off x="3577438" y="975008"/>
                  <a:ext cx="52955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778" name="TextBox 1777">
                  <a:extLst>
                    <a:ext uri="{FF2B5EF4-FFF2-40B4-BE49-F238E27FC236}">
                      <a16:creationId xmlns:a16="http://schemas.microsoft.com/office/drawing/2014/main" id="{43F6BC79-E425-FBB7-AEA0-A53023FC1C07}"/>
                    </a:ext>
                  </a:extLst>
                </p:cNvPr>
                <p:cNvSpPr txBox="1"/>
                <p:nvPr/>
              </p:nvSpPr>
              <p:spPr>
                <a:xfrm>
                  <a:off x="3058246" y="1674268"/>
                  <a:ext cx="529553"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779" name="TextBox 1778">
                  <a:extLst>
                    <a:ext uri="{FF2B5EF4-FFF2-40B4-BE49-F238E27FC236}">
                      <a16:creationId xmlns:a16="http://schemas.microsoft.com/office/drawing/2014/main" id="{73698B97-74E0-7389-B62B-EC124221936D}"/>
                    </a:ext>
                  </a:extLst>
                </p:cNvPr>
                <p:cNvSpPr txBox="1"/>
                <p:nvPr/>
              </p:nvSpPr>
              <p:spPr>
                <a:xfrm>
                  <a:off x="2308861" y="2474763"/>
                  <a:ext cx="398962" cy="34571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grpSp>
        </p:grpSp>
      </p:grpSp>
    </p:spTree>
    <p:extLst>
      <p:ext uri="{BB962C8B-B14F-4D97-AF65-F5344CB8AC3E}">
        <p14:creationId xmlns:p14="http://schemas.microsoft.com/office/powerpoint/2010/main" val="17051717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56E0983A-33C5-8357-6AF0-EE7F620D4456}"/>
            </a:ext>
          </a:extLst>
        </p:cNvPr>
        <p:cNvGrpSpPr/>
        <p:nvPr/>
      </p:nvGrpSpPr>
      <p:grpSpPr>
        <a:xfrm>
          <a:off x="0" y="0"/>
          <a:ext cx="0" cy="0"/>
          <a:chOff x="0" y="0"/>
          <a:chExt cx="0" cy="0"/>
        </a:xfrm>
      </p:grpSpPr>
      <p:sp>
        <p:nvSpPr>
          <p:cNvPr id="1750" name="TextBox 1749">
            <a:extLst>
              <a:ext uri="{FF2B5EF4-FFF2-40B4-BE49-F238E27FC236}">
                <a16:creationId xmlns:a16="http://schemas.microsoft.com/office/drawing/2014/main" id="{22F88E98-010B-A532-F24C-7125786DBD16}"/>
              </a:ext>
            </a:extLst>
          </p:cNvPr>
          <p:cNvSpPr txBox="1"/>
          <p:nvPr/>
        </p:nvSpPr>
        <p:spPr>
          <a:xfrm>
            <a:off x="5912636" y="699393"/>
            <a:ext cx="305949" cy="263730"/>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1752" name="Oval 1751">
            <a:extLst>
              <a:ext uri="{FF2B5EF4-FFF2-40B4-BE49-F238E27FC236}">
                <a16:creationId xmlns:a16="http://schemas.microsoft.com/office/drawing/2014/main" id="{1D65AFC0-2495-7B5F-7EB6-5BF2855B6D97}"/>
              </a:ext>
            </a:extLst>
          </p:cNvPr>
          <p:cNvSpPr/>
          <p:nvPr/>
        </p:nvSpPr>
        <p:spPr>
          <a:xfrm>
            <a:off x="4990795"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1753" name="Straight Arrow Connector 1752">
            <a:extLst>
              <a:ext uri="{FF2B5EF4-FFF2-40B4-BE49-F238E27FC236}">
                <a16:creationId xmlns:a16="http://schemas.microsoft.com/office/drawing/2014/main" id="{46D886AA-D019-9D64-EDEF-4E0168448639}"/>
              </a:ext>
            </a:extLst>
          </p:cNvPr>
          <p:cNvCxnSpPr>
            <a:cxnSpLocks/>
            <a:stCxn id="1757" idx="7"/>
            <a:endCxn id="1752" idx="3"/>
          </p:cNvCxnSpPr>
          <p:nvPr/>
        </p:nvCxnSpPr>
        <p:spPr>
          <a:xfrm flipV="1">
            <a:off x="4112634" y="1796678"/>
            <a:ext cx="934460" cy="7022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4" name="Oval 1753">
            <a:extLst>
              <a:ext uri="{FF2B5EF4-FFF2-40B4-BE49-F238E27FC236}">
                <a16:creationId xmlns:a16="http://schemas.microsoft.com/office/drawing/2014/main" id="{786AB3D4-EAEC-44AF-34C2-727DE3E3B0B6}"/>
              </a:ext>
            </a:extLst>
          </p:cNvPr>
          <p:cNvSpPr/>
          <p:nvPr/>
        </p:nvSpPr>
        <p:spPr>
          <a:xfrm>
            <a:off x="6856132"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755" name="Oval 1754">
            <a:extLst>
              <a:ext uri="{FF2B5EF4-FFF2-40B4-BE49-F238E27FC236}">
                <a16:creationId xmlns:a16="http://schemas.microsoft.com/office/drawing/2014/main" id="{0C1CA2B7-8EC8-4801-7294-80FBB7CDAAA5}"/>
              </a:ext>
            </a:extLst>
          </p:cNvPr>
          <p:cNvSpPr/>
          <p:nvPr/>
        </p:nvSpPr>
        <p:spPr>
          <a:xfrm>
            <a:off x="6856132"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756" name="Oval 1755">
            <a:extLst>
              <a:ext uri="{FF2B5EF4-FFF2-40B4-BE49-F238E27FC236}">
                <a16:creationId xmlns:a16="http://schemas.microsoft.com/office/drawing/2014/main" id="{578964ED-8A9A-75B3-020E-108DF45B184F}"/>
              </a:ext>
            </a:extLst>
          </p:cNvPr>
          <p:cNvSpPr/>
          <p:nvPr/>
        </p:nvSpPr>
        <p:spPr>
          <a:xfrm>
            <a:off x="4990795"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757" name="Oval 1756">
            <a:extLst>
              <a:ext uri="{FF2B5EF4-FFF2-40B4-BE49-F238E27FC236}">
                <a16:creationId xmlns:a16="http://schemas.microsoft.com/office/drawing/2014/main" id="{03C99467-49F6-23E7-6D47-7B29B0DDAD16}"/>
              </a:ext>
            </a:extLst>
          </p:cNvPr>
          <p:cNvSpPr/>
          <p:nvPr/>
        </p:nvSpPr>
        <p:spPr>
          <a:xfrm>
            <a:off x="3784495" y="2441419"/>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58" name="Straight Arrow Connector 1757">
            <a:extLst>
              <a:ext uri="{FF2B5EF4-FFF2-40B4-BE49-F238E27FC236}">
                <a16:creationId xmlns:a16="http://schemas.microsoft.com/office/drawing/2014/main" id="{2FD8F80F-145F-C5EA-0AA1-E96BABC99B0D}"/>
              </a:ext>
            </a:extLst>
          </p:cNvPr>
          <p:cNvCxnSpPr>
            <a:cxnSpLocks/>
            <a:stCxn id="1757" idx="5"/>
            <a:endCxn id="1756" idx="1"/>
          </p:cNvCxnSpPr>
          <p:nvPr/>
        </p:nvCxnSpPr>
        <p:spPr>
          <a:xfrm>
            <a:off x="4112634" y="2776790"/>
            <a:ext cx="934460" cy="859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9" name="Straight Arrow Connector 1758">
            <a:extLst>
              <a:ext uri="{FF2B5EF4-FFF2-40B4-BE49-F238E27FC236}">
                <a16:creationId xmlns:a16="http://schemas.microsoft.com/office/drawing/2014/main" id="{244F89E6-76CD-C79E-398C-DCE04313C448}"/>
              </a:ext>
            </a:extLst>
          </p:cNvPr>
          <p:cNvCxnSpPr>
            <a:cxnSpLocks/>
            <a:stCxn id="1752" idx="4"/>
            <a:endCxn id="1756" idx="0"/>
          </p:cNvCxnSpPr>
          <p:nvPr/>
        </p:nvCxnSpPr>
        <p:spPr>
          <a:xfrm>
            <a:off x="5183015"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0" name="Straight Arrow Connector 1759">
            <a:extLst>
              <a:ext uri="{FF2B5EF4-FFF2-40B4-BE49-F238E27FC236}">
                <a16:creationId xmlns:a16="http://schemas.microsoft.com/office/drawing/2014/main" id="{38CADAE6-9A5E-9FBD-9F2F-AB750939E8E0}"/>
              </a:ext>
            </a:extLst>
          </p:cNvPr>
          <p:cNvCxnSpPr>
            <a:cxnSpLocks/>
            <a:stCxn id="1754" idx="2"/>
            <a:endCxn id="1752" idx="6"/>
          </p:cNvCxnSpPr>
          <p:nvPr/>
        </p:nvCxnSpPr>
        <p:spPr>
          <a:xfrm flipH="1">
            <a:off x="5375234" y="1657763"/>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1" name="Straight Arrow Connector 1760">
            <a:extLst>
              <a:ext uri="{FF2B5EF4-FFF2-40B4-BE49-F238E27FC236}">
                <a16:creationId xmlns:a16="http://schemas.microsoft.com/office/drawing/2014/main" id="{3ABFA8AF-A70B-550E-063E-F5028E9BCDA3}"/>
              </a:ext>
            </a:extLst>
          </p:cNvPr>
          <p:cNvCxnSpPr>
            <a:cxnSpLocks/>
            <a:stCxn id="1755" idx="0"/>
            <a:endCxn id="1754" idx="4"/>
          </p:cNvCxnSpPr>
          <p:nvPr/>
        </p:nvCxnSpPr>
        <p:spPr>
          <a:xfrm flipV="1">
            <a:off x="7048352"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2" name="Straight Arrow Connector 1761">
            <a:extLst>
              <a:ext uri="{FF2B5EF4-FFF2-40B4-BE49-F238E27FC236}">
                <a16:creationId xmlns:a16="http://schemas.microsoft.com/office/drawing/2014/main" id="{72E80C27-03DA-21AE-ADDD-09971C7C7993}"/>
              </a:ext>
            </a:extLst>
          </p:cNvPr>
          <p:cNvCxnSpPr>
            <a:cxnSpLocks/>
            <a:stCxn id="1756" idx="6"/>
            <a:endCxn id="1755" idx="2"/>
          </p:cNvCxnSpPr>
          <p:nvPr/>
        </p:nvCxnSpPr>
        <p:spPr>
          <a:xfrm>
            <a:off x="5375234" y="3775677"/>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3" name="Straight Arrow Connector 1762">
            <a:extLst>
              <a:ext uri="{FF2B5EF4-FFF2-40B4-BE49-F238E27FC236}">
                <a16:creationId xmlns:a16="http://schemas.microsoft.com/office/drawing/2014/main" id="{3927A33D-F96B-AB65-1850-0B5074AF8CA6}"/>
              </a:ext>
            </a:extLst>
          </p:cNvPr>
          <p:cNvCxnSpPr>
            <a:cxnSpLocks/>
            <a:stCxn id="1756" idx="7"/>
            <a:endCxn id="1754" idx="3"/>
          </p:cNvCxnSpPr>
          <p:nvPr/>
        </p:nvCxnSpPr>
        <p:spPr>
          <a:xfrm flipV="1">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4" name="Straight Arrow Connector 1763">
            <a:extLst>
              <a:ext uri="{FF2B5EF4-FFF2-40B4-BE49-F238E27FC236}">
                <a16:creationId xmlns:a16="http://schemas.microsoft.com/office/drawing/2014/main" id="{B811DD2F-AE4C-1EB8-589C-34CB2CADFCE0}"/>
              </a:ext>
            </a:extLst>
          </p:cNvPr>
          <p:cNvCxnSpPr>
            <a:cxnSpLocks/>
            <a:stCxn id="1752" idx="5"/>
            <a:endCxn id="1755" idx="1"/>
          </p:cNvCxnSpPr>
          <p:nvPr/>
        </p:nvCxnSpPr>
        <p:spPr>
          <a:xfrm>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Straight Arrow Connector 1765">
            <a:extLst>
              <a:ext uri="{FF2B5EF4-FFF2-40B4-BE49-F238E27FC236}">
                <a16:creationId xmlns:a16="http://schemas.microsoft.com/office/drawing/2014/main" id="{FD3AA274-BD09-04EB-E2D9-8BF51F37235A}"/>
              </a:ext>
            </a:extLst>
          </p:cNvPr>
          <p:cNvCxnSpPr>
            <a:cxnSpLocks/>
            <a:endCxn id="1757" idx="6"/>
          </p:cNvCxnSpPr>
          <p:nvPr/>
        </p:nvCxnSpPr>
        <p:spPr>
          <a:xfrm flipH="1" flipV="1">
            <a:off x="4168934" y="2637874"/>
            <a:ext cx="2713518" cy="1056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7" name="Connector: Curved 1766">
            <a:extLst>
              <a:ext uri="{FF2B5EF4-FFF2-40B4-BE49-F238E27FC236}">
                <a16:creationId xmlns:a16="http://schemas.microsoft.com/office/drawing/2014/main" id="{DF3A8F93-7556-65DB-5D75-4D6D3A1F19F1}"/>
              </a:ext>
            </a:extLst>
          </p:cNvPr>
          <p:cNvCxnSpPr>
            <a:cxnSpLocks/>
            <a:stCxn id="1752" idx="0"/>
            <a:endCxn id="1754" idx="0"/>
          </p:cNvCxnSpPr>
          <p:nvPr/>
        </p:nvCxnSpPr>
        <p:spPr>
          <a:xfrm rot="5400000" flipH="1" flipV="1">
            <a:off x="6115606" y="528639"/>
            <a:ext cx="9893" cy="1865337"/>
          </a:xfrm>
          <a:prstGeom prst="curvedConnector3">
            <a:avLst>
              <a:gd name="adj1" fmla="val 5033142"/>
            </a:avLst>
          </a:prstGeom>
          <a:ln>
            <a:tailEnd type="triangle"/>
          </a:ln>
        </p:spPr>
        <p:style>
          <a:lnRef idx="1">
            <a:schemeClr val="dk1"/>
          </a:lnRef>
          <a:fillRef idx="0">
            <a:schemeClr val="dk1"/>
          </a:fillRef>
          <a:effectRef idx="0">
            <a:schemeClr val="dk1"/>
          </a:effectRef>
          <a:fontRef idx="minor">
            <a:schemeClr val="tx1"/>
          </a:fontRef>
        </p:style>
      </p:cxnSp>
      <p:sp>
        <p:nvSpPr>
          <p:cNvPr id="1768" name="TextBox 1767">
            <a:extLst>
              <a:ext uri="{FF2B5EF4-FFF2-40B4-BE49-F238E27FC236}">
                <a16:creationId xmlns:a16="http://schemas.microsoft.com/office/drawing/2014/main" id="{0DEF1AFE-361B-ABC1-5053-507CC3D19B6D}"/>
              </a:ext>
            </a:extLst>
          </p:cNvPr>
          <p:cNvSpPr txBox="1"/>
          <p:nvPr/>
        </p:nvSpPr>
        <p:spPr>
          <a:xfrm>
            <a:off x="6189023" y="1925197"/>
            <a:ext cx="587487"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770" name="TextBox 1769">
            <a:extLst>
              <a:ext uri="{FF2B5EF4-FFF2-40B4-BE49-F238E27FC236}">
                <a16:creationId xmlns:a16="http://schemas.microsoft.com/office/drawing/2014/main" id="{FCB2681C-07ED-F010-A3DC-5B1540C51426}"/>
              </a:ext>
            </a:extLst>
          </p:cNvPr>
          <p:cNvSpPr txBox="1"/>
          <p:nvPr/>
        </p:nvSpPr>
        <p:spPr>
          <a:xfrm>
            <a:off x="4254310" y="3208291"/>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1" name="TextBox 1770">
            <a:extLst>
              <a:ext uri="{FF2B5EF4-FFF2-40B4-BE49-F238E27FC236}">
                <a16:creationId xmlns:a16="http://schemas.microsoft.com/office/drawing/2014/main" id="{584D0BAD-E197-C487-843F-87EAF9BB1C7E}"/>
              </a:ext>
            </a:extLst>
          </p:cNvPr>
          <p:cNvSpPr txBox="1"/>
          <p:nvPr/>
        </p:nvSpPr>
        <p:spPr>
          <a:xfrm>
            <a:off x="5967578" y="3819388"/>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772" name="TextBox 1771">
            <a:extLst>
              <a:ext uri="{FF2B5EF4-FFF2-40B4-BE49-F238E27FC236}">
                <a16:creationId xmlns:a16="http://schemas.microsoft.com/office/drawing/2014/main" id="{C94EC798-65CC-82EB-1B79-C5BAB00F8110}"/>
              </a:ext>
            </a:extLst>
          </p:cNvPr>
          <p:cNvSpPr txBox="1"/>
          <p:nvPr/>
        </p:nvSpPr>
        <p:spPr>
          <a:xfrm>
            <a:off x="4254310" y="1902868"/>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773" name="TextBox 1772">
            <a:extLst>
              <a:ext uri="{FF2B5EF4-FFF2-40B4-BE49-F238E27FC236}">
                <a16:creationId xmlns:a16="http://schemas.microsoft.com/office/drawing/2014/main" id="{3F8507EF-5BF2-FAC0-EE7B-475FC51D7504}"/>
              </a:ext>
            </a:extLst>
          </p:cNvPr>
          <p:cNvSpPr txBox="1"/>
          <p:nvPr/>
        </p:nvSpPr>
        <p:spPr>
          <a:xfrm>
            <a:off x="7049007" y="2584856"/>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4" name="TextBox 1773">
            <a:extLst>
              <a:ext uri="{FF2B5EF4-FFF2-40B4-BE49-F238E27FC236}">
                <a16:creationId xmlns:a16="http://schemas.microsoft.com/office/drawing/2014/main" id="{2085A102-D537-4D36-57F1-3642D9347FDA}"/>
              </a:ext>
            </a:extLst>
          </p:cNvPr>
          <p:cNvSpPr txBox="1"/>
          <p:nvPr/>
        </p:nvSpPr>
        <p:spPr>
          <a:xfrm>
            <a:off x="5723888" y="138380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778" name="TextBox 1777">
            <a:extLst>
              <a:ext uri="{FF2B5EF4-FFF2-40B4-BE49-F238E27FC236}">
                <a16:creationId xmlns:a16="http://schemas.microsoft.com/office/drawing/2014/main" id="{E10D6790-D427-E4BB-1B6F-1ACFD0F5E53D}"/>
              </a:ext>
            </a:extLst>
          </p:cNvPr>
          <p:cNvSpPr txBox="1"/>
          <p:nvPr/>
        </p:nvSpPr>
        <p:spPr>
          <a:xfrm>
            <a:off x="5494880" y="1938748"/>
            <a:ext cx="558224"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779" name="TextBox 1778">
            <a:extLst>
              <a:ext uri="{FF2B5EF4-FFF2-40B4-BE49-F238E27FC236}">
                <a16:creationId xmlns:a16="http://schemas.microsoft.com/office/drawing/2014/main" id="{81CC9F9A-D996-4A0A-6A6D-DDE8C60A770F}"/>
              </a:ext>
            </a:extLst>
          </p:cNvPr>
          <p:cNvSpPr txBox="1"/>
          <p:nvPr/>
        </p:nvSpPr>
        <p:spPr>
          <a:xfrm>
            <a:off x="4920205" y="2562323"/>
            <a:ext cx="305949" cy="269306"/>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
        <p:nvSpPr>
          <p:cNvPr id="3" name="Oval 2">
            <a:extLst>
              <a:ext uri="{FF2B5EF4-FFF2-40B4-BE49-F238E27FC236}">
                <a16:creationId xmlns:a16="http://schemas.microsoft.com/office/drawing/2014/main" id="{AFF71823-FBF7-E0E8-688F-8E1E50DD9A8A}"/>
              </a:ext>
            </a:extLst>
          </p:cNvPr>
          <p:cNvSpPr/>
          <p:nvPr/>
        </p:nvSpPr>
        <p:spPr>
          <a:xfrm>
            <a:off x="527780" y="2367096"/>
            <a:ext cx="513942" cy="518912"/>
          </a:xfrm>
          <a:prstGeom prst="ellipse">
            <a:avLst/>
          </a:prstGeom>
          <a:ln>
            <a:solidFill>
              <a:schemeClr val="tx2">
                <a:lumMod val="50000"/>
              </a:schemeClr>
            </a:solidFill>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b="1" dirty="0">
                <a:solidFill>
                  <a:schemeClr val="tx2">
                    <a:lumMod val="50000"/>
                  </a:schemeClr>
                </a:solidFill>
                <a:latin typeface="Poppins" panose="00000500000000000000" pitchFamily="2" charset="0"/>
                <a:cs typeface="Poppins" panose="00000500000000000000" pitchFamily="2" charset="0"/>
                <a:sym typeface="Symbol" panose="05050102010706020507" pitchFamily="18" charset="2"/>
              </a:rPr>
              <a:t></a:t>
            </a:r>
            <a:endParaRPr lang="en-US" sz="2400" b="1" dirty="0">
              <a:solidFill>
                <a:schemeClr val="tx2">
                  <a:lumMod val="50000"/>
                </a:schemeClr>
              </a:solidFill>
              <a:latin typeface="Poppins" panose="00000500000000000000" pitchFamily="2" charset="0"/>
              <a:cs typeface="Poppins" panose="00000500000000000000" pitchFamily="2" charset="0"/>
            </a:endParaRPr>
          </a:p>
        </p:txBody>
      </p:sp>
      <p:sp>
        <p:nvSpPr>
          <p:cNvPr id="50" name="TextBox 49">
            <a:extLst>
              <a:ext uri="{FF2B5EF4-FFF2-40B4-BE49-F238E27FC236}">
                <a16:creationId xmlns:a16="http://schemas.microsoft.com/office/drawing/2014/main" id="{0C9FF1C3-F748-0B5B-7944-84A53D6F1CD3}"/>
              </a:ext>
            </a:extLst>
          </p:cNvPr>
          <p:cNvSpPr txBox="1"/>
          <p:nvPr/>
        </p:nvSpPr>
        <p:spPr>
          <a:xfrm>
            <a:off x="2709229" y="2367096"/>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51" name="TextBox 50">
            <a:extLst>
              <a:ext uri="{FF2B5EF4-FFF2-40B4-BE49-F238E27FC236}">
                <a16:creationId xmlns:a16="http://schemas.microsoft.com/office/drawing/2014/main" id="{084A1171-58CB-2ABA-390A-761D0F105D0C}"/>
              </a:ext>
            </a:extLst>
          </p:cNvPr>
          <p:cNvSpPr txBox="1"/>
          <p:nvPr/>
        </p:nvSpPr>
        <p:spPr>
          <a:xfrm>
            <a:off x="3203050" y="1403054"/>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52" name="TextBox 51">
            <a:extLst>
              <a:ext uri="{FF2B5EF4-FFF2-40B4-BE49-F238E27FC236}">
                <a16:creationId xmlns:a16="http://schemas.microsoft.com/office/drawing/2014/main" id="{8909C245-6C87-4737-A479-0F039CE00E17}"/>
              </a:ext>
            </a:extLst>
          </p:cNvPr>
          <p:cNvSpPr txBox="1"/>
          <p:nvPr/>
        </p:nvSpPr>
        <p:spPr>
          <a:xfrm>
            <a:off x="3784495" y="30922"/>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53" name="TextBox 52">
            <a:extLst>
              <a:ext uri="{FF2B5EF4-FFF2-40B4-BE49-F238E27FC236}">
                <a16:creationId xmlns:a16="http://schemas.microsoft.com/office/drawing/2014/main" id="{62627B22-8D65-2433-9A5B-DFBDA8398817}"/>
              </a:ext>
            </a:extLst>
          </p:cNvPr>
          <p:cNvSpPr txBox="1"/>
          <p:nvPr/>
        </p:nvSpPr>
        <p:spPr>
          <a:xfrm>
            <a:off x="3203050" y="3649800"/>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1810" name="TextBox 1809">
            <a:extLst>
              <a:ext uri="{FF2B5EF4-FFF2-40B4-BE49-F238E27FC236}">
                <a16:creationId xmlns:a16="http://schemas.microsoft.com/office/drawing/2014/main" id="{01D4B486-7A7F-2094-4C6F-B4694F7EBD2E}"/>
              </a:ext>
            </a:extLst>
          </p:cNvPr>
          <p:cNvSpPr txBox="1"/>
          <p:nvPr/>
        </p:nvSpPr>
        <p:spPr>
          <a:xfrm>
            <a:off x="3990635" y="4803281"/>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cxnSp>
        <p:nvCxnSpPr>
          <p:cNvPr id="5" name="Straight Arrow Connector 4">
            <a:extLst>
              <a:ext uri="{FF2B5EF4-FFF2-40B4-BE49-F238E27FC236}">
                <a16:creationId xmlns:a16="http://schemas.microsoft.com/office/drawing/2014/main" id="{EB94995C-5CEB-744F-F1D0-FCF196E7D442}"/>
              </a:ext>
            </a:extLst>
          </p:cNvPr>
          <p:cNvCxnSpPr>
            <a:cxnSpLocks/>
            <a:stCxn id="3" idx="6"/>
            <a:endCxn id="1757" idx="2"/>
          </p:cNvCxnSpPr>
          <p:nvPr/>
        </p:nvCxnSpPr>
        <p:spPr>
          <a:xfrm>
            <a:off x="1041722" y="2626552"/>
            <a:ext cx="2742773" cy="11323"/>
          </a:xfrm>
          <a:prstGeom prst="straightConnector1">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ctor: Curved 12">
            <a:extLst>
              <a:ext uri="{FF2B5EF4-FFF2-40B4-BE49-F238E27FC236}">
                <a16:creationId xmlns:a16="http://schemas.microsoft.com/office/drawing/2014/main" id="{AB33643D-D41A-9878-25A6-132C9E019410}"/>
              </a:ext>
            </a:extLst>
          </p:cNvPr>
          <p:cNvCxnSpPr>
            <a:cxnSpLocks/>
            <a:stCxn id="3" idx="7"/>
            <a:endCxn id="1752" idx="2"/>
          </p:cNvCxnSpPr>
          <p:nvPr/>
        </p:nvCxnSpPr>
        <p:spPr>
          <a:xfrm rot="5400000" flipH="1" flipV="1">
            <a:off x="2585964" y="38258"/>
            <a:ext cx="785325" cy="4024338"/>
          </a:xfrm>
          <a:prstGeom prst="curvedConnector2">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nector: Curved 14">
            <a:extLst>
              <a:ext uri="{FF2B5EF4-FFF2-40B4-BE49-F238E27FC236}">
                <a16:creationId xmlns:a16="http://schemas.microsoft.com/office/drawing/2014/main" id="{19B4AA64-8561-8CB3-FF66-90317C13F2E8}"/>
              </a:ext>
            </a:extLst>
          </p:cNvPr>
          <p:cNvCxnSpPr>
            <a:cxnSpLocks/>
            <a:stCxn id="3" idx="5"/>
            <a:endCxn id="1756" idx="2"/>
          </p:cNvCxnSpPr>
          <p:nvPr/>
        </p:nvCxnSpPr>
        <p:spPr>
          <a:xfrm rot="16200000" flipH="1">
            <a:off x="2495795" y="1280677"/>
            <a:ext cx="965663" cy="4024338"/>
          </a:xfrm>
          <a:prstGeom prst="curvedConnector2">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Connector: Curved 34">
            <a:extLst>
              <a:ext uri="{FF2B5EF4-FFF2-40B4-BE49-F238E27FC236}">
                <a16:creationId xmlns:a16="http://schemas.microsoft.com/office/drawing/2014/main" id="{AF3B206B-C122-6049-4F27-075A38EF697C}"/>
              </a:ext>
            </a:extLst>
          </p:cNvPr>
          <p:cNvCxnSpPr>
            <a:cxnSpLocks/>
            <a:stCxn id="3" idx="4"/>
            <a:endCxn id="1755" idx="5"/>
          </p:cNvCxnSpPr>
          <p:nvPr/>
        </p:nvCxnSpPr>
        <p:spPr>
          <a:xfrm rot="16200000" flipH="1">
            <a:off x="3470219" y="200539"/>
            <a:ext cx="1028585" cy="6399521"/>
          </a:xfrm>
          <a:prstGeom prst="curvedConnector3">
            <a:avLst>
              <a:gd name="adj1" fmla="val 184122"/>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Connector: Curved 24">
            <a:extLst>
              <a:ext uri="{FF2B5EF4-FFF2-40B4-BE49-F238E27FC236}">
                <a16:creationId xmlns:a16="http://schemas.microsoft.com/office/drawing/2014/main" id="{66674C26-FFAB-C1B9-9DF9-1D542ECE3E8B}"/>
              </a:ext>
            </a:extLst>
          </p:cNvPr>
          <p:cNvCxnSpPr>
            <a:cxnSpLocks/>
            <a:stCxn id="3" idx="0"/>
            <a:endCxn id="1754" idx="7"/>
          </p:cNvCxnSpPr>
          <p:nvPr/>
        </p:nvCxnSpPr>
        <p:spPr>
          <a:xfrm rot="5400000" flipH="1" flipV="1">
            <a:off x="3560387" y="-1256788"/>
            <a:ext cx="848248" cy="6399521"/>
          </a:xfrm>
          <a:prstGeom prst="curvedConnector3">
            <a:avLst>
              <a:gd name="adj1" fmla="val 242729"/>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13" name="TextBox 1812">
            <a:extLst>
              <a:ext uri="{FF2B5EF4-FFF2-40B4-BE49-F238E27FC236}">
                <a16:creationId xmlns:a16="http://schemas.microsoft.com/office/drawing/2014/main" id="{D586EA6C-9AEB-3BC4-834A-8F20D4428F4A}"/>
              </a:ext>
            </a:extLst>
          </p:cNvPr>
          <p:cNvSpPr txBox="1"/>
          <p:nvPr/>
        </p:nvSpPr>
        <p:spPr>
          <a:xfrm>
            <a:off x="4844955" y="1139787"/>
            <a:ext cx="404278" cy="461665"/>
          </a:xfrm>
          <a:prstGeom prst="rect">
            <a:avLst/>
          </a:prstGeom>
          <a:noFill/>
        </p:spPr>
        <p:txBody>
          <a:bodyPr wrap="none" rtlCol="0">
            <a:spAutoFit/>
          </a:bodyPr>
          <a:lstStyle/>
          <a:p>
            <a:r>
              <a:rPr lang="en-US" sz="2400" b="1" dirty="0">
                <a:solidFill>
                  <a:schemeClr val="bg2"/>
                </a:solidFill>
              </a:rPr>
              <a:t>∞</a:t>
            </a:r>
          </a:p>
        </p:txBody>
      </p:sp>
      <p:sp>
        <p:nvSpPr>
          <p:cNvPr id="1814" name="TextBox 1813">
            <a:extLst>
              <a:ext uri="{FF2B5EF4-FFF2-40B4-BE49-F238E27FC236}">
                <a16:creationId xmlns:a16="http://schemas.microsoft.com/office/drawing/2014/main" id="{E764C3AF-4934-722B-8330-F15429B30AAF}"/>
              </a:ext>
            </a:extLst>
          </p:cNvPr>
          <p:cNvSpPr txBox="1"/>
          <p:nvPr/>
        </p:nvSpPr>
        <p:spPr>
          <a:xfrm>
            <a:off x="3764656" y="2108025"/>
            <a:ext cx="404278" cy="461665"/>
          </a:xfrm>
          <a:prstGeom prst="rect">
            <a:avLst/>
          </a:prstGeom>
          <a:noFill/>
        </p:spPr>
        <p:txBody>
          <a:bodyPr wrap="none" rtlCol="0">
            <a:spAutoFit/>
          </a:bodyPr>
          <a:lstStyle/>
          <a:p>
            <a:r>
              <a:rPr lang="en-US" sz="2400" b="1" dirty="0">
                <a:solidFill>
                  <a:schemeClr val="bg2"/>
                </a:solidFill>
              </a:rPr>
              <a:t>∞</a:t>
            </a:r>
          </a:p>
        </p:txBody>
      </p:sp>
      <p:sp>
        <p:nvSpPr>
          <p:cNvPr id="1815" name="TextBox 1814">
            <a:extLst>
              <a:ext uri="{FF2B5EF4-FFF2-40B4-BE49-F238E27FC236}">
                <a16:creationId xmlns:a16="http://schemas.microsoft.com/office/drawing/2014/main" id="{52FD4BC0-6F8C-7D67-779E-19C90134FC22}"/>
              </a:ext>
            </a:extLst>
          </p:cNvPr>
          <p:cNvSpPr txBox="1"/>
          <p:nvPr/>
        </p:nvSpPr>
        <p:spPr>
          <a:xfrm>
            <a:off x="4934495" y="3843862"/>
            <a:ext cx="404278" cy="461665"/>
          </a:xfrm>
          <a:prstGeom prst="rect">
            <a:avLst/>
          </a:prstGeom>
          <a:noFill/>
        </p:spPr>
        <p:txBody>
          <a:bodyPr wrap="none" rtlCol="0">
            <a:spAutoFit/>
          </a:bodyPr>
          <a:lstStyle/>
          <a:p>
            <a:r>
              <a:rPr lang="en-US" sz="2400" b="1" dirty="0">
                <a:solidFill>
                  <a:schemeClr val="bg2"/>
                </a:solidFill>
              </a:rPr>
              <a:t>∞</a:t>
            </a:r>
          </a:p>
        </p:txBody>
      </p:sp>
      <p:sp>
        <p:nvSpPr>
          <p:cNvPr id="1816" name="TextBox 1815">
            <a:extLst>
              <a:ext uri="{FF2B5EF4-FFF2-40B4-BE49-F238E27FC236}">
                <a16:creationId xmlns:a16="http://schemas.microsoft.com/office/drawing/2014/main" id="{8EC7D62B-7DFD-D885-CF50-0B6A9E4DE17B}"/>
              </a:ext>
            </a:extLst>
          </p:cNvPr>
          <p:cNvSpPr txBox="1"/>
          <p:nvPr/>
        </p:nvSpPr>
        <p:spPr>
          <a:xfrm>
            <a:off x="7190831" y="1121596"/>
            <a:ext cx="404278" cy="461665"/>
          </a:xfrm>
          <a:prstGeom prst="rect">
            <a:avLst/>
          </a:prstGeom>
          <a:noFill/>
        </p:spPr>
        <p:txBody>
          <a:bodyPr wrap="none" rtlCol="0">
            <a:spAutoFit/>
          </a:bodyPr>
          <a:lstStyle/>
          <a:p>
            <a:r>
              <a:rPr lang="en-US" sz="2400" b="1" dirty="0">
                <a:solidFill>
                  <a:schemeClr val="bg2"/>
                </a:solidFill>
              </a:rPr>
              <a:t>∞</a:t>
            </a:r>
          </a:p>
        </p:txBody>
      </p:sp>
      <p:sp>
        <p:nvSpPr>
          <p:cNvPr id="1817" name="TextBox 1816">
            <a:extLst>
              <a:ext uri="{FF2B5EF4-FFF2-40B4-BE49-F238E27FC236}">
                <a16:creationId xmlns:a16="http://schemas.microsoft.com/office/drawing/2014/main" id="{C1B2677C-911E-70AA-0600-C0D84A7D853F}"/>
              </a:ext>
            </a:extLst>
          </p:cNvPr>
          <p:cNvSpPr txBox="1"/>
          <p:nvPr/>
        </p:nvSpPr>
        <p:spPr>
          <a:xfrm>
            <a:off x="7227389" y="3621452"/>
            <a:ext cx="404278" cy="461665"/>
          </a:xfrm>
          <a:prstGeom prst="rect">
            <a:avLst/>
          </a:prstGeom>
          <a:noFill/>
        </p:spPr>
        <p:txBody>
          <a:bodyPr wrap="none" rtlCol="0">
            <a:spAutoFit/>
          </a:bodyPr>
          <a:lstStyle/>
          <a:p>
            <a:r>
              <a:rPr lang="en-US" sz="2400" b="1" dirty="0">
                <a:solidFill>
                  <a:schemeClr val="bg2"/>
                </a:solidFill>
              </a:rPr>
              <a:t>∞</a:t>
            </a:r>
          </a:p>
        </p:txBody>
      </p:sp>
      <p:sp>
        <p:nvSpPr>
          <p:cNvPr id="1819" name="TextBox 1818">
            <a:extLst>
              <a:ext uri="{FF2B5EF4-FFF2-40B4-BE49-F238E27FC236}">
                <a16:creationId xmlns:a16="http://schemas.microsoft.com/office/drawing/2014/main" id="{69162B65-648B-17F4-4B59-0206C1D206A4}"/>
              </a:ext>
            </a:extLst>
          </p:cNvPr>
          <p:cNvSpPr txBox="1"/>
          <p:nvPr/>
        </p:nvSpPr>
        <p:spPr>
          <a:xfrm>
            <a:off x="0" y="30922"/>
            <a:ext cx="2919302" cy="738664"/>
          </a:xfrm>
          <a:prstGeom prst="rect">
            <a:avLst/>
          </a:prstGeom>
          <a:noFill/>
        </p:spPr>
        <p:txBody>
          <a:bodyPr wrap="square">
            <a:spAutoFit/>
          </a:bodyPr>
          <a:lstStyle/>
          <a:p>
            <a:pPr marL="182563" indent="-182563">
              <a:buFont typeface="+mj-lt"/>
              <a:buAutoNum type="arabicPeriod"/>
            </a:pPr>
            <a:r>
              <a:rPr lang="en-US" dirty="0">
                <a:latin typeface="Poppins" panose="00000500000000000000" pitchFamily="2" charset="0"/>
                <a:cs typeface="Poppins" panose="00000500000000000000" pitchFamily="2" charset="0"/>
              </a:rPr>
              <a:t> Adds an </a:t>
            </a:r>
            <a:r>
              <a:rPr lang="en-US" b="1" dirty="0">
                <a:latin typeface="Poppins" panose="00000500000000000000" pitchFamily="2" charset="0"/>
                <a:cs typeface="Poppins" panose="00000500000000000000" pitchFamily="2" charset="0"/>
              </a:rPr>
              <a:t>external node </a:t>
            </a:r>
            <a:r>
              <a:rPr lang="en-US" dirty="0">
                <a:latin typeface="Poppins" panose="00000500000000000000" pitchFamily="2" charset="0"/>
                <a:cs typeface="Poppins" panose="00000500000000000000" pitchFamily="2" charset="0"/>
              </a:rPr>
              <a:t>to connect all other nodes with </a:t>
            </a:r>
            <a:r>
              <a:rPr lang="en-US" b="1" dirty="0">
                <a:latin typeface="Poppins" panose="00000500000000000000" pitchFamily="2" charset="0"/>
                <a:cs typeface="Poppins" panose="00000500000000000000" pitchFamily="2" charset="0"/>
              </a:rPr>
              <a:t>zero-weighted</a:t>
            </a:r>
            <a:r>
              <a:rPr lang="en-US" dirty="0">
                <a:latin typeface="Poppins" panose="00000500000000000000" pitchFamily="2" charset="0"/>
                <a:cs typeface="Poppins" panose="00000500000000000000" pitchFamily="2" charset="0"/>
              </a:rPr>
              <a:t> edges.</a:t>
            </a:r>
          </a:p>
        </p:txBody>
      </p:sp>
      <p:sp>
        <p:nvSpPr>
          <p:cNvPr id="1820" name="TextBox 1819">
            <a:extLst>
              <a:ext uri="{FF2B5EF4-FFF2-40B4-BE49-F238E27FC236}">
                <a16:creationId xmlns:a16="http://schemas.microsoft.com/office/drawing/2014/main" id="{2022DF26-8109-F83F-10BE-2C604B4E1798}"/>
              </a:ext>
            </a:extLst>
          </p:cNvPr>
          <p:cNvSpPr txBox="1"/>
          <p:nvPr/>
        </p:nvSpPr>
        <p:spPr>
          <a:xfrm>
            <a:off x="5912636" y="3113512"/>
            <a:ext cx="406094"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Tree>
    <p:extLst>
      <p:ext uri="{BB962C8B-B14F-4D97-AF65-F5344CB8AC3E}">
        <p14:creationId xmlns:p14="http://schemas.microsoft.com/office/powerpoint/2010/main" val="25046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5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25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250"/>
                                        <p:tgtEl>
                                          <p:spTgt spid="25"/>
                                        </p:tgtEl>
                                      </p:cBhvr>
                                    </p:animEffect>
                                  </p:childTnLst>
                                </p:cTn>
                              </p:par>
                              <p:par>
                                <p:cTn id="28" presetID="10" presetClass="entr" presetSubtype="0" fill="hold"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25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10"/>
                                        </p:tgtEl>
                                        <p:attrNameLst>
                                          <p:attrName>style.visibility</p:attrName>
                                        </p:attrNameLst>
                                      </p:cBhvr>
                                      <p:to>
                                        <p:strVal val="visible"/>
                                      </p:to>
                                    </p:set>
                                    <p:animEffect transition="in" filter="fade">
                                      <p:cBhvr>
                                        <p:cTn id="35" dur="250"/>
                                        <p:tgtEl>
                                          <p:spTgt spid="18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250"/>
                                        <p:tgtEl>
                                          <p:spTgt spid="5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250"/>
                                        <p:tgtEl>
                                          <p:spTgt spid="5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250"/>
                                        <p:tgtEl>
                                          <p:spTgt spid="5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25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14"/>
                                        </p:tgtEl>
                                        <p:attrNameLst>
                                          <p:attrName>style.visibility</p:attrName>
                                        </p:attrNameLst>
                                      </p:cBhvr>
                                      <p:to>
                                        <p:strVal val="visible"/>
                                      </p:to>
                                    </p:set>
                                    <p:animEffect transition="in" filter="fade">
                                      <p:cBhvr>
                                        <p:cTn id="52" dur="250"/>
                                        <p:tgtEl>
                                          <p:spTgt spid="18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13"/>
                                        </p:tgtEl>
                                        <p:attrNameLst>
                                          <p:attrName>style.visibility</p:attrName>
                                        </p:attrNameLst>
                                      </p:cBhvr>
                                      <p:to>
                                        <p:strVal val="visible"/>
                                      </p:to>
                                    </p:set>
                                    <p:animEffect transition="in" filter="fade">
                                      <p:cBhvr>
                                        <p:cTn id="55" dur="250"/>
                                        <p:tgtEl>
                                          <p:spTgt spid="181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16"/>
                                        </p:tgtEl>
                                        <p:attrNameLst>
                                          <p:attrName>style.visibility</p:attrName>
                                        </p:attrNameLst>
                                      </p:cBhvr>
                                      <p:to>
                                        <p:strVal val="visible"/>
                                      </p:to>
                                    </p:set>
                                    <p:animEffect transition="in" filter="fade">
                                      <p:cBhvr>
                                        <p:cTn id="58" dur="250"/>
                                        <p:tgtEl>
                                          <p:spTgt spid="18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815"/>
                                        </p:tgtEl>
                                        <p:attrNameLst>
                                          <p:attrName>style.visibility</p:attrName>
                                        </p:attrNameLst>
                                      </p:cBhvr>
                                      <p:to>
                                        <p:strVal val="visible"/>
                                      </p:to>
                                    </p:set>
                                    <p:animEffect transition="in" filter="fade">
                                      <p:cBhvr>
                                        <p:cTn id="61" dur="250"/>
                                        <p:tgtEl>
                                          <p:spTgt spid="181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817"/>
                                        </p:tgtEl>
                                        <p:attrNameLst>
                                          <p:attrName>style.visibility</p:attrName>
                                        </p:attrNameLst>
                                      </p:cBhvr>
                                      <p:to>
                                        <p:strVal val="visible"/>
                                      </p:to>
                                    </p:set>
                                    <p:animEffect transition="in" filter="fade">
                                      <p:cBhvr>
                                        <p:cTn id="64" dur="250"/>
                                        <p:tgtEl>
                                          <p:spTgt spid="1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0" grpId="0"/>
      <p:bldP spid="51" grpId="0"/>
      <p:bldP spid="52" grpId="0"/>
      <p:bldP spid="53" grpId="0"/>
      <p:bldP spid="1810" grpId="0"/>
      <p:bldP spid="1813" grpId="0"/>
      <p:bldP spid="1814" grpId="0"/>
      <p:bldP spid="1815" grpId="0"/>
      <p:bldP spid="1816" grpId="0"/>
      <p:bldP spid="18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13C9F752-72A5-EF15-4181-5E56A9097CBC}"/>
            </a:ext>
          </a:extLst>
        </p:cNvPr>
        <p:cNvGrpSpPr/>
        <p:nvPr/>
      </p:nvGrpSpPr>
      <p:grpSpPr>
        <a:xfrm>
          <a:off x="0" y="0"/>
          <a:ext cx="0" cy="0"/>
          <a:chOff x="0" y="0"/>
          <a:chExt cx="0" cy="0"/>
        </a:xfrm>
      </p:grpSpPr>
      <p:sp>
        <p:nvSpPr>
          <p:cNvPr id="1750" name="TextBox 1749">
            <a:extLst>
              <a:ext uri="{FF2B5EF4-FFF2-40B4-BE49-F238E27FC236}">
                <a16:creationId xmlns:a16="http://schemas.microsoft.com/office/drawing/2014/main" id="{496720D8-5809-B2B4-5321-9A321B1D4133}"/>
              </a:ext>
            </a:extLst>
          </p:cNvPr>
          <p:cNvSpPr txBox="1"/>
          <p:nvPr/>
        </p:nvSpPr>
        <p:spPr>
          <a:xfrm>
            <a:off x="5912636" y="699393"/>
            <a:ext cx="305949" cy="263730"/>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1752" name="Oval 1751">
            <a:extLst>
              <a:ext uri="{FF2B5EF4-FFF2-40B4-BE49-F238E27FC236}">
                <a16:creationId xmlns:a16="http://schemas.microsoft.com/office/drawing/2014/main" id="{45DF7D8A-0E35-139E-2D8F-4346ED06B70C}"/>
              </a:ext>
            </a:extLst>
          </p:cNvPr>
          <p:cNvSpPr/>
          <p:nvPr/>
        </p:nvSpPr>
        <p:spPr>
          <a:xfrm>
            <a:off x="4990795"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1753" name="Straight Arrow Connector 1752">
            <a:extLst>
              <a:ext uri="{FF2B5EF4-FFF2-40B4-BE49-F238E27FC236}">
                <a16:creationId xmlns:a16="http://schemas.microsoft.com/office/drawing/2014/main" id="{E78C04A6-F315-69C1-037F-02646075DB46}"/>
              </a:ext>
            </a:extLst>
          </p:cNvPr>
          <p:cNvCxnSpPr>
            <a:cxnSpLocks/>
            <a:stCxn id="1757" idx="7"/>
            <a:endCxn id="1752" idx="3"/>
          </p:cNvCxnSpPr>
          <p:nvPr/>
        </p:nvCxnSpPr>
        <p:spPr>
          <a:xfrm flipV="1">
            <a:off x="4112634" y="1796678"/>
            <a:ext cx="934460" cy="7022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4" name="Oval 1753">
            <a:extLst>
              <a:ext uri="{FF2B5EF4-FFF2-40B4-BE49-F238E27FC236}">
                <a16:creationId xmlns:a16="http://schemas.microsoft.com/office/drawing/2014/main" id="{8C462267-3CCA-C1C9-3AA9-80CE30D7FA08}"/>
              </a:ext>
            </a:extLst>
          </p:cNvPr>
          <p:cNvSpPr/>
          <p:nvPr/>
        </p:nvSpPr>
        <p:spPr>
          <a:xfrm>
            <a:off x="6856132"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755" name="Oval 1754">
            <a:extLst>
              <a:ext uri="{FF2B5EF4-FFF2-40B4-BE49-F238E27FC236}">
                <a16:creationId xmlns:a16="http://schemas.microsoft.com/office/drawing/2014/main" id="{C114E18E-38F8-B4B3-227B-39969314D814}"/>
              </a:ext>
            </a:extLst>
          </p:cNvPr>
          <p:cNvSpPr/>
          <p:nvPr/>
        </p:nvSpPr>
        <p:spPr>
          <a:xfrm>
            <a:off x="6856132"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756" name="Oval 1755">
            <a:extLst>
              <a:ext uri="{FF2B5EF4-FFF2-40B4-BE49-F238E27FC236}">
                <a16:creationId xmlns:a16="http://schemas.microsoft.com/office/drawing/2014/main" id="{7EFB3539-0124-E648-BBDC-CD245A9F1962}"/>
              </a:ext>
            </a:extLst>
          </p:cNvPr>
          <p:cNvSpPr/>
          <p:nvPr/>
        </p:nvSpPr>
        <p:spPr>
          <a:xfrm>
            <a:off x="4990795"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757" name="Oval 1756">
            <a:extLst>
              <a:ext uri="{FF2B5EF4-FFF2-40B4-BE49-F238E27FC236}">
                <a16:creationId xmlns:a16="http://schemas.microsoft.com/office/drawing/2014/main" id="{A5447055-8C4E-5811-94D6-5660D2975A36}"/>
              </a:ext>
            </a:extLst>
          </p:cNvPr>
          <p:cNvSpPr/>
          <p:nvPr/>
        </p:nvSpPr>
        <p:spPr>
          <a:xfrm>
            <a:off x="3784495" y="2441419"/>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58" name="Straight Arrow Connector 1757">
            <a:extLst>
              <a:ext uri="{FF2B5EF4-FFF2-40B4-BE49-F238E27FC236}">
                <a16:creationId xmlns:a16="http://schemas.microsoft.com/office/drawing/2014/main" id="{9271C606-9E7D-5B00-7EB5-EE8EBB43F625}"/>
              </a:ext>
            </a:extLst>
          </p:cNvPr>
          <p:cNvCxnSpPr>
            <a:cxnSpLocks/>
            <a:stCxn id="1757" idx="5"/>
            <a:endCxn id="1756" idx="1"/>
          </p:cNvCxnSpPr>
          <p:nvPr/>
        </p:nvCxnSpPr>
        <p:spPr>
          <a:xfrm>
            <a:off x="4112634" y="2776790"/>
            <a:ext cx="934460" cy="859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9" name="Straight Arrow Connector 1758">
            <a:extLst>
              <a:ext uri="{FF2B5EF4-FFF2-40B4-BE49-F238E27FC236}">
                <a16:creationId xmlns:a16="http://schemas.microsoft.com/office/drawing/2014/main" id="{DFE4587B-132F-BB13-0C91-8CB50956824B}"/>
              </a:ext>
            </a:extLst>
          </p:cNvPr>
          <p:cNvCxnSpPr>
            <a:cxnSpLocks/>
            <a:stCxn id="1752" idx="4"/>
            <a:endCxn id="1756" idx="0"/>
          </p:cNvCxnSpPr>
          <p:nvPr/>
        </p:nvCxnSpPr>
        <p:spPr>
          <a:xfrm>
            <a:off x="5183015"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0" name="Straight Arrow Connector 1759">
            <a:extLst>
              <a:ext uri="{FF2B5EF4-FFF2-40B4-BE49-F238E27FC236}">
                <a16:creationId xmlns:a16="http://schemas.microsoft.com/office/drawing/2014/main" id="{79AB5D78-E0E1-FE38-2AC4-84820942C34C}"/>
              </a:ext>
            </a:extLst>
          </p:cNvPr>
          <p:cNvCxnSpPr>
            <a:cxnSpLocks/>
            <a:stCxn id="1754" idx="2"/>
            <a:endCxn id="1752" idx="6"/>
          </p:cNvCxnSpPr>
          <p:nvPr/>
        </p:nvCxnSpPr>
        <p:spPr>
          <a:xfrm flipH="1">
            <a:off x="5375234" y="1657763"/>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1" name="Straight Arrow Connector 1760">
            <a:extLst>
              <a:ext uri="{FF2B5EF4-FFF2-40B4-BE49-F238E27FC236}">
                <a16:creationId xmlns:a16="http://schemas.microsoft.com/office/drawing/2014/main" id="{4A1D6479-7E60-0EB5-7F12-41F7DBFECA4A}"/>
              </a:ext>
            </a:extLst>
          </p:cNvPr>
          <p:cNvCxnSpPr>
            <a:cxnSpLocks/>
            <a:stCxn id="1755" idx="0"/>
            <a:endCxn id="1754" idx="4"/>
          </p:cNvCxnSpPr>
          <p:nvPr/>
        </p:nvCxnSpPr>
        <p:spPr>
          <a:xfrm flipV="1">
            <a:off x="7048352"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2" name="Straight Arrow Connector 1761">
            <a:extLst>
              <a:ext uri="{FF2B5EF4-FFF2-40B4-BE49-F238E27FC236}">
                <a16:creationId xmlns:a16="http://schemas.microsoft.com/office/drawing/2014/main" id="{23D22166-DB40-2495-38E6-75AD34DDF5E7}"/>
              </a:ext>
            </a:extLst>
          </p:cNvPr>
          <p:cNvCxnSpPr>
            <a:cxnSpLocks/>
            <a:stCxn id="1756" idx="6"/>
            <a:endCxn id="1755" idx="2"/>
          </p:cNvCxnSpPr>
          <p:nvPr/>
        </p:nvCxnSpPr>
        <p:spPr>
          <a:xfrm>
            <a:off x="5375234" y="3775677"/>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3" name="Straight Arrow Connector 1762">
            <a:extLst>
              <a:ext uri="{FF2B5EF4-FFF2-40B4-BE49-F238E27FC236}">
                <a16:creationId xmlns:a16="http://schemas.microsoft.com/office/drawing/2014/main" id="{000B8D52-2388-E75C-F048-755E10F76E11}"/>
              </a:ext>
            </a:extLst>
          </p:cNvPr>
          <p:cNvCxnSpPr>
            <a:cxnSpLocks/>
            <a:stCxn id="1756" idx="7"/>
            <a:endCxn id="1754" idx="3"/>
          </p:cNvCxnSpPr>
          <p:nvPr/>
        </p:nvCxnSpPr>
        <p:spPr>
          <a:xfrm flipV="1">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4" name="Straight Arrow Connector 1763">
            <a:extLst>
              <a:ext uri="{FF2B5EF4-FFF2-40B4-BE49-F238E27FC236}">
                <a16:creationId xmlns:a16="http://schemas.microsoft.com/office/drawing/2014/main" id="{8F541DB5-3871-9D45-3B7C-FF1583C07ECE}"/>
              </a:ext>
            </a:extLst>
          </p:cNvPr>
          <p:cNvCxnSpPr>
            <a:cxnSpLocks/>
            <a:stCxn id="1752" idx="5"/>
            <a:endCxn id="1755" idx="1"/>
          </p:cNvCxnSpPr>
          <p:nvPr/>
        </p:nvCxnSpPr>
        <p:spPr>
          <a:xfrm>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Straight Arrow Connector 1765">
            <a:extLst>
              <a:ext uri="{FF2B5EF4-FFF2-40B4-BE49-F238E27FC236}">
                <a16:creationId xmlns:a16="http://schemas.microsoft.com/office/drawing/2014/main" id="{C986AF83-6726-99CE-70F0-D06E6E7A5AAD}"/>
              </a:ext>
            </a:extLst>
          </p:cNvPr>
          <p:cNvCxnSpPr>
            <a:cxnSpLocks/>
            <a:endCxn id="1757" idx="6"/>
          </p:cNvCxnSpPr>
          <p:nvPr/>
        </p:nvCxnSpPr>
        <p:spPr>
          <a:xfrm flipH="1" flipV="1">
            <a:off x="4168934" y="2637874"/>
            <a:ext cx="2713518" cy="1056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7" name="Connector: Curved 1766">
            <a:extLst>
              <a:ext uri="{FF2B5EF4-FFF2-40B4-BE49-F238E27FC236}">
                <a16:creationId xmlns:a16="http://schemas.microsoft.com/office/drawing/2014/main" id="{6A4C1116-CC0B-038F-F37A-7598968C4DA1}"/>
              </a:ext>
            </a:extLst>
          </p:cNvPr>
          <p:cNvCxnSpPr>
            <a:cxnSpLocks/>
            <a:stCxn id="1752" idx="0"/>
            <a:endCxn id="1754" idx="0"/>
          </p:cNvCxnSpPr>
          <p:nvPr/>
        </p:nvCxnSpPr>
        <p:spPr>
          <a:xfrm rot="5400000" flipH="1" flipV="1">
            <a:off x="6115606" y="528639"/>
            <a:ext cx="9893" cy="1865337"/>
          </a:xfrm>
          <a:prstGeom prst="curvedConnector3">
            <a:avLst>
              <a:gd name="adj1" fmla="val 5033142"/>
            </a:avLst>
          </a:prstGeom>
          <a:ln>
            <a:tailEnd type="triangle"/>
          </a:ln>
        </p:spPr>
        <p:style>
          <a:lnRef idx="1">
            <a:schemeClr val="dk1"/>
          </a:lnRef>
          <a:fillRef idx="0">
            <a:schemeClr val="dk1"/>
          </a:fillRef>
          <a:effectRef idx="0">
            <a:schemeClr val="dk1"/>
          </a:effectRef>
          <a:fontRef idx="minor">
            <a:schemeClr val="tx1"/>
          </a:fontRef>
        </p:style>
      </p:cxnSp>
      <p:sp>
        <p:nvSpPr>
          <p:cNvPr id="1768" name="TextBox 1767">
            <a:extLst>
              <a:ext uri="{FF2B5EF4-FFF2-40B4-BE49-F238E27FC236}">
                <a16:creationId xmlns:a16="http://schemas.microsoft.com/office/drawing/2014/main" id="{BC077940-80AF-8109-F479-826AA53A98D4}"/>
              </a:ext>
            </a:extLst>
          </p:cNvPr>
          <p:cNvSpPr txBox="1"/>
          <p:nvPr/>
        </p:nvSpPr>
        <p:spPr>
          <a:xfrm>
            <a:off x="6189023" y="1925197"/>
            <a:ext cx="587487"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770" name="TextBox 1769">
            <a:extLst>
              <a:ext uri="{FF2B5EF4-FFF2-40B4-BE49-F238E27FC236}">
                <a16:creationId xmlns:a16="http://schemas.microsoft.com/office/drawing/2014/main" id="{A82E345A-29BF-8792-CEEF-FFA5C181E8DD}"/>
              </a:ext>
            </a:extLst>
          </p:cNvPr>
          <p:cNvSpPr txBox="1"/>
          <p:nvPr/>
        </p:nvSpPr>
        <p:spPr>
          <a:xfrm>
            <a:off x="4254310" y="3208291"/>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1" name="TextBox 1770">
            <a:extLst>
              <a:ext uri="{FF2B5EF4-FFF2-40B4-BE49-F238E27FC236}">
                <a16:creationId xmlns:a16="http://schemas.microsoft.com/office/drawing/2014/main" id="{EFA23CFA-D012-7D92-B9A9-4FD38891B3CC}"/>
              </a:ext>
            </a:extLst>
          </p:cNvPr>
          <p:cNvSpPr txBox="1"/>
          <p:nvPr/>
        </p:nvSpPr>
        <p:spPr>
          <a:xfrm>
            <a:off x="5967578" y="3819388"/>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772" name="TextBox 1771">
            <a:extLst>
              <a:ext uri="{FF2B5EF4-FFF2-40B4-BE49-F238E27FC236}">
                <a16:creationId xmlns:a16="http://schemas.microsoft.com/office/drawing/2014/main" id="{7023B9B4-93FA-14A9-79E5-0A0F9DBE058C}"/>
              </a:ext>
            </a:extLst>
          </p:cNvPr>
          <p:cNvSpPr txBox="1"/>
          <p:nvPr/>
        </p:nvSpPr>
        <p:spPr>
          <a:xfrm>
            <a:off x="4254310" y="1902868"/>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773" name="TextBox 1772">
            <a:extLst>
              <a:ext uri="{FF2B5EF4-FFF2-40B4-BE49-F238E27FC236}">
                <a16:creationId xmlns:a16="http://schemas.microsoft.com/office/drawing/2014/main" id="{FEF4DAFE-57CA-F5D8-304C-545EF35ABB5F}"/>
              </a:ext>
            </a:extLst>
          </p:cNvPr>
          <p:cNvSpPr txBox="1"/>
          <p:nvPr/>
        </p:nvSpPr>
        <p:spPr>
          <a:xfrm>
            <a:off x="7049007" y="2584856"/>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4" name="TextBox 1773">
            <a:extLst>
              <a:ext uri="{FF2B5EF4-FFF2-40B4-BE49-F238E27FC236}">
                <a16:creationId xmlns:a16="http://schemas.microsoft.com/office/drawing/2014/main" id="{D17160A7-C2A2-9AAF-F761-E8F86BAC492A}"/>
              </a:ext>
            </a:extLst>
          </p:cNvPr>
          <p:cNvSpPr txBox="1"/>
          <p:nvPr/>
        </p:nvSpPr>
        <p:spPr>
          <a:xfrm>
            <a:off x="5723888" y="138380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778" name="TextBox 1777">
            <a:extLst>
              <a:ext uri="{FF2B5EF4-FFF2-40B4-BE49-F238E27FC236}">
                <a16:creationId xmlns:a16="http://schemas.microsoft.com/office/drawing/2014/main" id="{5F1708E1-7F07-B9EF-FF76-761CB541403B}"/>
              </a:ext>
            </a:extLst>
          </p:cNvPr>
          <p:cNvSpPr txBox="1"/>
          <p:nvPr/>
        </p:nvSpPr>
        <p:spPr>
          <a:xfrm>
            <a:off x="5494880" y="1938748"/>
            <a:ext cx="558224"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779" name="TextBox 1778">
            <a:extLst>
              <a:ext uri="{FF2B5EF4-FFF2-40B4-BE49-F238E27FC236}">
                <a16:creationId xmlns:a16="http://schemas.microsoft.com/office/drawing/2014/main" id="{888DE47B-8745-6FCD-C29C-BCE61D65B681}"/>
              </a:ext>
            </a:extLst>
          </p:cNvPr>
          <p:cNvSpPr txBox="1"/>
          <p:nvPr/>
        </p:nvSpPr>
        <p:spPr>
          <a:xfrm>
            <a:off x="4920205" y="2562323"/>
            <a:ext cx="305949" cy="269306"/>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
        <p:nvSpPr>
          <p:cNvPr id="3" name="Oval 2">
            <a:extLst>
              <a:ext uri="{FF2B5EF4-FFF2-40B4-BE49-F238E27FC236}">
                <a16:creationId xmlns:a16="http://schemas.microsoft.com/office/drawing/2014/main" id="{9E26B632-E5F7-ABEF-A0DC-52DB78CC087D}"/>
              </a:ext>
            </a:extLst>
          </p:cNvPr>
          <p:cNvSpPr/>
          <p:nvPr/>
        </p:nvSpPr>
        <p:spPr>
          <a:xfrm>
            <a:off x="527780" y="2367096"/>
            <a:ext cx="513942" cy="518912"/>
          </a:xfrm>
          <a:prstGeom prst="ellipse">
            <a:avLst/>
          </a:prstGeom>
          <a:ln>
            <a:solidFill>
              <a:schemeClr val="tx2">
                <a:lumMod val="50000"/>
              </a:schemeClr>
            </a:solidFill>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b="1" dirty="0">
                <a:solidFill>
                  <a:schemeClr val="tx2">
                    <a:lumMod val="50000"/>
                  </a:schemeClr>
                </a:solidFill>
                <a:latin typeface="Poppins" panose="00000500000000000000" pitchFamily="2" charset="0"/>
                <a:cs typeface="Poppins" panose="00000500000000000000" pitchFamily="2" charset="0"/>
                <a:sym typeface="Symbol" panose="05050102010706020507" pitchFamily="18" charset="2"/>
              </a:rPr>
              <a:t></a:t>
            </a:r>
            <a:endParaRPr lang="en-US" sz="2400" b="1" dirty="0">
              <a:solidFill>
                <a:schemeClr val="tx2">
                  <a:lumMod val="50000"/>
                </a:schemeClr>
              </a:solidFill>
              <a:latin typeface="Poppins" panose="00000500000000000000" pitchFamily="2" charset="0"/>
              <a:cs typeface="Poppins" panose="00000500000000000000" pitchFamily="2" charset="0"/>
            </a:endParaRPr>
          </a:p>
        </p:txBody>
      </p:sp>
      <p:sp>
        <p:nvSpPr>
          <p:cNvPr id="50" name="TextBox 49">
            <a:extLst>
              <a:ext uri="{FF2B5EF4-FFF2-40B4-BE49-F238E27FC236}">
                <a16:creationId xmlns:a16="http://schemas.microsoft.com/office/drawing/2014/main" id="{B0304464-30F5-3B3C-940F-41BB32DE4005}"/>
              </a:ext>
            </a:extLst>
          </p:cNvPr>
          <p:cNvSpPr txBox="1"/>
          <p:nvPr/>
        </p:nvSpPr>
        <p:spPr>
          <a:xfrm>
            <a:off x="2709229" y="2367096"/>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51" name="TextBox 50">
            <a:extLst>
              <a:ext uri="{FF2B5EF4-FFF2-40B4-BE49-F238E27FC236}">
                <a16:creationId xmlns:a16="http://schemas.microsoft.com/office/drawing/2014/main" id="{42BCA43C-D388-F039-DBD5-E937156711B7}"/>
              </a:ext>
            </a:extLst>
          </p:cNvPr>
          <p:cNvSpPr txBox="1"/>
          <p:nvPr/>
        </p:nvSpPr>
        <p:spPr>
          <a:xfrm>
            <a:off x="3203050" y="1403054"/>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52" name="TextBox 51">
            <a:extLst>
              <a:ext uri="{FF2B5EF4-FFF2-40B4-BE49-F238E27FC236}">
                <a16:creationId xmlns:a16="http://schemas.microsoft.com/office/drawing/2014/main" id="{5EAB9FFF-3293-E089-8A24-2B43CD9180E4}"/>
              </a:ext>
            </a:extLst>
          </p:cNvPr>
          <p:cNvSpPr txBox="1"/>
          <p:nvPr/>
        </p:nvSpPr>
        <p:spPr>
          <a:xfrm>
            <a:off x="3784495" y="30922"/>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53" name="TextBox 52">
            <a:extLst>
              <a:ext uri="{FF2B5EF4-FFF2-40B4-BE49-F238E27FC236}">
                <a16:creationId xmlns:a16="http://schemas.microsoft.com/office/drawing/2014/main" id="{AAF13F68-B965-41EE-39E5-116EBB1EE64E}"/>
              </a:ext>
            </a:extLst>
          </p:cNvPr>
          <p:cNvSpPr txBox="1"/>
          <p:nvPr/>
        </p:nvSpPr>
        <p:spPr>
          <a:xfrm>
            <a:off x="3203050" y="3649800"/>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sp>
        <p:nvSpPr>
          <p:cNvPr id="1810" name="TextBox 1809">
            <a:extLst>
              <a:ext uri="{FF2B5EF4-FFF2-40B4-BE49-F238E27FC236}">
                <a16:creationId xmlns:a16="http://schemas.microsoft.com/office/drawing/2014/main" id="{368A00EB-D642-8AF1-F8EE-71DDDB4D1235}"/>
              </a:ext>
            </a:extLst>
          </p:cNvPr>
          <p:cNvSpPr txBox="1"/>
          <p:nvPr/>
        </p:nvSpPr>
        <p:spPr>
          <a:xfrm>
            <a:off x="3990635" y="4803281"/>
            <a:ext cx="305949" cy="338554"/>
          </a:xfrm>
          <a:prstGeom prst="rect">
            <a:avLst/>
          </a:prstGeom>
          <a:noFill/>
        </p:spPr>
        <p:txBody>
          <a:bodyPr wrap="square" rtlCol="0">
            <a:spAutoFit/>
          </a:bodyPr>
          <a:lstStyle/>
          <a:p>
            <a:pPr algn="ctr"/>
            <a:r>
              <a:rPr lang="en-US" sz="1600" b="1" dirty="0">
                <a:solidFill>
                  <a:schemeClr val="tx2"/>
                </a:solidFill>
                <a:latin typeface="Poppins" panose="00000500000000000000" pitchFamily="2" charset="0"/>
                <a:cs typeface="Poppins" panose="00000500000000000000" pitchFamily="2" charset="0"/>
              </a:rPr>
              <a:t>0</a:t>
            </a:r>
          </a:p>
        </p:txBody>
      </p:sp>
      <p:cxnSp>
        <p:nvCxnSpPr>
          <p:cNvPr id="13" name="Connector: Curved 12">
            <a:extLst>
              <a:ext uri="{FF2B5EF4-FFF2-40B4-BE49-F238E27FC236}">
                <a16:creationId xmlns:a16="http://schemas.microsoft.com/office/drawing/2014/main" id="{66F0639E-C573-5790-F9BC-D275EDA89A13}"/>
              </a:ext>
            </a:extLst>
          </p:cNvPr>
          <p:cNvCxnSpPr>
            <a:cxnSpLocks/>
            <a:stCxn id="3" idx="7"/>
            <a:endCxn id="1752" idx="2"/>
          </p:cNvCxnSpPr>
          <p:nvPr/>
        </p:nvCxnSpPr>
        <p:spPr>
          <a:xfrm rot="5400000" flipH="1" flipV="1">
            <a:off x="2585964" y="38258"/>
            <a:ext cx="785325" cy="4024338"/>
          </a:xfrm>
          <a:prstGeom prst="curvedConnector2">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nector: Curved 14">
            <a:extLst>
              <a:ext uri="{FF2B5EF4-FFF2-40B4-BE49-F238E27FC236}">
                <a16:creationId xmlns:a16="http://schemas.microsoft.com/office/drawing/2014/main" id="{3A508F71-735A-3F31-1E6E-2A169E127E59}"/>
              </a:ext>
            </a:extLst>
          </p:cNvPr>
          <p:cNvCxnSpPr>
            <a:cxnSpLocks/>
            <a:stCxn id="3" idx="5"/>
            <a:endCxn id="1756" idx="2"/>
          </p:cNvCxnSpPr>
          <p:nvPr/>
        </p:nvCxnSpPr>
        <p:spPr>
          <a:xfrm rot="16200000" flipH="1">
            <a:off x="2495795" y="1280677"/>
            <a:ext cx="965663" cy="4024338"/>
          </a:xfrm>
          <a:prstGeom prst="curvedConnector2">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Connector: Curved 34">
            <a:extLst>
              <a:ext uri="{FF2B5EF4-FFF2-40B4-BE49-F238E27FC236}">
                <a16:creationId xmlns:a16="http://schemas.microsoft.com/office/drawing/2014/main" id="{24AE410A-DCA0-32C5-343E-A738D77DCD11}"/>
              </a:ext>
            </a:extLst>
          </p:cNvPr>
          <p:cNvCxnSpPr>
            <a:cxnSpLocks/>
            <a:stCxn id="3" idx="4"/>
            <a:endCxn id="1755" idx="5"/>
          </p:cNvCxnSpPr>
          <p:nvPr/>
        </p:nvCxnSpPr>
        <p:spPr>
          <a:xfrm rot="16200000" flipH="1">
            <a:off x="3470219" y="200539"/>
            <a:ext cx="1028585" cy="6399521"/>
          </a:xfrm>
          <a:prstGeom prst="curvedConnector3">
            <a:avLst>
              <a:gd name="adj1" fmla="val 184122"/>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Connector: Curved 24">
            <a:extLst>
              <a:ext uri="{FF2B5EF4-FFF2-40B4-BE49-F238E27FC236}">
                <a16:creationId xmlns:a16="http://schemas.microsoft.com/office/drawing/2014/main" id="{500A7550-5CC0-8F39-FB84-228E36453CF3}"/>
              </a:ext>
            </a:extLst>
          </p:cNvPr>
          <p:cNvCxnSpPr>
            <a:cxnSpLocks/>
            <a:stCxn id="3" idx="0"/>
            <a:endCxn id="1754" idx="7"/>
          </p:cNvCxnSpPr>
          <p:nvPr/>
        </p:nvCxnSpPr>
        <p:spPr>
          <a:xfrm rot="5400000" flipH="1" flipV="1">
            <a:off x="3560387" y="-1256788"/>
            <a:ext cx="848248" cy="6399521"/>
          </a:xfrm>
          <a:prstGeom prst="curvedConnector3">
            <a:avLst>
              <a:gd name="adj1" fmla="val 242729"/>
            </a:avLst>
          </a:prstGeom>
          <a:ln w="19050" cap="flat" cmpd="sng" algn="ctr">
            <a:solidFill>
              <a:schemeClr val="tx2">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13" name="TextBox 1812">
            <a:extLst>
              <a:ext uri="{FF2B5EF4-FFF2-40B4-BE49-F238E27FC236}">
                <a16:creationId xmlns:a16="http://schemas.microsoft.com/office/drawing/2014/main" id="{EC45C495-CA49-A47E-4160-EB9BB94F9DEC}"/>
              </a:ext>
            </a:extLst>
          </p:cNvPr>
          <p:cNvSpPr txBox="1"/>
          <p:nvPr/>
        </p:nvSpPr>
        <p:spPr>
          <a:xfrm>
            <a:off x="4844955" y="1139787"/>
            <a:ext cx="389850" cy="369332"/>
          </a:xfrm>
          <a:prstGeom prst="rect">
            <a:avLst/>
          </a:prstGeom>
          <a:noFill/>
        </p:spPr>
        <p:txBody>
          <a:bodyPr wrap="none" rtlCol="0">
            <a:spAutoFit/>
          </a:bodyPr>
          <a:lstStyle/>
          <a:p>
            <a:r>
              <a:rPr lang="en-US" sz="1800" b="1" dirty="0">
                <a:solidFill>
                  <a:schemeClr val="bg2"/>
                </a:solidFill>
              </a:rPr>
              <a:t>-5</a:t>
            </a:r>
          </a:p>
        </p:txBody>
      </p:sp>
      <p:sp>
        <p:nvSpPr>
          <p:cNvPr id="1814" name="TextBox 1813">
            <a:extLst>
              <a:ext uri="{FF2B5EF4-FFF2-40B4-BE49-F238E27FC236}">
                <a16:creationId xmlns:a16="http://schemas.microsoft.com/office/drawing/2014/main" id="{9E90AB7F-1AB8-B926-459A-9DA558DBC66A}"/>
              </a:ext>
            </a:extLst>
          </p:cNvPr>
          <p:cNvSpPr txBox="1"/>
          <p:nvPr/>
        </p:nvSpPr>
        <p:spPr>
          <a:xfrm>
            <a:off x="3764656" y="2108025"/>
            <a:ext cx="389850" cy="369332"/>
          </a:xfrm>
          <a:prstGeom prst="rect">
            <a:avLst/>
          </a:prstGeom>
          <a:noFill/>
        </p:spPr>
        <p:txBody>
          <a:bodyPr wrap="none" rtlCol="0">
            <a:spAutoFit/>
          </a:bodyPr>
          <a:lstStyle/>
          <a:p>
            <a:r>
              <a:rPr lang="en-US" sz="1800" b="1" dirty="0">
                <a:solidFill>
                  <a:schemeClr val="bg2"/>
                </a:solidFill>
              </a:rPr>
              <a:t>-7</a:t>
            </a:r>
          </a:p>
        </p:txBody>
      </p:sp>
      <p:sp>
        <p:nvSpPr>
          <p:cNvPr id="1815" name="TextBox 1814">
            <a:extLst>
              <a:ext uri="{FF2B5EF4-FFF2-40B4-BE49-F238E27FC236}">
                <a16:creationId xmlns:a16="http://schemas.microsoft.com/office/drawing/2014/main" id="{36C09297-D78F-9708-3B9B-8B8F69AFC87C}"/>
              </a:ext>
            </a:extLst>
          </p:cNvPr>
          <p:cNvSpPr txBox="1"/>
          <p:nvPr/>
        </p:nvSpPr>
        <p:spPr>
          <a:xfrm>
            <a:off x="4976233" y="3904884"/>
            <a:ext cx="312906" cy="369332"/>
          </a:xfrm>
          <a:prstGeom prst="rect">
            <a:avLst/>
          </a:prstGeom>
          <a:noFill/>
        </p:spPr>
        <p:txBody>
          <a:bodyPr wrap="none" rtlCol="0">
            <a:spAutoFit/>
          </a:bodyPr>
          <a:lstStyle/>
          <a:p>
            <a:r>
              <a:rPr lang="en-US" sz="1800" b="1" dirty="0">
                <a:solidFill>
                  <a:schemeClr val="bg2"/>
                </a:solidFill>
              </a:rPr>
              <a:t>0</a:t>
            </a:r>
          </a:p>
        </p:txBody>
      </p:sp>
      <p:sp>
        <p:nvSpPr>
          <p:cNvPr id="1816" name="TextBox 1815">
            <a:extLst>
              <a:ext uri="{FF2B5EF4-FFF2-40B4-BE49-F238E27FC236}">
                <a16:creationId xmlns:a16="http://schemas.microsoft.com/office/drawing/2014/main" id="{6D643FCA-1A3F-3EE9-16BA-4D03CCF44B1D}"/>
              </a:ext>
            </a:extLst>
          </p:cNvPr>
          <p:cNvSpPr txBox="1"/>
          <p:nvPr/>
        </p:nvSpPr>
        <p:spPr>
          <a:xfrm>
            <a:off x="7190831" y="1121596"/>
            <a:ext cx="389850" cy="369332"/>
          </a:xfrm>
          <a:prstGeom prst="rect">
            <a:avLst/>
          </a:prstGeom>
          <a:noFill/>
        </p:spPr>
        <p:txBody>
          <a:bodyPr wrap="none" rtlCol="0">
            <a:spAutoFit/>
          </a:bodyPr>
          <a:lstStyle/>
          <a:p>
            <a:r>
              <a:rPr lang="en-US" sz="1800" b="1" dirty="0">
                <a:solidFill>
                  <a:schemeClr val="bg2"/>
                </a:solidFill>
              </a:rPr>
              <a:t>-3</a:t>
            </a:r>
          </a:p>
        </p:txBody>
      </p:sp>
      <p:sp>
        <p:nvSpPr>
          <p:cNvPr id="1817" name="TextBox 1816">
            <a:extLst>
              <a:ext uri="{FF2B5EF4-FFF2-40B4-BE49-F238E27FC236}">
                <a16:creationId xmlns:a16="http://schemas.microsoft.com/office/drawing/2014/main" id="{760F8A2D-CB42-77B4-60E7-D772B35F8B70}"/>
              </a:ext>
            </a:extLst>
          </p:cNvPr>
          <p:cNvSpPr txBox="1"/>
          <p:nvPr/>
        </p:nvSpPr>
        <p:spPr>
          <a:xfrm>
            <a:off x="7227389" y="3621452"/>
            <a:ext cx="389850" cy="369332"/>
          </a:xfrm>
          <a:prstGeom prst="rect">
            <a:avLst/>
          </a:prstGeom>
          <a:noFill/>
        </p:spPr>
        <p:txBody>
          <a:bodyPr wrap="none" rtlCol="0">
            <a:spAutoFit/>
          </a:bodyPr>
          <a:lstStyle/>
          <a:p>
            <a:r>
              <a:rPr lang="en-US" sz="1800" b="1" dirty="0">
                <a:solidFill>
                  <a:schemeClr val="bg2"/>
                </a:solidFill>
              </a:rPr>
              <a:t>-9</a:t>
            </a:r>
          </a:p>
        </p:txBody>
      </p:sp>
      <p:sp>
        <p:nvSpPr>
          <p:cNvPr id="2" name="TextBox 1">
            <a:extLst>
              <a:ext uri="{FF2B5EF4-FFF2-40B4-BE49-F238E27FC236}">
                <a16:creationId xmlns:a16="http://schemas.microsoft.com/office/drawing/2014/main" id="{702ED960-EF3D-A804-6EAC-5E21C240675F}"/>
              </a:ext>
            </a:extLst>
          </p:cNvPr>
          <p:cNvSpPr txBox="1"/>
          <p:nvPr/>
        </p:nvSpPr>
        <p:spPr>
          <a:xfrm>
            <a:off x="0" y="42768"/>
            <a:ext cx="2419205" cy="954107"/>
          </a:xfrm>
          <a:prstGeom prst="rect">
            <a:avLst/>
          </a:prstGeom>
          <a:noFill/>
        </p:spPr>
        <p:txBody>
          <a:bodyPr wrap="square">
            <a:spAutoFit/>
          </a:bodyPr>
          <a:lstStyle/>
          <a:p>
            <a:pPr marL="182563" indent="-182563"/>
            <a:r>
              <a:rPr lang="en-US" dirty="0">
                <a:latin typeface="Poppins" panose="00000500000000000000" pitchFamily="2" charset="0"/>
                <a:cs typeface="Poppins" panose="00000500000000000000" pitchFamily="2" charset="0"/>
              </a:rPr>
              <a:t>2.  Uses </a:t>
            </a:r>
            <a:r>
              <a:rPr lang="en-US" b="1" dirty="0">
                <a:latin typeface="Poppins" panose="00000500000000000000" pitchFamily="2" charset="0"/>
                <a:cs typeface="Poppins" panose="00000500000000000000" pitchFamily="2" charset="0"/>
              </a:rPr>
              <a:t>Bellman-Ford </a:t>
            </a:r>
            <a:r>
              <a:rPr lang="en-US" dirty="0">
                <a:latin typeface="Poppins" panose="00000500000000000000" pitchFamily="2" charset="0"/>
                <a:cs typeface="Poppins" panose="00000500000000000000" pitchFamily="2" charset="0"/>
              </a:rPr>
              <a:t>to establish distances from the external node.</a:t>
            </a:r>
          </a:p>
        </p:txBody>
      </p:sp>
      <p:sp>
        <p:nvSpPr>
          <p:cNvPr id="7" name="Google Shape;1843;p46">
            <a:extLst>
              <a:ext uri="{FF2B5EF4-FFF2-40B4-BE49-F238E27FC236}">
                <a16:creationId xmlns:a16="http://schemas.microsoft.com/office/drawing/2014/main" id="{8FDABF28-6352-F3B7-D9AF-BECC23C95C68}"/>
              </a:ext>
            </a:extLst>
          </p:cNvPr>
          <p:cNvSpPr txBox="1">
            <a:spLocks noGrp="1"/>
          </p:cNvSpPr>
          <p:nvPr>
            <p:ph type="subTitle" idx="1"/>
          </p:nvPr>
        </p:nvSpPr>
        <p:spPr>
          <a:xfrm>
            <a:off x="7369012" y="1844467"/>
            <a:ext cx="1980473" cy="14363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tabLst>
                <a:tab pos="2782888" algn="l"/>
              </a:tabLst>
            </a:pPr>
            <a:r>
              <a:rPr lang="pt-BR" b="1" dirty="0">
                <a:solidFill>
                  <a:schemeClr val="accent2">
                    <a:lumMod val="25000"/>
                  </a:schemeClr>
                </a:solidFill>
              </a:rPr>
              <a:t>h=[s,t,x,y,z] </a:t>
            </a:r>
          </a:p>
          <a:p>
            <a:pPr marL="0" lvl="0" indent="0" rtl="0">
              <a:spcBef>
                <a:spcPts val="0"/>
              </a:spcBef>
              <a:spcAft>
                <a:spcPts val="0"/>
              </a:spcAft>
              <a:buNone/>
              <a:tabLst>
                <a:tab pos="2782888" algn="l"/>
              </a:tabLst>
            </a:pPr>
            <a:r>
              <a:rPr lang="pt-BR" b="1" dirty="0">
                <a:solidFill>
                  <a:schemeClr val="accent2">
                    <a:lumMod val="25000"/>
                  </a:schemeClr>
                </a:solidFill>
              </a:rPr>
              <a:t>h=[-7,-5,-3,0,9]</a:t>
            </a:r>
          </a:p>
          <a:p>
            <a:pPr marL="0" lvl="0" indent="0" rtl="0">
              <a:spcBef>
                <a:spcPts val="0"/>
              </a:spcBef>
              <a:spcAft>
                <a:spcPts val="0"/>
              </a:spcAft>
              <a:buNone/>
              <a:tabLst>
                <a:tab pos="2782888" algn="l"/>
              </a:tabLst>
            </a:pPr>
            <a:endParaRPr lang="en-US" b="1" dirty="0">
              <a:solidFill>
                <a:schemeClr val="accent2">
                  <a:lumMod val="25000"/>
                </a:schemeClr>
              </a:solidFill>
            </a:endParaRPr>
          </a:p>
        </p:txBody>
      </p:sp>
      <p:sp>
        <p:nvSpPr>
          <p:cNvPr id="8" name="TextBox 7">
            <a:extLst>
              <a:ext uri="{FF2B5EF4-FFF2-40B4-BE49-F238E27FC236}">
                <a16:creationId xmlns:a16="http://schemas.microsoft.com/office/drawing/2014/main" id="{1A01190E-7706-A02D-8D8C-9BF2274F9638}"/>
              </a:ext>
            </a:extLst>
          </p:cNvPr>
          <p:cNvSpPr txBox="1"/>
          <p:nvPr/>
        </p:nvSpPr>
        <p:spPr>
          <a:xfrm>
            <a:off x="5912636" y="3113512"/>
            <a:ext cx="406094"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Tree>
    <p:extLst>
      <p:ext uri="{BB962C8B-B14F-4D97-AF65-F5344CB8AC3E}">
        <p14:creationId xmlns:p14="http://schemas.microsoft.com/office/powerpoint/2010/main" val="200113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14"/>
                                        </p:tgtEl>
                                        <p:attrNameLst>
                                          <p:attrName>style.visibility</p:attrName>
                                        </p:attrNameLst>
                                      </p:cBhvr>
                                      <p:to>
                                        <p:strVal val="visible"/>
                                      </p:to>
                                    </p:set>
                                    <p:animEffect transition="in" filter="fade">
                                      <p:cBhvr>
                                        <p:cTn id="7" dur="250"/>
                                        <p:tgtEl>
                                          <p:spTgt spid="18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13"/>
                                        </p:tgtEl>
                                        <p:attrNameLst>
                                          <p:attrName>style.visibility</p:attrName>
                                        </p:attrNameLst>
                                      </p:cBhvr>
                                      <p:to>
                                        <p:strVal val="visible"/>
                                      </p:to>
                                    </p:set>
                                    <p:animEffect transition="in" filter="fade">
                                      <p:cBhvr>
                                        <p:cTn id="10" dur="250"/>
                                        <p:tgtEl>
                                          <p:spTgt spid="18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16"/>
                                        </p:tgtEl>
                                        <p:attrNameLst>
                                          <p:attrName>style.visibility</p:attrName>
                                        </p:attrNameLst>
                                      </p:cBhvr>
                                      <p:to>
                                        <p:strVal val="visible"/>
                                      </p:to>
                                    </p:set>
                                    <p:animEffect transition="in" filter="fade">
                                      <p:cBhvr>
                                        <p:cTn id="13" dur="250"/>
                                        <p:tgtEl>
                                          <p:spTgt spid="18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15"/>
                                        </p:tgtEl>
                                        <p:attrNameLst>
                                          <p:attrName>style.visibility</p:attrName>
                                        </p:attrNameLst>
                                      </p:cBhvr>
                                      <p:to>
                                        <p:strVal val="visible"/>
                                      </p:to>
                                    </p:set>
                                    <p:animEffect transition="in" filter="fade">
                                      <p:cBhvr>
                                        <p:cTn id="16" dur="250"/>
                                        <p:tgtEl>
                                          <p:spTgt spid="18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17"/>
                                        </p:tgtEl>
                                        <p:attrNameLst>
                                          <p:attrName>style.visibility</p:attrName>
                                        </p:attrNameLst>
                                      </p:cBhvr>
                                      <p:to>
                                        <p:strVal val="visible"/>
                                      </p:to>
                                    </p:set>
                                    <p:animEffect transition="in" filter="fade">
                                      <p:cBhvr>
                                        <p:cTn id="19" dur="250"/>
                                        <p:tgtEl>
                                          <p:spTgt spid="18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fade">
                                      <p:cBhvr>
                                        <p:cTn id="24" dur="500"/>
                                        <p:tgtEl>
                                          <p:spTgt spid="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animEffect transition="in" filter="fade">
                                      <p:cBhvr>
                                        <p:cTn id="29"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3" grpId="0"/>
      <p:bldP spid="1814" grpId="0"/>
      <p:bldP spid="1815" grpId="0"/>
      <p:bldP spid="1816" grpId="0"/>
      <p:bldP spid="1817" grpId="0"/>
      <p:bldP spid="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4282E6D5-AB7B-818C-958B-305E017F366E}"/>
            </a:ext>
          </a:extLst>
        </p:cNvPr>
        <p:cNvGrpSpPr/>
        <p:nvPr/>
      </p:nvGrpSpPr>
      <p:grpSpPr>
        <a:xfrm>
          <a:off x="0" y="0"/>
          <a:ext cx="0" cy="0"/>
          <a:chOff x="0" y="0"/>
          <a:chExt cx="0" cy="0"/>
        </a:xfrm>
      </p:grpSpPr>
      <p:sp>
        <p:nvSpPr>
          <p:cNvPr id="1843" name="TextBox 1842">
            <a:extLst>
              <a:ext uri="{FF2B5EF4-FFF2-40B4-BE49-F238E27FC236}">
                <a16:creationId xmlns:a16="http://schemas.microsoft.com/office/drawing/2014/main" id="{E7FD817B-E2F7-BDA6-A572-D9337ED840C2}"/>
              </a:ext>
            </a:extLst>
          </p:cNvPr>
          <p:cNvSpPr txBox="1"/>
          <p:nvPr/>
        </p:nvSpPr>
        <p:spPr>
          <a:xfrm>
            <a:off x="5912636" y="3113512"/>
            <a:ext cx="406094"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750" name="TextBox 1749">
            <a:extLst>
              <a:ext uri="{FF2B5EF4-FFF2-40B4-BE49-F238E27FC236}">
                <a16:creationId xmlns:a16="http://schemas.microsoft.com/office/drawing/2014/main" id="{C19E891F-208C-FE83-0709-EC3618D5E740}"/>
              </a:ext>
            </a:extLst>
          </p:cNvPr>
          <p:cNvSpPr txBox="1"/>
          <p:nvPr/>
        </p:nvSpPr>
        <p:spPr>
          <a:xfrm>
            <a:off x="5912636" y="699393"/>
            <a:ext cx="305949" cy="263730"/>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1752" name="Oval 1751">
            <a:extLst>
              <a:ext uri="{FF2B5EF4-FFF2-40B4-BE49-F238E27FC236}">
                <a16:creationId xmlns:a16="http://schemas.microsoft.com/office/drawing/2014/main" id="{926A9A44-CE70-62DB-B3E9-E30C4A30C737}"/>
              </a:ext>
            </a:extLst>
          </p:cNvPr>
          <p:cNvSpPr/>
          <p:nvPr/>
        </p:nvSpPr>
        <p:spPr>
          <a:xfrm>
            <a:off x="4990795"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1753" name="Straight Arrow Connector 1752">
            <a:extLst>
              <a:ext uri="{FF2B5EF4-FFF2-40B4-BE49-F238E27FC236}">
                <a16:creationId xmlns:a16="http://schemas.microsoft.com/office/drawing/2014/main" id="{D00A1482-FABF-2EBF-C396-A97CCAB17A1A}"/>
              </a:ext>
            </a:extLst>
          </p:cNvPr>
          <p:cNvCxnSpPr>
            <a:cxnSpLocks/>
            <a:stCxn id="1757" idx="7"/>
            <a:endCxn id="1752" idx="3"/>
          </p:cNvCxnSpPr>
          <p:nvPr/>
        </p:nvCxnSpPr>
        <p:spPr>
          <a:xfrm flipV="1">
            <a:off x="4112634" y="1796678"/>
            <a:ext cx="934460" cy="7022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4" name="Oval 1753">
            <a:extLst>
              <a:ext uri="{FF2B5EF4-FFF2-40B4-BE49-F238E27FC236}">
                <a16:creationId xmlns:a16="http://schemas.microsoft.com/office/drawing/2014/main" id="{5E8C0EC8-DE76-B130-D57E-A592F0259B10}"/>
              </a:ext>
            </a:extLst>
          </p:cNvPr>
          <p:cNvSpPr/>
          <p:nvPr/>
        </p:nvSpPr>
        <p:spPr>
          <a:xfrm>
            <a:off x="6856132"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755" name="Oval 1754">
            <a:extLst>
              <a:ext uri="{FF2B5EF4-FFF2-40B4-BE49-F238E27FC236}">
                <a16:creationId xmlns:a16="http://schemas.microsoft.com/office/drawing/2014/main" id="{84B51F9F-F193-89E7-EB95-E38F70A6693C}"/>
              </a:ext>
            </a:extLst>
          </p:cNvPr>
          <p:cNvSpPr/>
          <p:nvPr/>
        </p:nvSpPr>
        <p:spPr>
          <a:xfrm>
            <a:off x="6856132"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756" name="Oval 1755">
            <a:extLst>
              <a:ext uri="{FF2B5EF4-FFF2-40B4-BE49-F238E27FC236}">
                <a16:creationId xmlns:a16="http://schemas.microsoft.com/office/drawing/2014/main" id="{48116D71-6489-6E4B-D97F-78C3C3C44627}"/>
              </a:ext>
            </a:extLst>
          </p:cNvPr>
          <p:cNvSpPr/>
          <p:nvPr/>
        </p:nvSpPr>
        <p:spPr>
          <a:xfrm>
            <a:off x="4990795"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sp>
        <p:nvSpPr>
          <p:cNvPr id="1757" name="Oval 1756">
            <a:extLst>
              <a:ext uri="{FF2B5EF4-FFF2-40B4-BE49-F238E27FC236}">
                <a16:creationId xmlns:a16="http://schemas.microsoft.com/office/drawing/2014/main" id="{AE64F3F4-68AD-FEB0-EC9B-078C96F67FD3}"/>
              </a:ext>
            </a:extLst>
          </p:cNvPr>
          <p:cNvSpPr/>
          <p:nvPr/>
        </p:nvSpPr>
        <p:spPr>
          <a:xfrm>
            <a:off x="3784495" y="2441419"/>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cxnSp>
        <p:nvCxnSpPr>
          <p:cNvPr id="1758" name="Straight Arrow Connector 1757">
            <a:extLst>
              <a:ext uri="{FF2B5EF4-FFF2-40B4-BE49-F238E27FC236}">
                <a16:creationId xmlns:a16="http://schemas.microsoft.com/office/drawing/2014/main" id="{8EB403DA-37D4-1582-5534-EB40CB7B06C4}"/>
              </a:ext>
            </a:extLst>
          </p:cNvPr>
          <p:cNvCxnSpPr>
            <a:cxnSpLocks/>
            <a:stCxn id="1757" idx="5"/>
            <a:endCxn id="1756" idx="1"/>
          </p:cNvCxnSpPr>
          <p:nvPr/>
        </p:nvCxnSpPr>
        <p:spPr>
          <a:xfrm>
            <a:off x="4112634" y="2776790"/>
            <a:ext cx="934460" cy="859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9" name="Straight Arrow Connector 1758">
            <a:extLst>
              <a:ext uri="{FF2B5EF4-FFF2-40B4-BE49-F238E27FC236}">
                <a16:creationId xmlns:a16="http://schemas.microsoft.com/office/drawing/2014/main" id="{BEFD820A-3013-1EF1-F47F-C28477A67773}"/>
              </a:ext>
            </a:extLst>
          </p:cNvPr>
          <p:cNvCxnSpPr>
            <a:cxnSpLocks/>
            <a:stCxn id="1752" idx="4"/>
            <a:endCxn id="1756" idx="0"/>
          </p:cNvCxnSpPr>
          <p:nvPr/>
        </p:nvCxnSpPr>
        <p:spPr>
          <a:xfrm>
            <a:off x="5183015"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0" name="Straight Arrow Connector 1759">
            <a:extLst>
              <a:ext uri="{FF2B5EF4-FFF2-40B4-BE49-F238E27FC236}">
                <a16:creationId xmlns:a16="http://schemas.microsoft.com/office/drawing/2014/main" id="{31553706-5A21-E75D-3333-8C0CA7BC0A9C}"/>
              </a:ext>
            </a:extLst>
          </p:cNvPr>
          <p:cNvCxnSpPr>
            <a:cxnSpLocks/>
            <a:stCxn id="1754" idx="2"/>
            <a:endCxn id="1752" idx="6"/>
          </p:cNvCxnSpPr>
          <p:nvPr/>
        </p:nvCxnSpPr>
        <p:spPr>
          <a:xfrm flipH="1">
            <a:off x="5375234" y="1657763"/>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1" name="Straight Arrow Connector 1760">
            <a:extLst>
              <a:ext uri="{FF2B5EF4-FFF2-40B4-BE49-F238E27FC236}">
                <a16:creationId xmlns:a16="http://schemas.microsoft.com/office/drawing/2014/main" id="{335B3CA1-7A14-0E86-56A6-4088CBB61D5A}"/>
              </a:ext>
            </a:extLst>
          </p:cNvPr>
          <p:cNvCxnSpPr>
            <a:cxnSpLocks/>
            <a:stCxn id="1755" idx="0"/>
            <a:endCxn id="1754" idx="4"/>
          </p:cNvCxnSpPr>
          <p:nvPr/>
        </p:nvCxnSpPr>
        <p:spPr>
          <a:xfrm flipV="1">
            <a:off x="7048352"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2" name="Straight Arrow Connector 1761">
            <a:extLst>
              <a:ext uri="{FF2B5EF4-FFF2-40B4-BE49-F238E27FC236}">
                <a16:creationId xmlns:a16="http://schemas.microsoft.com/office/drawing/2014/main" id="{EAFB754F-2AF8-D830-98BD-3E72F35113E4}"/>
              </a:ext>
            </a:extLst>
          </p:cNvPr>
          <p:cNvCxnSpPr>
            <a:cxnSpLocks/>
            <a:stCxn id="1756" idx="6"/>
            <a:endCxn id="1755" idx="2"/>
          </p:cNvCxnSpPr>
          <p:nvPr/>
        </p:nvCxnSpPr>
        <p:spPr>
          <a:xfrm>
            <a:off x="5375234" y="3775677"/>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3" name="Straight Arrow Connector 1762">
            <a:extLst>
              <a:ext uri="{FF2B5EF4-FFF2-40B4-BE49-F238E27FC236}">
                <a16:creationId xmlns:a16="http://schemas.microsoft.com/office/drawing/2014/main" id="{DC9FBFA4-BC7A-967B-EA75-543DB7DA169C}"/>
              </a:ext>
            </a:extLst>
          </p:cNvPr>
          <p:cNvCxnSpPr>
            <a:cxnSpLocks/>
            <a:stCxn id="1756" idx="7"/>
            <a:endCxn id="1754" idx="3"/>
          </p:cNvCxnSpPr>
          <p:nvPr/>
        </p:nvCxnSpPr>
        <p:spPr>
          <a:xfrm flipV="1">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4" name="Straight Arrow Connector 1763">
            <a:extLst>
              <a:ext uri="{FF2B5EF4-FFF2-40B4-BE49-F238E27FC236}">
                <a16:creationId xmlns:a16="http://schemas.microsoft.com/office/drawing/2014/main" id="{E371AE3D-9656-2291-D45A-B2734092FE9B}"/>
              </a:ext>
            </a:extLst>
          </p:cNvPr>
          <p:cNvCxnSpPr>
            <a:cxnSpLocks/>
            <a:stCxn id="1752" idx="5"/>
            <a:endCxn id="1755" idx="1"/>
          </p:cNvCxnSpPr>
          <p:nvPr/>
        </p:nvCxnSpPr>
        <p:spPr>
          <a:xfrm>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Straight Arrow Connector 1765">
            <a:extLst>
              <a:ext uri="{FF2B5EF4-FFF2-40B4-BE49-F238E27FC236}">
                <a16:creationId xmlns:a16="http://schemas.microsoft.com/office/drawing/2014/main" id="{B32C3F96-EE11-91A0-18D8-84663D5BF529}"/>
              </a:ext>
            </a:extLst>
          </p:cNvPr>
          <p:cNvCxnSpPr>
            <a:cxnSpLocks/>
            <a:endCxn id="1757" idx="6"/>
          </p:cNvCxnSpPr>
          <p:nvPr/>
        </p:nvCxnSpPr>
        <p:spPr>
          <a:xfrm flipH="1" flipV="1">
            <a:off x="4168934" y="2637874"/>
            <a:ext cx="2713518" cy="1056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7" name="Connector: Curved 1766">
            <a:extLst>
              <a:ext uri="{FF2B5EF4-FFF2-40B4-BE49-F238E27FC236}">
                <a16:creationId xmlns:a16="http://schemas.microsoft.com/office/drawing/2014/main" id="{678EA6C5-A27E-ADA4-0650-9DD16612F08D}"/>
              </a:ext>
            </a:extLst>
          </p:cNvPr>
          <p:cNvCxnSpPr>
            <a:cxnSpLocks/>
            <a:stCxn id="1752" idx="0"/>
            <a:endCxn id="1754" idx="0"/>
          </p:cNvCxnSpPr>
          <p:nvPr/>
        </p:nvCxnSpPr>
        <p:spPr>
          <a:xfrm rot="5400000" flipH="1" flipV="1">
            <a:off x="6115606" y="528639"/>
            <a:ext cx="9893" cy="1865337"/>
          </a:xfrm>
          <a:prstGeom prst="curvedConnector3">
            <a:avLst>
              <a:gd name="adj1" fmla="val 5033142"/>
            </a:avLst>
          </a:prstGeom>
          <a:ln>
            <a:tailEnd type="triangle"/>
          </a:ln>
        </p:spPr>
        <p:style>
          <a:lnRef idx="1">
            <a:schemeClr val="dk1"/>
          </a:lnRef>
          <a:fillRef idx="0">
            <a:schemeClr val="dk1"/>
          </a:fillRef>
          <a:effectRef idx="0">
            <a:schemeClr val="dk1"/>
          </a:effectRef>
          <a:fontRef idx="minor">
            <a:schemeClr val="tx1"/>
          </a:fontRef>
        </p:style>
      </p:cxnSp>
      <p:sp>
        <p:nvSpPr>
          <p:cNvPr id="1768" name="TextBox 1767">
            <a:extLst>
              <a:ext uri="{FF2B5EF4-FFF2-40B4-BE49-F238E27FC236}">
                <a16:creationId xmlns:a16="http://schemas.microsoft.com/office/drawing/2014/main" id="{749BE64E-54B7-808F-4483-B1EAD2B20B3F}"/>
              </a:ext>
            </a:extLst>
          </p:cNvPr>
          <p:cNvSpPr txBox="1"/>
          <p:nvPr/>
        </p:nvSpPr>
        <p:spPr>
          <a:xfrm>
            <a:off x="6189023" y="1925197"/>
            <a:ext cx="587487"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770" name="TextBox 1769">
            <a:extLst>
              <a:ext uri="{FF2B5EF4-FFF2-40B4-BE49-F238E27FC236}">
                <a16:creationId xmlns:a16="http://schemas.microsoft.com/office/drawing/2014/main" id="{231055FD-2337-F1F8-EB0D-B9D024DD43CD}"/>
              </a:ext>
            </a:extLst>
          </p:cNvPr>
          <p:cNvSpPr txBox="1"/>
          <p:nvPr/>
        </p:nvSpPr>
        <p:spPr>
          <a:xfrm>
            <a:off x="4254310" y="3208291"/>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1" name="TextBox 1770">
            <a:extLst>
              <a:ext uri="{FF2B5EF4-FFF2-40B4-BE49-F238E27FC236}">
                <a16:creationId xmlns:a16="http://schemas.microsoft.com/office/drawing/2014/main" id="{C3E7786E-392D-F322-4801-ED4FE3201FB2}"/>
              </a:ext>
            </a:extLst>
          </p:cNvPr>
          <p:cNvSpPr txBox="1"/>
          <p:nvPr/>
        </p:nvSpPr>
        <p:spPr>
          <a:xfrm>
            <a:off x="5967578" y="3819388"/>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sp>
        <p:nvSpPr>
          <p:cNvPr id="1772" name="TextBox 1771">
            <a:extLst>
              <a:ext uri="{FF2B5EF4-FFF2-40B4-BE49-F238E27FC236}">
                <a16:creationId xmlns:a16="http://schemas.microsoft.com/office/drawing/2014/main" id="{9AD54042-D962-0EC9-9377-FCCB99AF6131}"/>
              </a:ext>
            </a:extLst>
          </p:cNvPr>
          <p:cNvSpPr txBox="1"/>
          <p:nvPr/>
        </p:nvSpPr>
        <p:spPr>
          <a:xfrm>
            <a:off x="4254310" y="1902868"/>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773" name="TextBox 1772">
            <a:extLst>
              <a:ext uri="{FF2B5EF4-FFF2-40B4-BE49-F238E27FC236}">
                <a16:creationId xmlns:a16="http://schemas.microsoft.com/office/drawing/2014/main" id="{CF449B0D-D6A9-69AC-8DAF-DB6507569C8C}"/>
              </a:ext>
            </a:extLst>
          </p:cNvPr>
          <p:cNvSpPr txBox="1"/>
          <p:nvPr/>
        </p:nvSpPr>
        <p:spPr>
          <a:xfrm>
            <a:off x="7049007" y="2584856"/>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774" name="TextBox 1773">
            <a:extLst>
              <a:ext uri="{FF2B5EF4-FFF2-40B4-BE49-F238E27FC236}">
                <a16:creationId xmlns:a16="http://schemas.microsoft.com/office/drawing/2014/main" id="{B25F888A-60D8-95EB-9D91-B5756848E64F}"/>
              </a:ext>
            </a:extLst>
          </p:cNvPr>
          <p:cNvSpPr txBox="1"/>
          <p:nvPr/>
        </p:nvSpPr>
        <p:spPr>
          <a:xfrm>
            <a:off x="5723888" y="138380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778" name="TextBox 1777">
            <a:extLst>
              <a:ext uri="{FF2B5EF4-FFF2-40B4-BE49-F238E27FC236}">
                <a16:creationId xmlns:a16="http://schemas.microsoft.com/office/drawing/2014/main" id="{DF9529EA-A417-C4E4-2BD9-AE552E946108}"/>
              </a:ext>
            </a:extLst>
          </p:cNvPr>
          <p:cNvSpPr txBox="1"/>
          <p:nvPr/>
        </p:nvSpPr>
        <p:spPr>
          <a:xfrm>
            <a:off x="5494880" y="1938748"/>
            <a:ext cx="558224"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779" name="TextBox 1778">
            <a:extLst>
              <a:ext uri="{FF2B5EF4-FFF2-40B4-BE49-F238E27FC236}">
                <a16:creationId xmlns:a16="http://schemas.microsoft.com/office/drawing/2014/main" id="{2DBB6423-0D08-3C7D-07C4-7076D652FFE6}"/>
              </a:ext>
            </a:extLst>
          </p:cNvPr>
          <p:cNvSpPr txBox="1"/>
          <p:nvPr/>
        </p:nvSpPr>
        <p:spPr>
          <a:xfrm>
            <a:off x="4920205" y="2562323"/>
            <a:ext cx="305949" cy="269306"/>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
        <p:nvSpPr>
          <p:cNvPr id="1813" name="TextBox 1812">
            <a:extLst>
              <a:ext uri="{FF2B5EF4-FFF2-40B4-BE49-F238E27FC236}">
                <a16:creationId xmlns:a16="http://schemas.microsoft.com/office/drawing/2014/main" id="{A12CD531-6584-1DC9-7330-0320FCE4AE75}"/>
              </a:ext>
            </a:extLst>
          </p:cNvPr>
          <p:cNvSpPr txBox="1"/>
          <p:nvPr/>
        </p:nvSpPr>
        <p:spPr>
          <a:xfrm>
            <a:off x="4844955" y="1139787"/>
            <a:ext cx="389850" cy="369332"/>
          </a:xfrm>
          <a:prstGeom prst="rect">
            <a:avLst/>
          </a:prstGeom>
          <a:noFill/>
        </p:spPr>
        <p:txBody>
          <a:bodyPr wrap="none" rtlCol="0">
            <a:spAutoFit/>
          </a:bodyPr>
          <a:lstStyle/>
          <a:p>
            <a:r>
              <a:rPr lang="en-US" sz="1800" b="1" dirty="0">
                <a:solidFill>
                  <a:schemeClr val="bg2"/>
                </a:solidFill>
              </a:rPr>
              <a:t>-5</a:t>
            </a:r>
          </a:p>
        </p:txBody>
      </p:sp>
      <p:sp>
        <p:nvSpPr>
          <p:cNvPr id="1814" name="TextBox 1813">
            <a:extLst>
              <a:ext uri="{FF2B5EF4-FFF2-40B4-BE49-F238E27FC236}">
                <a16:creationId xmlns:a16="http://schemas.microsoft.com/office/drawing/2014/main" id="{FA76825F-2270-1537-6E09-68DE9BEA5B08}"/>
              </a:ext>
            </a:extLst>
          </p:cNvPr>
          <p:cNvSpPr txBox="1"/>
          <p:nvPr/>
        </p:nvSpPr>
        <p:spPr>
          <a:xfrm>
            <a:off x="3764656" y="2108025"/>
            <a:ext cx="389850" cy="369332"/>
          </a:xfrm>
          <a:prstGeom prst="rect">
            <a:avLst/>
          </a:prstGeom>
          <a:noFill/>
        </p:spPr>
        <p:txBody>
          <a:bodyPr wrap="none" rtlCol="0">
            <a:spAutoFit/>
          </a:bodyPr>
          <a:lstStyle/>
          <a:p>
            <a:r>
              <a:rPr lang="en-US" sz="1800" b="1" dirty="0">
                <a:solidFill>
                  <a:schemeClr val="bg2"/>
                </a:solidFill>
              </a:rPr>
              <a:t>-7</a:t>
            </a:r>
          </a:p>
        </p:txBody>
      </p:sp>
      <p:sp>
        <p:nvSpPr>
          <p:cNvPr id="1815" name="TextBox 1814">
            <a:extLst>
              <a:ext uri="{FF2B5EF4-FFF2-40B4-BE49-F238E27FC236}">
                <a16:creationId xmlns:a16="http://schemas.microsoft.com/office/drawing/2014/main" id="{6C30080D-F549-BA17-6515-D95AEC0787EB}"/>
              </a:ext>
            </a:extLst>
          </p:cNvPr>
          <p:cNvSpPr txBox="1"/>
          <p:nvPr/>
        </p:nvSpPr>
        <p:spPr>
          <a:xfrm>
            <a:off x="4976233" y="3904884"/>
            <a:ext cx="312906" cy="369332"/>
          </a:xfrm>
          <a:prstGeom prst="rect">
            <a:avLst/>
          </a:prstGeom>
          <a:noFill/>
        </p:spPr>
        <p:txBody>
          <a:bodyPr wrap="none" rtlCol="0">
            <a:spAutoFit/>
          </a:bodyPr>
          <a:lstStyle/>
          <a:p>
            <a:r>
              <a:rPr lang="en-US" sz="1800" b="1" dirty="0">
                <a:solidFill>
                  <a:schemeClr val="bg2"/>
                </a:solidFill>
              </a:rPr>
              <a:t>0</a:t>
            </a:r>
          </a:p>
        </p:txBody>
      </p:sp>
      <p:sp>
        <p:nvSpPr>
          <p:cNvPr id="1816" name="TextBox 1815">
            <a:extLst>
              <a:ext uri="{FF2B5EF4-FFF2-40B4-BE49-F238E27FC236}">
                <a16:creationId xmlns:a16="http://schemas.microsoft.com/office/drawing/2014/main" id="{16C677DC-4B24-BF6A-2075-6062085544FD}"/>
              </a:ext>
            </a:extLst>
          </p:cNvPr>
          <p:cNvSpPr txBox="1"/>
          <p:nvPr/>
        </p:nvSpPr>
        <p:spPr>
          <a:xfrm>
            <a:off x="7122026" y="1208162"/>
            <a:ext cx="389850" cy="369332"/>
          </a:xfrm>
          <a:prstGeom prst="rect">
            <a:avLst/>
          </a:prstGeom>
          <a:noFill/>
        </p:spPr>
        <p:txBody>
          <a:bodyPr wrap="none" rtlCol="0">
            <a:spAutoFit/>
          </a:bodyPr>
          <a:lstStyle/>
          <a:p>
            <a:r>
              <a:rPr lang="en-US" sz="1800" b="1" dirty="0">
                <a:solidFill>
                  <a:schemeClr val="bg2"/>
                </a:solidFill>
              </a:rPr>
              <a:t>-3</a:t>
            </a:r>
          </a:p>
        </p:txBody>
      </p:sp>
      <p:sp>
        <p:nvSpPr>
          <p:cNvPr id="1817" name="TextBox 1816">
            <a:extLst>
              <a:ext uri="{FF2B5EF4-FFF2-40B4-BE49-F238E27FC236}">
                <a16:creationId xmlns:a16="http://schemas.microsoft.com/office/drawing/2014/main" id="{5FBF6B09-7EAE-264A-7E46-7084265B2B78}"/>
              </a:ext>
            </a:extLst>
          </p:cNvPr>
          <p:cNvSpPr txBox="1"/>
          <p:nvPr/>
        </p:nvSpPr>
        <p:spPr>
          <a:xfrm>
            <a:off x="6844594" y="3939705"/>
            <a:ext cx="389850" cy="369332"/>
          </a:xfrm>
          <a:prstGeom prst="rect">
            <a:avLst/>
          </a:prstGeom>
          <a:noFill/>
        </p:spPr>
        <p:txBody>
          <a:bodyPr wrap="none" rtlCol="0">
            <a:spAutoFit/>
          </a:bodyPr>
          <a:lstStyle/>
          <a:p>
            <a:r>
              <a:rPr lang="en-US" sz="1800" b="1" dirty="0">
                <a:solidFill>
                  <a:schemeClr val="bg2"/>
                </a:solidFill>
              </a:rPr>
              <a:t>-9</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5DD6295-3E0C-576F-903F-B25B6A769B71}"/>
                  </a:ext>
                </a:extLst>
              </p:cNvPr>
              <p:cNvSpPr txBox="1"/>
              <p:nvPr/>
            </p:nvSpPr>
            <p:spPr>
              <a:xfrm>
                <a:off x="445309" y="146073"/>
                <a:ext cx="3748809" cy="2031325"/>
              </a:xfrm>
              <a:prstGeom prst="rect">
                <a:avLst/>
              </a:prstGeom>
              <a:noFill/>
            </p:spPr>
            <p:txBody>
              <a:bodyPr wrap="square">
                <a:spAutoFit/>
              </a:bodyPr>
              <a:lstStyle/>
              <a:p>
                <a:r>
                  <a:rPr lang="en-US" dirty="0">
                    <a:latin typeface="Poppins" panose="00000500000000000000" pitchFamily="2" charset="0"/>
                    <a:cs typeface="Poppins" panose="00000500000000000000" pitchFamily="2" charset="0"/>
                  </a:rPr>
                  <a:t>3.  Compute the </a:t>
                </a:r>
                <a:r>
                  <a:rPr lang="en-US" b="1" dirty="0">
                    <a:latin typeface="Poppins" panose="00000500000000000000" pitchFamily="2" charset="0"/>
                    <a:cs typeface="Poppins" panose="00000500000000000000" pitchFamily="2" charset="0"/>
                  </a:rPr>
                  <a:t>new weights </a:t>
                </a:r>
                <a:r>
                  <a:rPr lang="en-US" dirty="0">
                    <a:latin typeface="Poppins" panose="00000500000000000000" pitchFamily="2" charset="0"/>
                    <a:cs typeface="Poppins" panose="00000500000000000000" pitchFamily="2" charset="0"/>
                  </a:rPr>
                  <a:t>using the      following formula:</a:t>
                </a:r>
              </a:p>
              <a:p>
                <a:pPr marL="0" indent="0"/>
                <a:r>
                  <a:rPr lang="en-US" b="1" dirty="0">
                    <a:solidFill>
                      <a:schemeClr val="accent2">
                        <a:lumMod val="50000"/>
                      </a:schemeClr>
                    </a:solidFill>
                    <a:latin typeface="Poppins" panose="00000500000000000000" pitchFamily="2" charset="0"/>
                    <a:cs typeface="Poppins" panose="00000500000000000000" pitchFamily="2" charset="0"/>
                  </a:rPr>
                  <a:t> </a:t>
                </a:r>
                <a14:m>
                  <m:oMath xmlns:m="http://schemas.openxmlformats.org/officeDocument/2006/math">
                    <m:r>
                      <a:rPr lang="en-US" b="1" i="1" smtClean="0">
                        <a:solidFill>
                          <a:schemeClr val="accent2">
                            <a:lumMod val="50000"/>
                          </a:schemeClr>
                        </a:solidFill>
                        <a:latin typeface="Cambria Math" panose="02040503050406030204" pitchFamily="18" charset="0"/>
                        <a:cs typeface="Poppins" panose="00000500000000000000" pitchFamily="2" charset="0"/>
                      </a:rPr>
                      <m:t>𝑫</m:t>
                    </m:r>
                    <m:r>
                      <a:rPr lang="en-US" b="1" i="1" smtClean="0">
                        <a:solidFill>
                          <a:schemeClr val="accent2">
                            <a:lumMod val="50000"/>
                          </a:schemeClr>
                        </a:solidFill>
                        <a:latin typeface="Cambria Math" panose="02040503050406030204" pitchFamily="18" charset="0"/>
                        <a:cs typeface="Poppins" panose="00000500000000000000" pitchFamily="2" charset="0"/>
                      </a:rPr>
                      <m:t>`</m:t>
                    </m:r>
                    <m:d>
                      <m:dPr>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𝒊</m:t>
                        </m:r>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𝒋</m:t>
                        </m:r>
                      </m:e>
                    </m:d>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𝑫</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a:solidFill>
                              <a:schemeClr val="accent2">
                                <a:lumMod val="50000"/>
                              </a:schemeClr>
                            </a:solidFill>
                            <a:latin typeface="Cambria Math" panose="02040503050406030204" pitchFamily="18" charset="0"/>
                            <a:cs typeface="Poppins" panose="00000500000000000000" pitchFamily="2" charset="0"/>
                          </a:rPr>
                          <m:t>𝒊</m:t>
                        </m:r>
                        <m:r>
                          <a:rPr lang="en-US" b="1" i="1">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𝒋</m:t>
                        </m:r>
                      </m:e>
                    </m:d>
                    <m:r>
                      <a:rPr lang="en-US" b="1" i="1" smtClean="0">
                        <a:solidFill>
                          <a:schemeClr val="accent2">
                            <a:lumMod val="50000"/>
                          </a:schemeClr>
                        </a:solidFill>
                        <a:latin typeface="Cambria Math" panose="02040503050406030204" pitchFamily="18" charset="0"/>
                        <a:cs typeface="Poppins" panose="00000500000000000000" pitchFamily="2" charset="0"/>
                      </a:rPr>
                      <m:t>+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𝒊</m:t>
                        </m:r>
                      </m:e>
                    </m:d>
                    <m:r>
                      <a:rPr lang="en-US" b="1" i="1" smtClean="0">
                        <a:solidFill>
                          <a:schemeClr val="accent2">
                            <a:lumMod val="50000"/>
                          </a:schemeClr>
                        </a:solidFill>
                        <a:latin typeface="Cambria Math" panose="02040503050406030204" pitchFamily="18" charset="0"/>
                        <a:cs typeface="Poppins" panose="00000500000000000000" pitchFamily="2" charset="0"/>
                      </a:rPr>
                      <m:t> −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𝒋</m:t>
                        </m:r>
                      </m:e>
                    </m:d>
                  </m:oMath>
                </a14:m>
                <a:endParaRPr lang="en-US" b="1" dirty="0">
                  <a:solidFill>
                    <a:schemeClr val="accent2">
                      <a:lumMod val="50000"/>
                    </a:schemeClr>
                  </a:solidFill>
                  <a:latin typeface="Poppins" panose="00000500000000000000" pitchFamily="2" charset="0"/>
                  <a:cs typeface="Poppins" panose="00000500000000000000" pitchFamily="2" charset="0"/>
                </a:endParaRPr>
              </a:p>
              <a:p>
                <a:pPr marL="0" indent="0"/>
                <a:r>
                  <a:rPr lang="en-US" dirty="0">
                    <a:latin typeface="Poppins" panose="00000500000000000000" pitchFamily="2" charset="0"/>
                    <a:cs typeface="Poppins" panose="00000500000000000000" pitchFamily="2" charset="0"/>
                  </a:rPr>
                  <a:t>Where,</a:t>
                </a:r>
              </a:p>
              <a:p>
                <a:pPr marL="0" indent="0"/>
                <a14:m>
                  <m:oMath xmlns:m="http://schemas.openxmlformats.org/officeDocument/2006/math">
                    <m:r>
                      <a:rPr lang="en-US" i="1" smtClean="0">
                        <a:solidFill>
                          <a:schemeClr val="accent2">
                            <a:lumMod val="50000"/>
                          </a:schemeClr>
                        </a:solidFill>
                        <a:latin typeface="Cambria Math" panose="02040503050406030204" pitchFamily="18" charset="0"/>
                        <a:cs typeface="Poppins" panose="00000500000000000000" pitchFamily="2" charset="0"/>
                      </a:rPr>
                      <m:t>𝐷</m:t>
                    </m:r>
                    <m:d>
                      <m:dPr>
                        <m:ctrlPr>
                          <a:rPr lang="en-US" i="1">
                            <a:solidFill>
                              <a:schemeClr val="accent2">
                                <a:lumMod val="50000"/>
                              </a:schemeClr>
                            </a:solidFill>
                            <a:latin typeface="Cambria Math" panose="02040503050406030204" pitchFamily="18" charset="0"/>
                            <a:cs typeface="Poppins" panose="00000500000000000000" pitchFamily="2" charset="0"/>
                          </a:rPr>
                        </m:ctrlPr>
                      </m:dPr>
                      <m:e>
                        <m:r>
                          <a:rPr lang="en-US" i="1">
                            <a:solidFill>
                              <a:schemeClr val="accent2">
                                <a:lumMod val="50000"/>
                              </a:schemeClr>
                            </a:solidFill>
                            <a:latin typeface="Cambria Math" panose="02040503050406030204" pitchFamily="18" charset="0"/>
                            <a:cs typeface="Poppins" panose="00000500000000000000" pitchFamily="2" charset="0"/>
                          </a:rPr>
                          <m:t>𝑖</m:t>
                        </m:r>
                        <m:r>
                          <a:rPr lang="en-US" i="1">
                            <a:solidFill>
                              <a:schemeClr val="accent2">
                                <a:lumMod val="50000"/>
                              </a:schemeClr>
                            </a:solidFill>
                            <a:latin typeface="Cambria Math" panose="02040503050406030204" pitchFamily="18" charset="0"/>
                            <a:cs typeface="Poppins" panose="00000500000000000000" pitchFamily="2" charset="0"/>
                          </a:rPr>
                          <m:t>,</m:t>
                        </m:r>
                        <m:r>
                          <a:rPr lang="en-US" i="1">
                            <a:solidFill>
                              <a:schemeClr val="accent2">
                                <a:lumMod val="50000"/>
                              </a:schemeClr>
                            </a:solidFill>
                            <a:latin typeface="Cambria Math" panose="02040503050406030204" pitchFamily="18" charset="0"/>
                            <a:cs typeface="Poppins" panose="00000500000000000000" pitchFamily="2" charset="0"/>
                          </a:rPr>
                          <m:t>𝑗</m:t>
                        </m:r>
                      </m:e>
                    </m:d>
                    <m:r>
                      <a:rPr lang="en-US" b="0" i="0" smtClean="0">
                        <a:solidFill>
                          <a:schemeClr val="accent2">
                            <a:lumMod val="50000"/>
                          </a:schemeClr>
                        </a:solidFill>
                        <a:latin typeface="Cambria Math" panose="02040503050406030204" pitchFamily="18" charset="0"/>
                        <a:cs typeface="Poppins" panose="00000500000000000000" pitchFamily="2" charset="0"/>
                      </a:rPr>
                      <m:t> </m:t>
                    </m:r>
                  </m:oMath>
                </a14:m>
                <a:r>
                  <a:rPr lang="en-US" b="0" dirty="0">
                    <a:latin typeface="Poppins" panose="00000500000000000000" pitchFamily="2" charset="0"/>
                    <a:cs typeface="Poppins" panose="00000500000000000000" pitchFamily="2" charset="0"/>
                  </a:rPr>
                  <a:t>is the old weight of the edge,</a:t>
                </a:r>
              </a:p>
              <a:p>
                <a:pPr marL="0" indent="0"/>
                <a:r>
                  <a:rPr lang="en-US" b="0" dirty="0">
                    <a:solidFill>
                      <a:schemeClr val="accent2">
                        <a:lumMod val="50000"/>
                      </a:schemeClr>
                    </a:solidFill>
                    <a:latin typeface="Poppins" panose="00000500000000000000" pitchFamily="2" charset="0"/>
                    <a:cs typeface="Poppins" panose="00000500000000000000" pitchFamily="2" charset="0"/>
                  </a:rPr>
                  <a:t> </a:t>
                </a:r>
                <a14:m>
                  <m:oMath xmlns:m="http://schemas.openxmlformats.org/officeDocument/2006/math">
                    <m:r>
                      <a:rPr lang="en-US" b="0" i="1" smtClean="0">
                        <a:solidFill>
                          <a:schemeClr val="accent2">
                            <a:lumMod val="50000"/>
                          </a:schemeClr>
                        </a:solidFill>
                        <a:latin typeface="Cambria Math" panose="02040503050406030204" pitchFamily="18" charset="0"/>
                        <a:cs typeface="Poppins" panose="00000500000000000000" pitchFamily="2" charset="0"/>
                      </a:rPr>
                      <m:t>h</m:t>
                    </m:r>
                    <m:d>
                      <m:dPr>
                        <m:begChr m:val="["/>
                        <m:endChr m:val="]"/>
                        <m:ctrlPr>
                          <a:rPr lang="en-US" b="0" i="1" smtClean="0">
                            <a:solidFill>
                              <a:schemeClr val="accent2">
                                <a:lumMod val="50000"/>
                              </a:schemeClr>
                            </a:solidFill>
                            <a:latin typeface="Cambria Math" panose="02040503050406030204" pitchFamily="18" charset="0"/>
                            <a:cs typeface="Poppins" panose="00000500000000000000" pitchFamily="2" charset="0"/>
                          </a:rPr>
                        </m:ctrlPr>
                      </m:dPr>
                      <m:e>
                        <m:r>
                          <a:rPr lang="en-US" b="0" i="1" smtClean="0">
                            <a:solidFill>
                              <a:schemeClr val="accent2">
                                <a:lumMod val="50000"/>
                              </a:schemeClr>
                            </a:solidFill>
                            <a:latin typeface="Cambria Math" panose="02040503050406030204" pitchFamily="18" charset="0"/>
                            <a:cs typeface="Poppins" panose="00000500000000000000" pitchFamily="2" charset="0"/>
                          </a:rPr>
                          <m:t>𝑖</m:t>
                        </m:r>
                      </m:e>
                    </m:d>
                    <m:r>
                      <a:rPr lang="en-US" b="0" i="1" smtClean="0">
                        <a:solidFill>
                          <a:schemeClr val="accent2">
                            <a:lumMod val="50000"/>
                          </a:schemeClr>
                        </a:solidFill>
                        <a:latin typeface="Cambria Math" panose="02040503050406030204" pitchFamily="18" charset="0"/>
                        <a:cs typeface="Poppins" panose="00000500000000000000" pitchFamily="2" charset="0"/>
                      </a:rPr>
                      <m:t> </m:t>
                    </m:r>
                  </m:oMath>
                </a14:m>
                <a:r>
                  <a:rPr lang="en-US" b="0" dirty="0">
                    <a:solidFill>
                      <a:schemeClr val="accent2">
                        <a:lumMod val="50000"/>
                      </a:schemeClr>
                    </a:solidFill>
                    <a:latin typeface="Poppins" panose="00000500000000000000" pitchFamily="2" charset="0"/>
                    <a:cs typeface="Poppins" panose="00000500000000000000" pitchFamily="2" charset="0"/>
                  </a:rPr>
                  <a:t>   </a:t>
                </a:r>
                <a:r>
                  <a:rPr lang="en-US" b="0" dirty="0">
                    <a:latin typeface="Poppins" panose="00000500000000000000" pitchFamily="2" charset="0"/>
                    <a:cs typeface="Poppins" panose="00000500000000000000" pitchFamily="2" charset="0"/>
                  </a:rPr>
                  <a:t>is the source node value,</a:t>
                </a:r>
              </a:p>
              <a:p>
                <a:pPr marL="0" indent="0"/>
                <a14:m>
                  <m:oMath xmlns:m="http://schemas.openxmlformats.org/officeDocument/2006/math">
                    <m:r>
                      <a:rPr lang="en-US" b="0" i="1" smtClean="0">
                        <a:latin typeface="Cambria Math" panose="02040503050406030204" pitchFamily="18" charset="0"/>
                        <a:cs typeface="Poppins" panose="00000500000000000000" pitchFamily="2" charset="0"/>
                      </a:rPr>
                      <m:t> </m:t>
                    </m:r>
                    <m:r>
                      <a:rPr lang="en-US" b="0" i="1" smtClean="0">
                        <a:solidFill>
                          <a:schemeClr val="accent2">
                            <a:lumMod val="50000"/>
                          </a:schemeClr>
                        </a:solidFill>
                        <a:latin typeface="Cambria Math" panose="02040503050406030204" pitchFamily="18" charset="0"/>
                        <a:cs typeface="Poppins" panose="00000500000000000000" pitchFamily="2" charset="0"/>
                      </a:rPr>
                      <m:t>h</m:t>
                    </m:r>
                    <m:d>
                      <m:dPr>
                        <m:begChr m:val="["/>
                        <m:endChr m:val="]"/>
                        <m:ctrlPr>
                          <a:rPr lang="en-US" b="0" i="1" smtClean="0">
                            <a:solidFill>
                              <a:schemeClr val="accent2">
                                <a:lumMod val="50000"/>
                              </a:schemeClr>
                            </a:solidFill>
                            <a:latin typeface="Cambria Math" panose="02040503050406030204" pitchFamily="18" charset="0"/>
                            <a:cs typeface="Poppins" panose="00000500000000000000" pitchFamily="2" charset="0"/>
                          </a:rPr>
                        </m:ctrlPr>
                      </m:dPr>
                      <m:e>
                        <m:r>
                          <a:rPr lang="en-US" b="0" i="1" smtClean="0">
                            <a:solidFill>
                              <a:schemeClr val="accent2">
                                <a:lumMod val="50000"/>
                              </a:schemeClr>
                            </a:solidFill>
                            <a:latin typeface="Cambria Math" panose="02040503050406030204" pitchFamily="18" charset="0"/>
                            <a:cs typeface="Poppins" panose="00000500000000000000" pitchFamily="2" charset="0"/>
                          </a:rPr>
                          <m:t>𝑗</m:t>
                        </m:r>
                      </m:e>
                    </m:d>
                    <m:r>
                      <a:rPr lang="en-US" b="0" i="0" smtClean="0">
                        <a:solidFill>
                          <a:schemeClr val="accent2">
                            <a:lumMod val="50000"/>
                          </a:schemeClr>
                        </a:solidFill>
                        <a:latin typeface="Cambria Math" panose="02040503050406030204" pitchFamily="18" charset="0"/>
                        <a:cs typeface="Poppins" panose="00000500000000000000" pitchFamily="2" charset="0"/>
                      </a:rPr>
                      <m:t>  </m:t>
                    </m:r>
                  </m:oMath>
                </a14:m>
                <a:r>
                  <a:rPr lang="en-US" b="0" dirty="0">
                    <a:solidFill>
                      <a:schemeClr val="accent2">
                        <a:lumMod val="50000"/>
                      </a:schemeClr>
                    </a:solidFill>
                    <a:latin typeface="Poppins" panose="00000500000000000000" pitchFamily="2" charset="0"/>
                    <a:cs typeface="Poppins" panose="00000500000000000000" pitchFamily="2" charset="0"/>
                  </a:rPr>
                  <a:t>  </a:t>
                </a:r>
                <a:r>
                  <a:rPr lang="en-US" b="0" dirty="0">
                    <a:latin typeface="Poppins" panose="00000500000000000000" pitchFamily="2" charset="0"/>
                    <a:cs typeface="Poppins" panose="00000500000000000000" pitchFamily="2" charset="0"/>
                  </a:rPr>
                  <a:t>is the destination node value.</a:t>
                </a:r>
              </a:p>
              <a:p>
                <a:pPr marL="0" indent="0"/>
                <a:endParaRPr lang="en-US" b="0" dirty="0">
                  <a:latin typeface="Poppins" panose="00000500000000000000" pitchFamily="2" charset="0"/>
                  <a:cs typeface="Poppins" panose="00000500000000000000" pitchFamily="2" charset="0"/>
                </a:endParaRPr>
              </a:p>
              <a:p>
                <a:pPr marL="0" indent="0"/>
                <a:endParaRPr lang="en-US" dirty="0">
                  <a:latin typeface="Poppins" panose="00000500000000000000" pitchFamily="2" charset="0"/>
                  <a:cs typeface="Poppins" panose="00000500000000000000" pitchFamily="2" charset="0"/>
                </a:endParaRPr>
              </a:p>
            </p:txBody>
          </p:sp>
        </mc:Choice>
        <mc:Fallback xmlns="">
          <p:sp>
            <p:nvSpPr>
              <p:cNvPr id="2" name="TextBox 1">
                <a:extLst>
                  <a:ext uri="{FF2B5EF4-FFF2-40B4-BE49-F238E27FC236}">
                    <a16:creationId xmlns:a16="http://schemas.microsoft.com/office/drawing/2014/main" id="{85DD6295-3E0C-576F-903F-B25B6A769B71}"/>
                  </a:ext>
                </a:extLst>
              </p:cNvPr>
              <p:cNvSpPr txBox="1">
                <a:spLocks noRot="1" noChangeAspect="1" noMove="1" noResize="1" noEditPoints="1" noAdjustHandles="1" noChangeArrowheads="1" noChangeShapeType="1" noTextEdit="1"/>
              </p:cNvSpPr>
              <p:nvPr/>
            </p:nvSpPr>
            <p:spPr>
              <a:xfrm>
                <a:off x="445309" y="146073"/>
                <a:ext cx="3748809" cy="2031325"/>
              </a:xfrm>
              <a:prstGeom prst="rect">
                <a:avLst/>
              </a:prstGeom>
              <a:blipFill>
                <a:blip r:embed="rId3"/>
                <a:stretch>
                  <a:fillRect l="-488" t="-601" r="-552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76E8FDA-A3F8-5A02-0FCE-F0E2DBC21B99}"/>
              </a:ext>
            </a:extLst>
          </p:cNvPr>
          <p:cNvSpPr txBox="1"/>
          <p:nvPr/>
        </p:nvSpPr>
        <p:spPr>
          <a:xfrm>
            <a:off x="4253207" y="1902469"/>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CCD9D1E-AF9F-85AD-34FE-4883E3B81EDC}"/>
                  </a:ext>
                </a:extLst>
              </p:cNvPr>
              <p:cNvSpPr txBox="1"/>
              <p:nvPr/>
            </p:nvSpPr>
            <p:spPr>
              <a:xfrm>
                <a:off x="678180" y="2277302"/>
                <a:ext cx="2832699" cy="11695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accent2">
                              <a:lumMod val="50000"/>
                            </a:schemeClr>
                          </a:solidFill>
                          <a:latin typeface="Cambria Math" panose="02040503050406030204" pitchFamily="18" charset="0"/>
                          <a:cs typeface="Poppins" panose="00000500000000000000" pitchFamily="2" charset="0"/>
                        </a:rPr>
                        <m:t>𝑫</m:t>
                      </m:r>
                      <m:r>
                        <a:rPr lang="en-US" b="1" i="1" smtClean="0">
                          <a:solidFill>
                            <a:schemeClr val="accent2">
                              <a:lumMod val="50000"/>
                            </a:schemeClr>
                          </a:solidFill>
                          <a:latin typeface="Cambria Math" panose="02040503050406030204" pitchFamily="18" charset="0"/>
                          <a:cs typeface="Poppins" panose="00000500000000000000" pitchFamily="2" charset="0"/>
                        </a:rPr>
                        <m:t>`</m:t>
                      </m:r>
                      <m:d>
                        <m:dPr>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𝒊</m:t>
                          </m:r>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𝒋</m:t>
                          </m:r>
                        </m:e>
                      </m:d>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𝑫</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a:solidFill>
                                <a:schemeClr val="accent2">
                                  <a:lumMod val="50000"/>
                                </a:schemeClr>
                              </a:solidFill>
                              <a:latin typeface="Cambria Math" panose="02040503050406030204" pitchFamily="18" charset="0"/>
                              <a:cs typeface="Poppins" panose="00000500000000000000" pitchFamily="2" charset="0"/>
                            </a:rPr>
                            <m:t>𝒊</m:t>
                          </m:r>
                          <m:r>
                            <a:rPr lang="en-US" b="1" i="1">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𝒋</m:t>
                          </m:r>
                        </m:e>
                      </m:d>
                      <m:r>
                        <a:rPr lang="en-US" b="1" i="1" smtClean="0">
                          <a:solidFill>
                            <a:schemeClr val="accent2">
                              <a:lumMod val="50000"/>
                            </a:schemeClr>
                          </a:solidFill>
                          <a:latin typeface="Cambria Math" panose="02040503050406030204" pitchFamily="18" charset="0"/>
                          <a:cs typeface="Poppins" panose="00000500000000000000" pitchFamily="2" charset="0"/>
                        </a:rPr>
                        <m:t>+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𝒊</m:t>
                          </m:r>
                        </m:e>
                      </m:d>
                      <m:r>
                        <a:rPr lang="en-US" b="1" i="1" smtClean="0">
                          <a:solidFill>
                            <a:schemeClr val="accent2">
                              <a:lumMod val="50000"/>
                            </a:schemeClr>
                          </a:solidFill>
                          <a:latin typeface="Cambria Math" panose="02040503050406030204" pitchFamily="18" charset="0"/>
                          <a:cs typeface="Poppins" panose="00000500000000000000" pitchFamily="2" charset="0"/>
                        </a:rPr>
                        <m:t> −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𝒋</m:t>
                          </m:r>
                        </m:e>
                      </m:d>
                    </m:oMath>
                  </m:oMathPara>
                </a14:m>
                <a:endParaRPr lang="en-US" dirty="0"/>
              </a:p>
              <a:p>
                <a:pPr/>
                <a14:m>
                  <m:oMathPara xmlns:m="http://schemas.openxmlformats.org/officeDocument/2006/math">
                    <m:oMathParaPr>
                      <m:jc m:val="centerGroup"/>
                    </m:oMathParaPr>
                    <m:oMath xmlns:m="http://schemas.openxmlformats.org/officeDocument/2006/math">
                      <m:r>
                        <a:rPr lang="en-US" b="1" i="1" smtClean="0">
                          <a:solidFill>
                            <a:schemeClr val="accent2">
                              <a:lumMod val="50000"/>
                            </a:schemeClr>
                          </a:solidFill>
                          <a:latin typeface="Cambria Math" panose="02040503050406030204" pitchFamily="18" charset="0"/>
                          <a:cs typeface="Poppins" panose="00000500000000000000" pitchFamily="2" charset="0"/>
                        </a:rPr>
                        <m:t>𝑫</m:t>
                      </m:r>
                      <m:r>
                        <a:rPr lang="en-US" b="1" i="1" smtClean="0">
                          <a:solidFill>
                            <a:schemeClr val="accent2">
                              <a:lumMod val="50000"/>
                            </a:schemeClr>
                          </a:solidFill>
                          <a:latin typeface="Cambria Math" panose="02040503050406030204" pitchFamily="18" charset="0"/>
                          <a:cs typeface="Poppins" panose="00000500000000000000" pitchFamily="2" charset="0"/>
                        </a:rPr>
                        <m:t>`</m:t>
                      </m:r>
                      <m:d>
                        <m:dPr>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𝒔</m:t>
                          </m:r>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𝒕</m:t>
                          </m:r>
                        </m:e>
                      </m:d>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𝑫</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𝒔</m:t>
                          </m:r>
                          <m:r>
                            <a:rPr lang="en-US" b="1" i="1">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𝒕</m:t>
                          </m:r>
                        </m:e>
                      </m:d>
                      <m:r>
                        <a:rPr lang="en-US" b="1" i="1" smtClean="0">
                          <a:solidFill>
                            <a:schemeClr val="accent2">
                              <a:lumMod val="50000"/>
                            </a:schemeClr>
                          </a:solidFill>
                          <a:latin typeface="Cambria Math" panose="02040503050406030204" pitchFamily="18" charset="0"/>
                          <a:cs typeface="Poppins" panose="00000500000000000000" pitchFamily="2" charset="0"/>
                        </a:rPr>
                        <m:t>+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𝒔</m:t>
                          </m:r>
                        </m:e>
                      </m:d>
                      <m:r>
                        <a:rPr lang="en-US" b="1" i="1" smtClean="0">
                          <a:solidFill>
                            <a:schemeClr val="accent2">
                              <a:lumMod val="50000"/>
                            </a:schemeClr>
                          </a:solidFill>
                          <a:latin typeface="Cambria Math" panose="02040503050406030204" pitchFamily="18" charset="0"/>
                          <a:cs typeface="Poppins" panose="00000500000000000000" pitchFamily="2" charset="0"/>
                        </a:rPr>
                        <m:t> −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𝒕</m:t>
                          </m:r>
                        </m:e>
                      </m:d>
                    </m:oMath>
                  </m:oMathPara>
                </a14:m>
                <a:endParaRPr lang="en-US" dirty="0"/>
              </a:p>
              <a:p>
                <a:pPr/>
                <a14:m>
                  <m:oMathPara xmlns:m="http://schemas.openxmlformats.org/officeDocument/2006/math">
                    <m:oMathParaPr>
                      <m:jc m:val="centerGroup"/>
                    </m:oMathParaPr>
                    <m:oMath xmlns:m="http://schemas.openxmlformats.org/officeDocument/2006/math">
                      <m:r>
                        <a:rPr lang="en-US" b="1" i="1" smtClean="0">
                          <a:solidFill>
                            <a:schemeClr val="accent2">
                              <a:lumMod val="50000"/>
                            </a:schemeClr>
                          </a:solidFill>
                          <a:latin typeface="Cambria Math" panose="02040503050406030204" pitchFamily="18" charset="0"/>
                          <a:cs typeface="Poppins" panose="00000500000000000000" pitchFamily="2" charset="0"/>
                        </a:rPr>
                        <m:t>      =</m:t>
                      </m:r>
                      <m:r>
                        <a:rPr lang="en-US" b="1" i="1" smtClean="0">
                          <a:solidFill>
                            <a:schemeClr val="accent2">
                              <a:lumMod val="50000"/>
                            </a:schemeClr>
                          </a:solidFill>
                          <a:latin typeface="Cambria Math" panose="02040503050406030204" pitchFamily="18" charset="0"/>
                          <a:cs typeface="Poppins" panose="00000500000000000000" pitchFamily="2" charset="0"/>
                        </a:rPr>
                        <m:t>𝟔</m:t>
                      </m:r>
                      <m:r>
                        <a:rPr lang="en-US" b="1" i="1" smtClean="0">
                          <a:solidFill>
                            <a:schemeClr val="accent2">
                              <a:lumMod val="50000"/>
                            </a:schemeClr>
                          </a:solidFill>
                          <a:latin typeface="Cambria Math" panose="02040503050406030204" pitchFamily="18" charset="0"/>
                          <a:cs typeface="Poppins" panose="00000500000000000000" pitchFamily="2" charset="0"/>
                        </a:rPr>
                        <m:t>+</m:t>
                      </m:r>
                      <m:d>
                        <m:dPr>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𝟕</m:t>
                          </m:r>
                        </m:e>
                      </m:d>
                      <m:r>
                        <a:rPr lang="en-US" b="1" i="1" smtClean="0">
                          <a:solidFill>
                            <a:schemeClr val="accent2">
                              <a:lumMod val="50000"/>
                            </a:schemeClr>
                          </a:solidFill>
                          <a:latin typeface="Cambria Math" panose="02040503050406030204" pitchFamily="18" charset="0"/>
                          <a:cs typeface="Poppins" panose="00000500000000000000" pitchFamily="2" charset="0"/>
                        </a:rPr>
                        <m:t>−</m:t>
                      </m:r>
                      <m:d>
                        <m:dPr>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𝟓</m:t>
                          </m:r>
                        </m:e>
                      </m:d>
                    </m:oMath>
                  </m:oMathPara>
                </a14:m>
                <a:endParaRPr lang="en-US" b="1" i="1" dirty="0">
                  <a:solidFill>
                    <a:schemeClr val="accent2">
                      <a:lumMod val="50000"/>
                    </a:schemeClr>
                  </a:solidFill>
                  <a:latin typeface="Cambria Math" panose="02040503050406030204" pitchFamily="18" charset="0"/>
                  <a:cs typeface="Poppins" panose="00000500000000000000" pitchFamily="2" charset="0"/>
                </a:endParaRPr>
              </a:p>
              <a:p>
                <a:pPr/>
                <a14:m>
                  <m:oMathPara xmlns:m="http://schemas.openxmlformats.org/officeDocument/2006/math">
                    <m:oMathParaPr>
                      <m:jc m:val="center"/>
                    </m:oMathParaPr>
                    <m:oMath xmlns:m="http://schemas.openxmlformats.org/officeDocument/2006/math">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1"/>
                          </a:solidFill>
                          <a:latin typeface="Cambria Math" panose="02040503050406030204" pitchFamily="18" charset="0"/>
                          <a:cs typeface="Poppins" panose="00000500000000000000" pitchFamily="2" charset="0"/>
                        </a:rPr>
                        <m:t>𝟒</m:t>
                      </m:r>
                    </m:oMath>
                  </m:oMathPara>
                </a14:m>
                <a:endParaRPr lang="en-US" dirty="0"/>
              </a:p>
              <a:p>
                <a:r>
                  <a:rPr lang="en-US" dirty="0"/>
                  <a:t>	</a:t>
                </a:r>
              </a:p>
            </p:txBody>
          </p:sp>
        </mc:Choice>
        <mc:Fallback xmlns="">
          <p:sp>
            <p:nvSpPr>
              <p:cNvPr id="6" name="TextBox 5">
                <a:extLst>
                  <a:ext uri="{FF2B5EF4-FFF2-40B4-BE49-F238E27FC236}">
                    <a16:creationId xmlns:a16="http://schemas.microsoft.com/office/drawing/2014/main" id="{2CCD9D1E-AF9F-85AD-34FE-4883E3B81EDC}"/>
                  </a:ext>
                </a:extLst>
              </p:cNvPr>
              <p:cNvSpPr txBox="1">
                <a:spLocks noRot="1" noChangeAspect="1" noMove="1" noResize="1" noEditPoints="1" noAdjustHandles="1" noChangeArrowheads="1" noChangeShapeType="1" noTextEdit="1"/>
              </p:cNvSpPr>
              <p:nvPr/>
            </p:nvSpPr>
            <p:spPr>
              <a:xfrm>
                <a:off x="678180" y="2277302"/>
                <a:ext cx="2832699" cy="1169551"/>
              </a:xfrm>
              <a:prstGeom prst="rect">
                <a:avLst/>
              </a:prstGeom>
              <a:blipFill>
                <a:blip r:embed="rId4"/>
                <a:stretch>
                  <a:fillRect/>
                </a:stretch>
              </a:blipFill>
            </p:spPr>
            <p:txBody>
              <a:bodyPr/>
              <a:lstStyle/>
              <a:p>
                <a:r>
                  <a:rPr lang="en-US">
                    <a:noFill/>
                  </a:rPr>
                  <a:t> </a:t>
                </a:r>
              </a:p>
            </p:txBody>
          </p:sp>
        </mc:Fallback>
      </mc:AlternateContent>
      <p:sp>
        <p:nvSpPr>
          <p:cNvPr id="7" name="Google Shape;1843;p46">
            <a:extLst>
              <a:ext uri="{FF2B5EF4-FFF2-40B4-BE49-F238E27FC236}">
                <a16:creationId xmlns:a16="http://schemas.microsoft.com/office/drawing/2014/main" id="{1A1C237A-AF24-A98A-DBDD-ED666BF2DDE0}"/>
              </a:ext>
            </a:extLst>
          </p:cNvPr>
          <p:cNvSpPr txBox="1">
            <a:spLocks noGrp="1"/>
          </p:cNvSpPr>
          <p:nvPr>
            <p:ph type="subTitle" idx="1"/>
          </p:nvPr>
        </p:nvSpPr>
        <p:spPr>
          <a:xfrm>
            <a:off x="7300683" y="1844173"/>
            <a:ext cx="1980473" cy="793701"/>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tabLst>
                <a:tab pos="2782888" algn="l"/>
              </a:tabLst>
            </a:pPr>
            <a:r>
              <a:rPr lang="pt-BR" b="1" dirty="0">
                <a:solidFill>
                  <a:schemeClr val="accent2">
                    <a:lumMod val="25000"/>
                  </a:schemeClr>
                </a:solidFill>
              </a:rPr>
              <a:t>h=[s,t,x,y,z] </a:t>
            </a:r>
          </a:p>
          <a:p>
            <a:pPr marL="0" lvl="0" indent="0" rtl="0">
              <a:spcBef>
                <a:spcPts val="0"/>
              </a:spcBef>
              <a:spcAft>
                <a:spcPts val="0"/>
              </a:spcAft>
              <a:buNone/>
              <a:tabLst>
                <a:tab pos="2782888" algn="l"/>
              </a:tabLst>
            </a:pPr>
            <a:r>
              <a:rPr lang="pt-BR" b="1" dirty="0">
                <a:solidFill>
                  <a:schemeClr val="accent2">
                    <a:lumMod val="25000"/>
                  </a:schemeClr>
                </a:solidFill>
              </a:rPr>
              <a:t>h=[-7,-5,-3,0,9]</a:t>
            </a:r>
          </a:p>
          <a:p>
            <a:pPr marL="0" lvl="0" indent="0" rtl="0">
              <a:spcBef>
                <a:spcPts val="0"/>
              </a:spcBef>
              <a:spcAft>
                <a:spcPts val="0"/>
              </a:spcAft>
              <a:buNone/>
              <a:tabLst>
                <a:tab pos="2782888" algn="l"/>
              </a:tabLst>
            </a:pPr>
            <a:endParaRPr lang="en-US" b="1" dirty="0">
              <a:solidFill>
                <a:schemeClr val="accent2">
                  <a:lumMod val="25000"/>
                </a:schemeClr>
              </a:solidFill>
            </a:endParaRPr>
          </a:p>
        </p:txBody>
      </p:sp>
      <p:sp>
        <p:nvSpPr>
          <p:cNvPr id="8" name="TextBox 7">
            <a:extLst>
              <a:ext uri="{FF2B5EF4-FFF2-40B4-BE49-F238E27FC236}">
                <a16:creationId xmlns:a16="http://schemas.microsoft.com/office/drawing/2014/main" id="{CE7B5D47-6977-D1BA-FFFD-2EFF21B76EA1}"/>
              </a:ext>
            </a:extLst>
          </p:cNvPr>
          <p:cNvSpPr txBox="1"/>
          <p:nvPr/>
        </p:nvSpPr>
        <p:spPr>
          <a:xfrm>
            <a:off x="5919320" y="692990"/>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9" name="TextBox 8">
            <a:extLst>
              <a:ext uri="{FF2B5EF4-FFF2-40B4-BE49-F238E27FC236}">
                <a16:creationId xmlns:a16="http://schemas.microsoft.com/office/drawing/2014/main" id="{ABEEF0D6-BF34-F288-FF9D-517BCE8DB343}"/>
              </a:ext>
            </a:extLst>
          </p:cNvPr>
          <p:cNvSpPr txBox="1"/>
          <p:nvPr/>
        </p:nvSpPr>
        <p:spPr>
          <a:xfrm>
            <a:off x="5792693" y="1400446"/>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10" name="TextBox 9">
            <a:extLst>
              <a:ext uri="{FF2B5EF4-FFF2-40B4-BE49-F238E27FC236}">
                <a16:creationId xmlns:a16="http://schemas.microsoft.com/office/drawing/2014/main" id="{F80C0C46-49D0-46C1-6616-45E4B0CAB311}"/>
              </a:ext>
            </a:extLst>
          </p:cNvPr>
          <p:cNvSpPr txBox="1"/>
          <p:nvPr/>
        </p:nvSpPr>
        <p:spPr>
          <a:xfrm>
            <a:off x="5525696" y="193376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11" name="TextBox 10">
            <a:extLst>
              <a:ext uri="{FF2B5EF4-FFF2-40B4-BE49-F238E27FC236}">
                <a16:creationId xmlns:a16="http://schemas.microsoft.com/office/drawing/2014/main" id="{62616424-D874-8E60-B3B4-6E39F8C43CD6}"/>
              </a:ext>
            </a:extLst>
          </p:cNvPr>
          <p:cNvSpPr txBox="1"/>
          <p:nvPr/>
        </p:nvSpPr>
        <p:spPr>
          <a:xfrm>
            <a:off x="6210037" y="1918637"/>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12" name="TextBox 11">
            <a:extLst>
              <a:ext uri="{FF2B5EF4-FFF2-40B4-BE49-F238E27FC236}">
                <a16:creationId xmlns:a16="http://schemas.microsoft.com/office/drawing/2014/main" id="{7621851B-837E-B0D9-ED14-031A5CBB84AE}"/>
              </a:ext>
            </a:extLst>
          </p:cNvPr>
          <p:cNvSpPr txBox="1"/>
          <p:nvPr/>
        </p:nvSpPr>
        <p:spPr>
          <a:xfrm>
            <a:off x="5806348" y="3104947"/>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16" name="TextBox 15">
            <a:extLst>
              <a:ext uri="{FF2B5EF4-FFF2-40B4-BE49-F238E27FC236}">
                <a16:creationId xmlns:a16="http://schemas.microsoft.com/office/drawing/2014/main" id="{13E6DBAB-EEF6-9FBD-1600-8F912CC1BBBB}"/>
              </a:ext>
            </a:extLst>
          </p:cNvPr>
          <p:cNvSpPr txBox="1"/>
          <p:nvPr/>
        </p:nvSpPr>
        <p:spPr>
          <a:xfrm>
            <a:off x="4106911" y="320603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17" name="TextBox 16">
            <a:extLst>
              <a:ext uri="{FF2B5EF4-FFF2-40B4-BE49-F238E27FC236}">
                <a16:creationId xmlns:a16="http://schemas.microsoft.com/office/drawing/2014/main" id="{497C4952-F1A8-4A28-001A-AF78F77EFDBC}"/>
              </a:ext>
            </a:extLst>
          </p:cNvPr>
          <p:cNvSpPr txBox="1"/>
          <p:nvPr/>
        </p:nvSpPr>
        <p:spPr>
          <a:xfrm>
            <a:off x="4754846" y="255257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8" name="TextBox 17">
            <a:extLst>
              <a:ext uri="{FF2B5EF4-FFF2-40B4-BE49-F238E27FC236}">
                <a16:creationId xmlns:a16="http://schemas.microsoft.com/office/drawing/2014/main" id="{1A690A8D-EEED-12BD-FD74-99F1D9F0E1DB}"/>
              </a:ext>
            </a:extLst>
          </p:cNvPr>
          <p:cNvSpPr txBox="1"/>
          <p:nvPr/>
        </p:nvSpPr>
        <p:spPr>
          <a:xfrm>
            <a:off x="5806182" y="3808474"/>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18</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9BADC32-6E6E-1121-2978-F7967F64C463}"/>
                  </a:ext>
                </a:extLst>
              </p:cNvPr>
              <p:cNvSpPr txBox="1"/>
              <p:nvPr/>
            </p:nvSpPr>
            <p:spPr>
              <a:xfrm>
                <a:off x="678200" y="3320109"/>
                <a:ext cx="2821265"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accent2">
                              <a:lumMod val="50000"/>
                            </a:schemeClr>
                          </a:solidFill>
                          <a:latin typeface="Cambria Math" panose="02040503050406030204" pitchFamily="18" charset="0"/>
                          <a:cs typeface="Poppins" panose="00000500000000000000" pitchFamily="2" charset="0"/>
                        </a:rPr>
                        <m:t>𝑫</m:t>
                      </m:r>
                      <m:r>
                        <a:rPr lang="en-US" b="1" i="1" smtClean="0">
                          <a:solidFill>
                            <a:schemeClr val="accent2">
                              <a:lumMod val="50000"/>
                            </a:schemeClr>
                          </a:solidFill>
                          <a:latin typeface="Cambria Math" panose="02040503050406030204" pitchFamily="18" charset="0"/>
                          <a:cs typeface="Poppins" panose="00000500000000000000" pitchFamily="2" charset="0"/>
                        </a:rPr>
                        <m:t>`</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𝒙</m:t>
                          </m:r>
                          <m:r>
                            <a:rPr lang="en-US" b="1" i="1">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𝒕</m:t>
                          </m:r>
                        </m:e>
                      </m:d>
                      <m:r>
                        <a:rPr lang="en-US" b="1" i="1">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𝑫</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𝒙</m:t>
                          </m:r>
                          <m:r>
                            <a:rPr lang="en-US" b="1" i="1">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𝒕</m:t>
                          </m:r>
                        </m:e>
                      </m:d>
                      <m:r>
                        <a:rPr lang="en-US" b="1" i="1">
                          <a:solidFill>
                            <a:schemeClr val="accent2">
                              <a:lumMod val="50000"/>
                            </a:schemeClr>
                          </a:solidFill>
                          <a:latin typeface="Cambria Math" panose="02040503050406030204" pitchFamily="18" charset="0"/>
                          <a:cs typeface="Poppins" panose="00000500000000000000" pitchFamily="2" charset="0"/>
                        </a:rPr>
                        <m:t>+ </m:t>
                      </m:r>
                      <m:r>
                        <a:rPr lang="en-US" b="1" i="1">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𝒙</m:t>
                          </m:r>
                        </m:e>
                      </m:d>
                      <m:r>
                        <a:rPr lang="en-US" b="1" i="1">
                          <a:solidFill>
                            <a:schemeClr val="accent2">
                              <a:lumMod val="50000"/>
                            </a:schemeClr>
                          </a:solidFill>
                          <a:latin typeface="Cambria Math" panose="02040503050406030204" pitchFamily="18" charset="0"/>
                          <a:cs typeface="Poppins" panose="00000500000000000000" pitchFamily="2" charset="0"/>
                        </a:rPr>
                        <m:t> − </m:t>
                      </m:r>
                      <m:r>
                        <a:rPr lang="en-US" b="1" i="1">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a:solidFill>
                                <a:schemeClr val="accent2">
                                  <a:lumMod val="50000"/>
                                </a:schemeClr>
                              </a:solidFill>
                              <a:latin typeface="Cambria Math" panose="02040503050406030204" pitchFamily="18" charset="0"/>
                              <a:cs typeface="Poppins" panose="00000500000000000000" pitchFamily="2" charset="0"/>
                            </a:rPr>
                            <m:t>𝒕</m:t>
                          </m:r>
                        </m:e>
                      </m:d>
                    </m:oMath>
                  </m:oMathPara>
                </a14:m>
                <a:endParaRPr lang="en-US" dirty="0"/>
              </a:p>
              <a:p>
                <a:pPr/>
                <a14:m>
                  <m:oMathPara xmlns:m="http://schemas.openxmlformats.org/officeDocument/2006/math">
                    <m:oMathParaPr>
                      <m:jc m:val="centerGroup"/>
                    </m:oMathParaPr>
                    <m:oMath xmlns:m="http://schemas.openxmlformats.org/officeDocument/2006/math">
                      <m:r>
                        <a:rPr lang="en-US" b="1" i="1">
                          <a:solidFill>
                            <a:schemeClr val="accent2">
                              <a:lumMod val="50000"/>
                            </a:schemeClr>
                          </a:solidFill>
                          <a:latin typeface="Cambria Math" panose="02040503050406030204" pitchFamily="18" charset="0"/>
                          <a:cs typeface="Poppins" panose="00000500000000000000" pitchFamily="2" charset="0"/>
                        </a:rPr>
                        <m:t>      </m:t>
                      </m:r>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𝟐</m:t>
                      </m:r>
                      <m:r>
                        <a:rPr lang="en-US" b="1" i="1">
                          <a:solidFill>
                            <a:schemeClr val="accent2">
                              <a:lumMod val="50000"/>
                            </a:schemeClr>
                          </a:solidFill>
                          <a:latin typeface="Cambria Math" panose="02040503050406030204" pitchFamily="18" charset="0"/>
                          <a:cs typeface="Poppins" panose="00000500000000000000" pitchFamily="2" charset="0"/>
                        </a:rPr>
                        <m:t>+</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𝟑</m:t>
                          </m:r>
                        </m:e>
                      </m:d>
                      <m:r>
                        <a:rPr lang="en-US" b="1" i="1">
                          <a:solidFill>
                            <a:schemeClr val="accent2">
                              <a:lumMod val="50000"/>
                            </a:schemeClr>
                          </a:solidFill>
                          <a:latin typeface="Cambria Math" panose="02040503050406030204" pitchFamily="18" charset="0"/>
                          <a:cs typeface="Poppins" panose="00000500000000000000" pitchFamily="2" charset="0"/>
                        </a:rPr>
                        <m:t>−</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𝟓</m:t>
                          </m:r>
                        </m:e>
                      </m:d>
                    </m:oMath>
                  </m:oMathPara>
                </a14:m>
                <a:endParaRPr lang="en-US" b="1" i="1" dirty="0">
                  <a:solidFill>
                    <a:schemeClr val="accent2">
                      <a:lumMod val="50000"/>
                    </a:schemeClr>
                  </a:solidFill>
                  <a:latin typeface="Cambria Math" panose="02040503050406030204" pitchFamily="18" charset="0"/>
                  <a:cs typeface="Poppins" panose="00000500000000000000" pitchFamily="2" charset="0"/>
                </a:endParaRPr>
              </a:p>
              <a:p>
                <a:pPr/>
                <a14:m>
                  <m:oMathPara xmlns:m="http://schemas.openxmlformats.org/officeDocument/2006/math">
                    <m:oMathParaPr>
                      <m:jc m:val="center"/>
                    </m:oMathParaPr>
                    <m:oMath xmlns:m="http://schemas.openxmlformats.org/officeDocument/2006/math">
                      <m:r>
                        <a:rPr lang="en-US" b="1" i="1">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1"/>
                          </a:solidFill>
                          <a:latin typeface="Cambria Math" panose="02040503050406030204" pitchFamily="18" charset="0"/>
                          <a:cs typeface="Poppins" panose="00000500000000000000" pitchFamily="2" charset="0"/>
                        </a:rPr>
                        <m:t>𝟎</m:t>
                      </m:r>
                    </m:oMath>
                  </m:oMathPara>
                </a14:m>
                <a:endParaRPr lang="en-US" dirty="0">
                  <a:solidFill>
                    <a:schemeClr val="accent1"/>
                  </a:solidFill>
                </a:endParaRPr>
              </a:p>
              <a:p>
                <a:endParaRPr lang="en-US" dirty="0"/>
              </a:p>
            </p:txBody>
          </p:sp>
        </mc:Choice>
        <mc:Fallback xmlns="">
          <p:sp>
            <p:nvSpPr>
              <p:cNvPr id="19" name="TextBox 18">
                <a:extLst>
                  <a:ext uri="{FF2B5EF4-FFF2-40B4-BE49-F238E27FC236}">
                    <a16:creationId xmlns:a16="http://schemas.microsoft.com/office/drawing/2014/main" id="{69BADC32-6E6E-1121-2978-F7967F64C463}"/>
                  </a:ext>
                </a:extLst>
              </p:cNvPr>
              <p:cNvSpPr txBox="1">
                <a:spLocks noRot="1" noChangeAspect="1" noMove="1" noResize="1" noEditPoints="1" noAdjustHandles="1" noChangeArrowheads="1" noChangeShapeType="1" noTextEdit="1"/>
              </p:cNvSpPr>
              <p:nvPr/>
            </p:nvSpPr>
            <p:spPr>
              <a:xfrm>
                <a:off x="678200" y="3320109"/>
                <a:ext cx="2821265" cy="95410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2603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772"/>
                                        </p:tgtEl>
                                        <p:attrNameLst>
                                          <p:attrName>style.visibility</p:attrName>
                                        </p:attrNameLst>
                                      </p:cBhvr>
                                      <p:to>
                                        <p:strVal val="hidden"/>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774"/>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1750"/>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778"/>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1" presetClass="exit" presetSubtype="0" fill="hold" grpId="0" nodeType="withEffect">
                                  <p:stCondLst>
                                    <p:cond delay="0"/>
                                  </p:stCondLst>
                                  <p:childTnLst>
                                    <p:set>
                                      <p:cBhvr>
                                        <p:cTn id="46" dur="1" fill="hold">
                                          <p:stCondLst>
                                            <p:cond delay="0"/>
                                          </p:stCondLst>
                                        </p:cTn>
                                        <p:tgtEl>
                                          <p:spTgt spid="176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843"/>
                                        </p:tgtEl>
                                        <p:attrNameLst>
                                          <p:attrName>style.visibility</p:attrName>
                                        </p:attrNameLst>
                                      </p:cBhvr>
                                      <p:to>
                                        <p:strVal val="hidden"/>
                                      </p:to>
                                    </p:set>
                                  </p:childTnLst>
                                </p:cTn>
                              </p:par>
                              <p:par>
                                <p:cTn id="51" presetID="10"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0" nodeType="clickEffect">
                                  <p:stCondLst>
                                    <p:cond delay="0"/>
                                  </p:stCondLst>
                                  <p:childTnLst>
                                    <p:set>
                                      <p:cBhvr>
                                        <p:cTn id="57" dur="1" fill="hold">
                                          <p:stCondLst>
                                            <p:cond delay="0"/>
                                          </p:stCondLst>
                                        </p:cTn>
                                        <p:tgtEl>
                                          <p:spTgt spid="1770"/>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0" nodeType="clickEffect">
                                  <p:stCondLst>
                                    <p:cond delay="0"/>
                                  </p:stCondLst>
                                  <p:childTnLst>
                                    <p:set>
                                      <p:cBhvr>
                                        <p:cTn id="64" dur="1" fill="hold">
                                          <p:stCondLst>
                                            <p:cond delay="0"/>
                                          </p:stCondLst>
                                        </p:cTn>
                                        <p:tgtEl>
                                          <p:spTgt spid="1779"/>
                                        </p:tgtEl>
                                        <p:attrNameLst>
                                          <p:attrName>style.visibility</p:attrName>
                                        </p:attrNameLst>
                                      </p:cBhvr>
                                      <p:to>
                                        <p:strVal val="hidden"/>
                                      </p:to>
                                    </p:set>
                                  </p:childTnLst>
                                </p:cTn>
                              </p:par>
                              <p:par>
                                <p:cTn id="65" presetID="10"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0" nodeType="clickEffect">
                                  <p:stCondLst>
                                    <p:cond delay="0"/>
                                  </p:stCondLst>
                                  <p:childTnLst>
                                    <p:set>
                                      <p:cBhvr>
                                        <p:cTn id="71" dur="1" fill="hold">
                                          <p:stCondLst>
                                            <p:cond delay="0"/>
                                          </p:stCondLst>
                                        </p:cTn>
                                        <p:tgtEl>
                                          <p:spTgt spid="1771"/>
                                        </p:tgtEl>
                                        <p:attrNameLst>
                                          <p:attrName>style.visibility</p:attrName>
                                        </p:attrNameLst>
                                      </p:cBhvr>
                                      <p:to>
                                        <p:strVal val="hidden"/>
                                      </p:to>
                                    </p:set>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 grpId="0"/>
      <p:bldP spid="1750" grpId="0"/>
      <p:bldP spid="1768" grpId="0"/>
      <p:bldP spid="1770" grpId="0"/>
      <p:bldP spid="1771" grpId="0"/>
      <p:bldP spid="1772" grpId="0"/>
      <p:bldP spid="1774" grpId="0"/>
      <p:bldP spid="1778" grpId="0"/>
      <p:bldP spid="1779" grpId="0"/>
      <p:bldP spid="4" grpId="0"/>
      <p:bldP spid="6" grpId="0"/>
      <p:bldP spid="8" grpId="0"/>
      <p:bldP spid="9" grpId="0"/>
      <p:bldP spid="10" grpId="0"/>
      <p:bldP spid="11" grpId="0"/>
      <p:bldP spid="12" grpId="0"/>
      <p:bldP spid="16" grpId="0"/>
      <p:bldP spid="17" grpId="0"/>
      <p:bldP spid="18" grpId="0"/>
      <p:bldP spid="1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1D942B7F-3466-D3DB-25AF-4BF6B3E6230D}"/>
            </a:ext>
          </a:extLst>
        </p:cNvPr>
        <p:cNvGrpSpPr/>
        <p:nvPr/>
      </p:nvGrpSpPr>
      <p:grpSpPr>
        <a:xfrm>
          <a:off x="0" y="0"/>
          <a:ext cx="0" cy="0"/>
          <a:chOff x="0" y="0"/>
          <a:chExt cx="0" cy="0"/>
        </a:xfrm>
      </p:grpSpPr>
      <p:cxnSp>
        <p:nvCxnSpPr>
          <p:cNvPr id="1767" name="Connector: Curved 1766">
            <a:extLst>
              <a:ext uri="{FF2B5EF4-FFF2-40B4-BE49-F238E27FC236}">
                <a16:creationId xmlns:a16="http://schemas.microsoft.com/office/drawing/2014/main" id="{92B321BB-DBC8-AE6A-5684-4152A4E6460B}"/>
              </a:ext>
            </a:extLst>
          </p:cNvPr>
          <p:cNvCxnSpPr>
            <a:cxnSpLocks/>
            <a:stCxn id="1752" idx="0"/>
            <a:endCxn id="1754" idx="0"/>
          </p:cNvCxnSpPr>
          <p:nvPr/>
        </p:nvCxnSpPr>
        <p:spPr>
          <a:xfrm rot="5400000" flipH="1" flipV="1">
            <a:off x="6999603" y="510945"/>
            <a:ext cx="12700" cy="1865337"/>
          </a:xfrm>
          <a:prstGeom prst="curvedConnector3">
            <a:avLst>
              <a:gd name="adj1" fmla="val 3900000"/>
            </a:avLst>
          </a:prstGeom>
          <a:ln>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A7FF9729-0AA7-EAB6-C893-BBEA0BEF58CA}"/>
              </a:ext>
            </a:extLst>
          </p:cNvPr>
          <p:cNvSpPr txBox="1"/>
          <p:nvPr/>
        </p:nvSpPr>
        <p:spPr>
          <a:xfrm>
            <a:off x="445309" y="146073"/>
            <a:ext cx="3748809" cy="954107"/>
          </a:xfrm>
          <a:prstGeom prst="rect">
            <a:avLst/>
          </a:prstGeom>
          <a:noFill/>
        </p:spPr>
        <p:txBody>
          <a:bodyPr wrap="square">
            <a:spAutoFit/>
          </a:bodyPr>
          <a:lstStyle/>
          <a:p>
            <a:r>
              <a:rPr lang="en-US" dirty="0">
                <a:latin typeface="Poppins" panose="00000500000000000000" pitchFamily="2" charset="0"/>
                <a:cs typeface="Poppins" panose="00000500000000000000" pitchFamily="2" charset="0"/>
              </a:rPr>
              <a:t>4.  Now, all the edges are transformed to positive edges, run </a:t>
            </a:r>
            <a:r>
              <a:rPr lang="en-US" b="1" dirty="0">
                <a:latin typeface="Poppins" panose="00000500000000000000" pitchFamily="2" charset="0"/>
                <a:cs typeface="Poppins" panose="00000500000000000000" pitchFamily="2" charset="0"/>
              </a:rPr>
              <a:t>Dijkstra</a:t>
            </a:r>
            <a:r>
              <a:rPr lang="en-US" dirty="0">
                <a:latin typeface="Poppins" panose="00000500000000000000" pitchFamily="2" charset="0"/>
                <a:cs typeface="Poppins" panose="00000500000000000000" pitchFamily="2" charset="0"/>
              </a:rPr>
              <a:t> to find the shortest path, start from any node.</a:t>
            </a:r>
            <a:endParaRPr lang="en-US" b="0" dirty="0">
              <a:latin typeface="Poppins" panose="00000500000000000000" pitchFamily="2" charset="0"/>
              <a:cs typeface="Poppins" panose="00000500000000000000" pitchFamily="2" charset="0"/>
            </a:endParaRPr>
          </a:p>
          <a:p>
            <a:pPr marL="0" indent="0"/>
            <a:endParaRPr lang="en-US" dirty="0">
              <a:latin typeface="Poppins" panose="00000500000000000000" pitchFamily="2" charset="0"/>
              <a:cs typeface="Poppins" panose="00000500000000000000" pitchFamily="2" charset="0"/>
            </a:endParaRPr>
          </a:p>
        </p:txBody>
      </p:sp>
      <p:grpSp>
        <p:nvGrpSpPr>
          <p:cNvPr id="48" name="Group 47">
            <a:extLst>
              <a:ext uri="{FF2B5EF4-FFF2-40B4-BE49-F238E27FC236}">
                <a16:creationId xmlns:a16="http://schemas.microsoft.com/office/drawing/2014/main" id="{D18E8FC0-916F-0E29-8CC4-3137A83D4C92}"/>
              </a:ext>
            </a:extLst>
          </p:cNvPr>
          <p:cNvGrpSpPr/>
          <p:nvPr/>
        </p:nvGrpSpPr>
        <p:grpSpPr>
          <a:xfrm>
            <a:off x="4648576" y="675295"/>
            <a:ext cx="3680579" cy="3581226"/>
            <a:chOff x="3764656" y="692990"/>
            <a:chExt cx="3680579" cy="3581226"/>
          </a:xfrm>
        </p:grpSpPr>
        <p:sp>
          <p:nvSpPr>
            <p:cNvPr id="1757" name="Oval 1756">
              <a:extLst>
                <a:ext uri="{FF2B5EF4-FFF2-40B4-BE49-F238E27FC236}">
                  <a16:creationId xmlns:a16="http://schemas.microsoft.com/office/drawing/2014/main" id="{74A03B67-13E5-1AA5-2834-080D00FB4255}"/>
                </a:ext>
              </a:extLst>
            </p:cNvPr>
            <p:cNvSpPr/>
            <p:nvPr/>
          </p:nvSpPr>
          <p:spPr>
            <a:xfrm>
              <a:off x="3784495" y="2441419"/>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sp>
          <p:nvSpPr>
            <p:cNvPr id="1814" name="TextBox 1813">
              <a:extLst>
                <a:ext uri="{FF2B5EF4-FFF2-40B4-BE49-F238E27FC236}">
                  <a16:creationId xmlns:a16="http://schemas.microsoft.com/office/drawing/2014/main" id="{7A923FA5-93F1-E3B2-0C7A-632821C1DE22}"/>
                </a:ext>
              </a:extLst>
            </p:cNvPr>
            <p:cNvSpPr txBox="1"/>
            <p:nvPr/>
          </p:nvSpPr>
          <p:spPr>
            <a:xfrm>
              <a:off x="3764656" y="2108025"/>
              <a:ext cx="389850" cy="369332"/>
            </a:xfrm>
            <a:prstGeom prst="rect">
              <a:avLst/>
            </a:prstGeom>
            <a:noFill/>
          </p:spPr>
          <p:txBody>
            <a:bodyPr wrap="none" rtlCol="0">
              <a:spAutoFit/>
            </a:bodyPr>
            <a:lstStyle/>
            <a:p>
              <a:r>
                <a:rPr lang="en-US" sz="1800" b="1" dirty="0">
                  <a:solidFill>
                    <a:schemeClr val="bg2"/>
                  </a:solidFill>
                </a:rPr>
                <a:t>-7</a:t>
              </a:r>
            </a:p>
          </p:txBody>
        </p:sp>
        <p:grpSp>
          <p:nvGrpSpPr>
            <p:cNvPr id="47" name="Group 46">
              <a:extLst>
                <a:ext uri="{FF2B5EF4-FFF2-40B4-BE49-F238E27FC236}">
                  <a16:creationId xmlns:a16="http://schemas.microsoft.com/office/drawing/2014/main" id="{2FFFA170-337D-C404-3F1E-DFFD2B6F8534}"/>
                </a:ext>
              </a:extLst>
            </p:cNvPr>
            <p:cNvGrpSpPr/>
            <p:nvPr/>
          </p:nvGrpSpPr>
          <p:grpSpPr>
            <a:xfrm>
              <a:off x="4106911" y="692990"/>
              <a:ext cx="3338324" cy="3581226"/>
              <a:chOff x="4106911" y="692990"/>
              <a:chExt cx="3338324" cy="3581226"/>
            </a:xfrm>
          </p:grpSpPr>
          <p:sp>
            <p:nvSpPr>
              <p:cNvPr id="1752" name="Oval 1751">
                <a:extLst>
                  <a:ext uri="{FF2B5EF4-FFF2-40B4-BE49-F238E27FC236}">
                    <a16:creationId xmlns:a16="http://schemas.microsoft.com/office/drawing/2014/main" id="{15D65396-436D-DE3B-0C2B-F0BD9F743B58}"/>
                  </a:ext>
                </a:extLst>
              </p:cNvPr>
              <p:cNvSpPr/>
              <p:nvPr/>
            </p:nvSpPr>
            <p:spPr>
              <a:xfrm>
                <a:off x="4990795"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1753" name="Straight Arrow Connector 1752">
                <a:extLst>
                  <a:ext uri="{FF2B5EF4-FFF2-40B4-BE49-F238E27FC236}">
                    <a16:creationId xmlns:a16="http://schemas.microsoft.com/office/drawing/2014/main" id="{E3153056-A734-C301-570B-E398DF8E911B}"/>
                  </a:ext>
                </a:extLst>
              </p:cNvPr>
              <p:cNvCxnSpPr>
                <a:cxnSpLocks/>
                <a:stCxn id="1757" idx="7"/>
                <a:endCxn id="1752" idx="3"/>
              </p:cNvCxnSpPr>
              <p:nvPr/>
            </p:nvCxnSpPr>
            <p:spPr>
              <a:xfrm flipV="1">
                <a:off x="4112634" y="1796678"/>
                <a:ext cx="934460" cy="7022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4" name="Oval 1753">
                <a:extLst>
                  <a:ext uri="{FF2B5EF4-FFF2-40B4-BE49-F238E27FC236}">
                    <a16:creationId xmlns:a16="http://schemas.microsoft.com/office/drawing/2014/main" id="{647E370F-575C-A7DF-4DD7-9DE82DC3FB2C}"/>
                  </a:ext>
                </a:extLst>
              </p:cNvPr>
              <p:cNvSpPr/>
              <p:nvPr/>
            </p:nvSpPr>
            <p:spPr>
              <a:xfrm>
                <a:off x="6856132"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755" name="Oval 1754">
                <a:extLst>
                  <a:ext uri="{FF2B5EF4-FFF2-40B4-BE49-F238E27FC236}">
                    <a16:creationId xmlns:a16="http://schemas.microsoft.com/office/drawing/2014/main" id="{C0D97EB2-A25D-9629-AA2B-7B74BCE2EF82}"/>
                  </a:ext>
                </a:extLst>
              </p:cNvPr>
              <p:cNvSpPr/>
              <p:nvPr/>
            </p:nvSpPr>
            <p:spPr>
              <a:xfrm>
                <a:off x="6856132"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756" name="Oval 1755">
                <a:extLst>
                  <a:ext uri="{FF2B5EF4-FFF2-40B4-BE49-F238E27FC236}">
                    <a16:creationId xmlns:a16="http://schemas.microsoft.com/office/drawing/2014/main" id="{D11771D2-F7F9-5916-631E-B1C5F8DFB01B}"/>
                  </a:ext>
                </a:extLst>
              </p:cNvPr>
              <p:cNvSpPr/>
              <p:nvPr/>
            </p:nvSpPr>
            <p:spPr>
              <a:xfrm>
                <a:off x="4990795"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cxnSp>
            <p:nvCxnSpPr>
              <p:cNvPr id="1758" name="Straight Arrow Connector 1757">
                <a:extLst>
                  <a:ext uri="{FF2B5EF4-FFF2-40B4-BE49-F238E27FC236}">
                    <a16:creationId xmlns:a16="http://schemas.microsoft.com/office/drawing/2014/main" id="{4DC191A5-54BB-51E3-7A25-9A1AFC88154B}"/>
                  </a:ext>
                </a:extLst>
              </p:cNvPr>
              <p:cNvCxnSpPr>
                <a:cxnSpLocks/>
                <a:stCxn id="1757" idx="5"/>
                <a:endCxn id="1756" idx="1"/>
              </p:cNvCxnSpPr>
              <p:nvPr/>
            </p:nvCxnSpPr>
            <p:spPr>
              <a:xfrm>
                <a:off x="4112634" y="2776790"/>
                <a:ext cx="934460" cy="859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9" name="Straight Arrow Connector 1758">
                <a:extLst>
                  <a:ext uri="{FF2B5EF4-FFF2-40B4-BE49-F238E27FC236}">
                    <a16:creationId xmlns:a16="http://schemas.microsoft.com/office/drawing/2014/main" id="{F9B0DCC9-E401-1655-5857-50026CF270D4}"/>
                  </a:ext>
                </a:extLst>
              </p:cNvPr>
              <p:cNvCxnSpPr>
                <a:cxnSpLocks/>
                <a:stCxn id="1752" idx="4"/>
                <a:endCxn id="1756" idx="0"/>
              </p:cNvCxnSpPr>
              <p:nvPr/>
            </p:nvCxnSpPr>
            <p:spPr>
              <a:xfrm>
                <a:off x="5183015"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0" name="Straight Arrow Connector 1759">
                <a:extLst>
                  <a:ext uri="{FF2B5EF4-FFF2-40B4-BE49-F238E27FC236}">
                    <a16:creationId xmlns:a16="http://schemas.microsoft.com/office/drawing/2014/main" id="{6945E986-2BF3-B94D-5A36-BF31ED21DFAB}"/>
                  </a:ext>
                </a:extLst>
              </p:cNvPr>
              <p:cNvCxnSpPr>
                <a:cxnSpLocks/>
                <a:stCxn id="1754" idx="2"/>
                <a:endCxn id="1752" idx="6"/>
              </p:cNvCxnSpPr>
              <p:nvPr/>
            </p:nvCxnSpPr>
            <p:spPr>
              <a:xfrm flipH="1">
                <a:off x="5375234" y="1657763"/>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1" name="Straight Arrow Connector 1760">
                <a:extLst>
                  <a:ext uri="{FF2B5EF4-FFF2-40B4-BE49-F238E27FC236}">
                    <a16:creationId xmlns:a16="http://schemas.microsoft.com/office/drawing/2014/main" id="{4E2CBA94-90DA-4B44-6F7A-FDBA32815144}"/>
                  </a:ext>
                </a:extLst>
              </p:cNvPr>
              <p:cNvCxnSpPr>
                <a:cxnSpLocks/>
                <a:stCxn id="1755" idx="0"/>
                <a:endCxn id="1754" idx="4"/>
              </p:cNvCxnSpPr>
              <p:nvPr/>
            </p:nvCxnSpPr>
            <p:spPr>
              <a:xfrm flipV="1">
                <a:off x="7048352"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2" name="Straight Arrow Connector 1761">
                <a:extLst>
                  <a:ext uri="{FF2B5EF4-FFF2-40B4-BE49-F238E27FC236}">
                    <a16:creationId xmlns:a16="http://schemas.microsoft.com/office/drawing/2014/main" id="{AFA97B8D-F767-F139-4428-447A9F4CD73C}"/>
                  </a:ext>
                </a:extLst>
              </p:cNvPr>
              <p:cNvCxnSpPr>
                <a:cxnSpLocks/>
                <a:stCxn id="1756" idx="6"/>
                <a:endCxn id="1755" idx="2"/>
              </p:cNvCxnSpPr>
              <p:nvPr/>
            </p:nvCxnSpPr>
            <p:spPr>
              <a:xfrm>
                <a:off x="5375234" y="3775677"/>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3" name="Straight Arrow Connector 1762">
                <a:extLst>
                  <a:ext uri="{FF2B5EF4-FFF2-40B4-BE49-F238E27FC236}">
                    <a16:creationId xmlns:a16="http://schemas.microsoft.com/office/drawing/2014/main" id="{C0762C35-9409-2A25-EBF6-64E05117966B}"/>
                  </a:ext>
                </a:extLst>
              </p:cNvPr>
              <p:cNvCxnSpPr>
                <a:cxnSpLocks/>
                <a:stCxn id="1756" idx="7"/>
                <a:endCxn id="1754" idx="3"/>
              </p:cNvCxnSpPr>
              <p:nvPr/>
            </p:nvCxnSpPr>
            <p:spPr>
              <a:xfrm flipV="1">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4" name="Straight Arrow Connector 1763">
                <a:extLst>
                  <a:ext uri="{FF2B5EF4-FFF2-40B4-BE49-F238E27FC236}">
                    <a16:creationId xmlns:a16="http://schemas.microsoft.com/office/drawing/2014/main" id="{C416697C-A9A0-5618-F312-A7EBB121A225}"/>
                  </a:ext>
                </a:extLst>
              </p:cNvPr>
              <p:cNvCxnSpPr>
                <a:cxnSpLocks/>
                <a:stCxn id="1752" idx="5"/>
                <a:endCxn id="1755" idx="1"/>
              </p:cNvCxnSpPr>
              <p:nvPr/>
            </p:nvCxnSpPr>
            <p:spPr>
              <a:xfrm>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Straight Arrow Connector 1765">
                <a:extLst>
                  <a:ext uri="{FF2B5EF4-FFF2-40B4-BE49-F238E27FC236}">
                    <a16:creationId xmlns:a16="http://schemas.microsoft.com/office/drawing/2014/main" id="{5ADE99C3-219F-DCED-9678-9A6B61E8AE5C}"/>
                  </a:ext>
                </a:extLst>
              </p:cNvPr>
              <p:cNvCxnSpPr>
                <a:cxnSpLocks/>
                <a:endCxn id="1757" idx="6"/>
              </p:cNvCxnSpPr>
              <p:nvPr/>
            </p:nvCxnSpPr>
            <p:spPr>
              <a:xfrm flipH="1" flipV="1">
                <a:off x="4168934" y="2637874"/>
                <a:ext cx="2713518" cy="1056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3" name="TextBox 1812">
                <a:extLst>
                  <a:ext uri="{FF2B5EF4-FFF2-40B4-BE49-F238E27FC236}">
                    <a16:creationId xmlns:a16="http://schemas.microsoft.com/office/drawing/2014/main" id="{AA7CEC13-2899-A423-CCAB-2F47EF714B67}"/>
                  </a:ext>
                </a:extLst>
              </p:cNvPr>
              <p:cNvSpPr txBox="1"/>
              <p:nvPr/>
            </p:nvSpPr>
            <p:spPr>
              <a:xfrm>
                <a:off x="4844955" y="1139787"/>
                <a:ext cx="389850" cy="369332"/>
              </a:xfrm>
              <a:prstGeom prst="rect">
                <a:avLst/>
              </a:prstGeom>
              <a:noFill/>
            </p:spPr>
            <p:txBody>
              <a:bodyPr wrap="none" rtlCol="0">
                <a:spAutoFit/>
              </a:bodyPr>
              <a:lstStyle/>
              <a:p>
                <a:r>
                  <a:rPr lang="en-US" sz="1800" b="1" dirty="0">
                    <a:solidFill>
                      <a:schemeClr val="bg2"/>
                    </a:solidFill>
                  </a:rPr>
                  <a:t>-5</a:t>
                </a:r>
              </a:p>
            </p:txBody>
          </p:sp>
          <p:sp>
            <p:nvSpPr>
              <p:cNvPr id="1815" name="TextBox 1814">
                <a:extLst>
                  <a:ext uri="{FF2B5EF4-FFF2-40B4-BE49-F238E27FC236}">
                    <a16:creationId xmlns:a16="http://schemas.microsoft.com/office/drawing/2014/main" id="{3D8FC193-E11E-9C13-5463-EFFC8D07F93D}"/>
                  </a:ext>
                </a:extLst>
              </p:cNvPr>
              <p:cNvSpPr txBox="1"/>
              <p:nvPr/>
            </p:nvSpPr>
            <p:spPr>
              <a:xfrm>
                <a:off x="4976233" y="3904884"/>
                <a:ext cx="312906" cy="369332"/>
              </a:xfrm>
              <a:prstGeom prst="rect">
                <a:avLst/>
              </a:prstGeom>
              <a:noFill/>
            </p:spPr>
            <p:txBody>
              <a:bodyPr wrap="none" rtlCol="0">
                <a:spAutoFit/>
              </a:bodyPr>
              <a:lstStyle/>
              <a:p>
                <a:r>
                  <a:rPr lang="en-US" sz="1800" b="1" dirty="0">
                    <a:solidFill>
                      <a:schemeClr val="bg2"/>
                    </a:solidFill>
                  </a:rPr>
                  <a:t>0</a:t>
                </a:r>
              </a:p>
            </p:txBody>
          </p:sp>
          <p:sp>
            <p:nvSpPr>
              <p:cNvPr id="1816" name="TextBox 1815">
                <a:extLst>
                  <a:ext uri="{FF2B5EF4-FFF2-40B4-BE49-F238E27FC236}">
                    <a16:creationId xmlns:a16="http://schemas.microsoft.com/office/drawing/2014/main" id="{908F6B06-45E7-96DD-AB84-A966833D7FBF}"/>
                  </a:ext>
                </a:extLst>
              </p:cNvPr>
              <p:cNvSpPr txBox="1"/>
              <p:nvPr/>
            </p:nvSpPr>
            <p:spPr>
              <a:xfrm>
                <a:off x="7055385" y="1218378"/>
                <a:ext cx="389850" cy="369332"/>
              </a:xfrm>
              <a:prstGeom prst="rect">
                <a:avLst/>
              </a:prstGeom>
              <a:noFill/>
            </p:spPr>
            <p:txBody>
              <a:bodyPr wrap="none" rtlCol="0">
                <a:spAutoFit/>
              </a:bodyPr>
              <a:lstStyle/>
              <a:p>
                <a:r>
                  <a:rPr lang="en-US" sz="1800" b="1" dirty="0">
                    <a:solidFill>
                      <a:schemeClr val="bg2"/>
                    </a:solidFill>
                  </a:rPr>
                  <a:t>-3</a:t>
                </a:r>
              </a:p>
            </p:txBody>
          </p:sp>
          <p:sp>
            <p:nvSpPr>
              <p:cNvPr id="1817" name="TextBox 1816">
                <a:extLst>
                  <a:ext uri="{FF2B5EF4-FFF2-40B4-BE49-F238E27FC236}">
                    <a16:creationId xmlns:a16="http://schemas.microsoft.com/office/drawing/2014/main" id="{3090553A-6D94-8CE9-5C29-E90773CE397A}"/>
                  </a:ext>
                </a:extLst>
              </p:cNvPr>
              <p:cNvSpPr txBox="1"/>
              <p:nvPr/>
            </p:nvSpPr>
            <p:spPr>
              <a:xfrm>
                <a:off x="6850722" y="3904884"/>
                <a:ext cx="389850" cy="369332"/>
              </a:xfrm>
              <a:prstGeom prst="rect">
                <a:avLst/>
              </a:prstGeom>
              <a:noFill/>
            </p:spPr>
            <p:txBody>
              <a:bodyPr wrap="square" rtlCol="0">
                <a:spAutoFit/>
              </a:bodyPr>
              <a:lstStyle/>
              <a:p>
                <a:r>
                  <a:rPr lang="en-US" sz="1800" b="1" dirty="0">
                    <a:solidFill>
                      <a:schemeClr val="bg2"/>
                    </a:solidFill>
                  </a:rPr>
                  <a:t>-9</a:t>
                </a:r>
              </a:p>
            </p:txBody>
          </p:sp>
          <p:sp>
            <p:nvSpPr>
              <p:cNvPr id="27" name="TextBox 26">
                <a:extLst>
                  <a:ext uri="{FF2B5EF4-FFF2-40B4-BE49-F238E27FC236}">
                    <a16:creationId xmlns:a16="http://schemas.microsoft.com/office/drawing/2014/main" id="{16504368-1506-1BC5-C975-1CFBA1A7AB03}"/>
                  </a:ext>
                </a:extLst>
              </p:cNvPr>
              <p:cNvSpPr txBox="1"/>
              <p:nvPr/>
            </p:nvSpPr>
            <p:spPr>
              <a:xfrm>
                <a:off x="7049007" y="2584856"/>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28" name="TextBox 27">
                <a:extLst>
                  <a:ext uri="{FF2B5EF4-FFF2-40B4-BE49-F238E27FC236}">
                    <a16:creationId xmlns:a16="http://schemas.microsoft.com/office/drawing/2014/main" id="{09E74C73-3A0B-144F-A850-E8233D49A8BC}"/>
                  </a:ext>
                </a:extLst>
              </p:cNvPr>
              <p:cNvSpPr txBox="1"/>
              <p:nvPr/>
            </p:nvSpPr>
            <p:spPr>
              <a:xfrm>
                <a:off x="4253207" y="1902469"/>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29" name="TextBox 28">
                <a:extLst>
                  <a:ext uri="{FF2B5EF4-FFF2-40B4-BE49-F238E27FC236}">
                    <a16:creationId xmlns:a16="http://schemas.microsoft.com/office/drawing/2014/main" id="{858E3609-C0A1-BF7C-2952-E61EEEABCFCF}"/>
                  </a:ext>
                </a:extLst>
              </p:cNvPr>
              <p:cNvSpPr txBox="1"/>
              <p:nvPr/>
            </p:nvSpPr>
            <p:spPr>
              <a:xfrm>
                <a:off x="5919320" y="692990"/>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30" name="TextBox 29">
                <a:extLst>
                  <a:ext uri="{FF2B5EF4-FFF2-40B4-BE49-F238E27FC236}">
                    <a16:creationId xmlns:a16="http://schemas.microsoft.com/office/drawing/2014/main" id="{6F0EAF20-0658-D166-B828-22CC12D804B0}"/>
                  </a:ext>
                </a:extLst>
              </p:cNvPr>
              <p:cNvSpPr txBox="1"/>
              <p:nvPr/>
            </p:nvSpPr>
            <p:spPr>
              <a:xfrm>
                <a:off x="5792693" y="1400446"/>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1" name="TextBox 30">
                <a:extLst>
                  <a:ext uri="{FF2B5EF4-FFF2-40B4-BE49-F238E27FC236}">
                    <a16:creationId xmlns:a16="http://schemas.microsoft.com/office/drawing/2014/main" id="{12566984-8D81-F1F6-8A85-E1B797491C35}"/>
                  </a:ext>
                </a:extLst>
              </p:cNvPr>
              <p:cNvSpPr txBox="1"/>
              <p:nvPr/>
            </p:nvSpPr>
            <p:spPr>
              <a:xfrm>
                <a:off x="5418358" y="1930509"/>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2" name="TextBox 31">
                <a:extLst>
                  <a:ext uri="{FF2B5EF4-FFF2-40B4-BE49-F238E27FC236}">
                    <a16:creationId xmlns:a16="http://schemas.microsoft.com/office/drawing/2014/main" id="{F7D9F4B3-5980-5630-A8F8-BF8FBACC5488}"/>
                  </a:ext>
                </a:extLst>
              </p:cNvPr>
              <p:cNvSpPr txBox="1"/>
              <p:nvPr/>
            </p:nvSpPr>
            <p:spPr>
              <a:xfrm>
                <a:off x="6210037" y="1918637"/>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3" name="TextBox 32">
                <a:extLst>
                  <a:ext uri="{FF2B5EF4-FFF2-40B4-BE49-F238E27FC236}">
                    <a16:creationId xmlns:a16="http://schemas.microsoft.com/office/drawing/2014/main" id="{50DF1399-7DB7-7BDC-0082-0198F274C724}"/>
                  </a:ext>
                </a:extLst>
              </p:cNvPr>
              <p:cNvSpPr txBox="1"/>
              <p:nvPr/>
            </p:nvSpPr>
            <p:spPr>
              <a:xfrm>
                <a:off x="5806348" y="3104947"/>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4" name="TextBox 33">
                <a:extLst>
                  <a:ext uri="{FF2B5EF4-FFF2-40B4-BE49-F238E27FC236}">
                    <a16:creationId xmlns:a16="http://schemas.microsoft.com/office/drawing/2014/main" id="{75236C21-EAED-3A5E-EB79-ED68DA5B9518}"/>
                  </a:ext>
                </a:extLst>
              </p:cNvPr>
              <p:cNvSpPr txBox="1"/>
              <p:nvPr/>
            </p:nvSpPr>
            <p:spPr>
              <a:xfrm>
                <a:off x="4106911" y="320603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5" name="TextBox 34">
                <a:extLst>
                  <a:ext uri="{FF2B5EF4-FFF2-40B4-BE49-F238E27FC236}">
                    <a16:creationId xmlns:a16="http://schemas.microsoft.com/office/drawing/2014/main" id="{0D90A04E-0356-2155-62B1-812AB5B17156}"/>
                  </a:ext>
                </a:extLst>
              </p:cNvPr>
              <p:cNvSpPr txBox="1"/>
              <p:nvPr/>
            </p:nvSpPr>
            <p:spPr>
              <a:xfrm>
                <a:off x="4754846" y="255257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36" name="TextBox 35">
                <a:extLst>
                  <a:ext uri="{FF2B5EF4-FFF2-40B4-BE49-F238E27FC236}">
                    <a16:creationId xmlns:a16="http://schemas.microsoft.com/office/drawing/2014/main" id="{70F75641-81FA-9569-0DEA-0EE94D166E63}"/>
                  </a:ext>
                </a:extLst>
              </p:cNvPr>
              <p:cNvSpPr txBox="1"/>
              <p:nvPr/>
            </p:nvSpPr>
            <p:spPr>
              <a:xfrm>
                <a:off x="5806182" y="3808474"/>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18</a:t>
                </a:r>
              </a:p>
            </p:txBody>
          </p:sp>
        </p:grpSp>
      </p:grpSp>
      <p:graphicFrame>
        <p:nvGraphicFramePr>
          <p:cNvPr id="37" name="Table 36">
            <a:extLst>
              <a:ext uri="{FF2B5EF4-FFF2-40B4-BE49-F238E27FC236}">
                <a16:creationId xmlns:a16="http://schemas.microsoft.com/office/drawing/2014/main" id="{A13D8267-92B7-D129-943B-642C9FDB4CE7}"/>
              </a:ext>
            </a:extLst>
          </p:cNvPr>
          <p:cNvGraphicFramePr>
            <a:graphicFrameLocks noGrp="1"/>
          </p:cNvGraphicFramePr>
          <p:nvPr>
            <p:extLst>
              <p:ext uri="{D42A27DB-BD31-4B8C-83A1-F6EECF244321}">
                <p14:modId xmlns:p14="http://schemas.microsoft.com/office/powerpoint/2010/main" val="4194694956"/>
              </p:ext>
            </p:extLst>
          </p:nvPr>
        </p:nvGraphicFramePr>
        <p:xfrm>
          <a:off x="569384" y="1371042"/>
          <a:ext cx="3198861" cy="2588629"/>
        </p:xfrm>
        <a:graphic>
          <a:graphicData uri="http://schemas.openxmlformats.org/drawingml/2006/table">
            <a:tbl>
              <a:tblPr firstRow="1" firstCol="1" bandRow="1">
                <a:tableStyleId>{284E427A-3D55-4303-BF80-6455036E1DE7}</a:tableStyleId>
              </a:tblPr>
              <a:tblGrid>
                <a:gridCol w="765952">
                  <a:extLst>
                    <a:ext uri="{9D8B030D-6E8A-4147-A177-3AD203B41FA5}">
                      <a16:colId xmlns:a16="http://schemas.microsoft.com/office/drawing/2014/main" val="2400426112"/>
                    </a:ext>
                  </a:extLst>
                </a:gridCol>
                <a:gridCol w="1679161">
                  <a:extLst>
                    <a:ext uri="{9D8B030D-6E8A-4147-A177-3AD203B41FA5}">
                      <a16:colId xmlns:a16="http://schemas.microsoft.com/office/drawing/2014/main" val="833233377"/>
                    </a:ext>
                  </a:extLst>
                </a:gridCol>
                <a:gridCol w="753748">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z</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l">
                        <a:lnSpc>
                          <a:spcPct val="107000"/>
                        </a:lnSpc>
                        <a:spcAft>
                          <a:spcPts val="800"/>
                        </a:spcAft>
                      </a:pPr>
                      <a:r>
                        <a:rPr lang="en-US" sz="1800" b="0" kern="100" dirty="0">
                          <a:solidFill>
                            <a:schemeClr val="bg2"/>
                          </a:solidFill>
                          <a:effectLst/>
                          <a:latin typeface="Poppins" panose="00000500000000000000" pitchFamily="2" charset="0"/>
                          <a:cs typeface="Poppins" panose="00000500000000000000" pitchFamily="2" charset="0"/>
                        </a:rPr>
                        <a:t>0</a:t>
                      </a:r>
                      <a:endParaRPr lang="en-US" sz="14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cs typeface="Poppins" panose="00000500000000000000" pitchFamily="2" charset="0"/>
                        </a:rPr>
                        <a:t>-</a:t>
                      </a:r>
                      <a:endPar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s</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marL="0" marR="0" lvl="0" indent="0" algn="l" defTabSz="914400" rtl="0" eaLnBrk="1" fontAlgn="auto" latinLnBrk="0" hangingPunct="1">
                        <a:lnSpc>
                          <a:spcPct val="107000"/>
                        </a:lnSpc>
                        <a:spcBef>
                          <a:spcPts val="0"/>
                        </a:spcBef>
                        <a:spcAft>
                          <a:spcPts val="800"/>
                        </a:spcAft>
                        <a:buClr>
                          <a:srgbClr val="000000"/>
                        </a:buClr>
                        <a:buSzTx/>
                        <a:buFont typeface="Arial"/>
                        <a:buNone/>
                        <a:tabLst/>
                        <a:defRPr/>
                      </a:pPr>
                      <a:r>
                        <a:rPr lang="en-US" sz="2000" b="0" strike="noStrike" kern="100" dirty="0">
                          <a:solidFill>
                            <a:schemeClr val="bg2"/>
                          </a:solidFill>
                          <a:effectLst/>
                          <a:latin typeface="Poppins" panose="00000500000000000000" pitchFamily="2" charset="0"/>
                          <a:cs typeface="Poppins" panose="00000500000000000000" pitchFamily="2" charset="0"/>
                        </a:rPr>
                        <a:t>∞ 0</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z</a:t>
                      </a: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t</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marL="0" marR="0" lvl="0" indent="0" algn="l" defTabSz="914400" rtl="0" eaLnBrk="1" fontAlgn="auto" latinLnBrk="0" hangingPunct="1">
                        <a:lnSpc>
                          <a:spcPct val="107000"/>
                        </a:lnSpc>
                        <a:spcBef>
                          <a:spcPts val="0"/>
                        </a:spcBef>
                        <a:spcAft>
                          <a:spcPts val="800"/>
                        </a:spcAft>
                        <a:buClr>
                          <a:srgbClr val="000000"/>
                        </a:buClr>
                        <a:buSzTx/>
                        <a:buFont typeface="Arial"/>
                        <a:buNone/>
                        <a:tabLst/>
                        <a:defRPr/>
                      </a:pPr>
                      <a:r>
                        <a:rPr lang="en-US" sz="2000" b="0" strike="noStrike" kern="100" dirty="0">
                          <a:solidFill>
                            <a:schemeClr val="bg2"/>
                          </a:solidFill>
                          <a:effectLst/>
                          <a:latin typeface="Poppins" panose="00000500000000000000" pitchFamily="2" charset="0"/>
                          <a:cs typeface="Poppins" panose="00000500000000000000" pitchFamily="2" charset="0"/>
                        </a:rPr>
                        <a:t>∞ 4 0</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x</a:t>
                      </a: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x</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l">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 7 0 </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y</a:t>
                      </a: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y</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l">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 0</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s</a:t>
                      </a:r>
                    </a:p>
                  </a:txBody>
                  <a:tcPr marL="68580" marR="68580" marT="0" marB="0" anchor="ctr"/>
                </a:tc>
                <a:extLst>
                  <a:ext uri="{0D108BD9-81ED-4DB2-BD59-A6C34878D82A}">
                    <a16:rowId xmlns:a16="http://schemas.microsoft.com/office/drawing/2014/main" val="1873937652"/>
                  </a:ext>
                </a:extLst>
              </a:tr>
            </a:tbl>
          </a:graphicData>
        </a:graphic>
      </p:graphicFrame>
      <p:cxnSp>
        <p:nvCxnSpPr>
          <p:cNvPr id="39" name="Straight Connector 38">
            <a:extLst>
              <a:ext uri="{FF2B5EF4-FFF2-40B4-BE49-F238E27FC236}">
                <a16:creationId xmlns:a16="http://schemas.microsoft.com/office/drawing/2014/main" id="{AA5B8A43-D60C-DC85-6359-AA7130003B5D}"/>
              </a:ext>
            </a:extLst>
          </p:cNvPr>
          <p:cNvCxnSpPr>
            <a:cxnSpLocks/>
          </p:cNvCxnSpPr>
          <p:nvPr/>
        </p:nvCxnSpPr>
        <p:spPr>
          <a:xfrm flipH="1">
            <a:off x="1393600" y="2362316"/>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6B7A8AD4-455B-C7A9-0827-1EA6CEA0E912}"/>
              </a:ext>
            </a:extLst>
          </p:cNvPr>
          <p:cNvCxnSpPr>
            <a:cxnSpLocks/>
          </p:cNvCxnSpPr>
          <p:nvPr/>
        </p:nvCxnSpPr>
        <p:spPr>
          <a:xfrm flipH="1">
            <a:off x="1393600" y="2777680"/>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F1D81489-E0E3-8BA8-730C-358E1FF2295F}"/>
              </a:ext>
            </a:extLst>
          </p:cNvPr>
          <p:cNvCxnSpPr>
            <a:cxnSpLocks/>
          </p:cNvCxnSpPr>
          <p:nvPr/>
        </p:nvCxnSpPr>
        <p:spPr>
          <a:xfrm flipH="1">
            <a:off x="1633870" y="2777680"/>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152CFC10-4DC6-1AB5-7B8B-A7E0233A9205}"/>
              </a:ext>
            </a:extLst>
          </p:cNvPr>
          <p:cNvCxnSpPr>
            <a:cxnSpLocks/>
          </p:cNvCxnSpPr>
          <p:nvPr/>
        </p:nvCxnSpPr>
        <p:spPr>
          <a:xfrm flipH="1">
            <a:off x="1394839" y="3177920"/>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1BC757F4-7A36-3088-27ED-42525E040B19}"/>
              </a:ext>
            </a:extLst>
          </p:cNvPr>
          <p:cNvCxnSpPr>
            <a:cxnSpLocks/>
          </p:cNvCxnSpPr>
          <p:nvPr/>
        </p:nvCxnSpPr>
        <p:spPr>
          <a:xfrm flipH="1">
            <a:off x="1629371" y="3188337"/>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6" name="Straight Connector 45">
            <a:extLst>
              <a:ext uri="{FF2B5EF4-FFF2-40B4-BE49-F238E27FC236}">
                <a16:creationId xmlns:a16="http://schemas.microsoft.com/office/drawing/2014/main" id="{6DE49760-81BC-3781-45FE-FD2A060B427F}"/>
              </a:ext>
            </a:extLst>
          </p:cNvPr>
          <p:cNvCxnSpPr>
            <a:cxnSpLocks/>
          </p:cNvCxnSpPr>
          <p:nvPr/>
        </p:nvCxnSpPr>
        <p:spPr>
          <a:xfrm flipH="1">
            <a:off x="1403949" y="3595125"/>
            <a:ext cx="152400" cy="237896"/>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8547947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FE5AD724-C0D2-DE2B-7B6F-6503267BE598}"/>
            </a:ext>
          </a:extLst>
        </p:cNvPr>
        <p:cNvGrpSpPr/>
        <p:nvPr/>
      </p:nvGrpSpPr>
      <p:grpSpPr>
        <a:xfrm>
          <a:off x="0" y="0"/>
          <a:ext cx="0" cy="0"/>
          <a:chOff x="0" y="0"/>
          <a:chExt cx="0" cy="0"/>
        </a:xfrm>
      </p:grpSpPr>
      <p:cxnSp>
        <p:nvCxnSpPr>
          <p:cNvPr id="1767" name="Connector: Curved 1766">
            <a:extLst>
              <a:ext uri="{FF2B5EF4-FFF2-40B4-BE49-F238E27FC236}">
                <a16:creationId xmlns:a16="http://schemas.microsoft.com/office/drawing/2014/main" id="{A5A628B4-1973-E335-BF0E-9AB8F977ACDB}"/>
              </a:ext>
            </a:extLst>
          </p:cNvPr>
          <p:cNvCxnSpPr>
            <a:cxnSpLocks/>
            <a:stCxn id="1752" idx="0"/>
            <a:endCxn id="1754" idx="0"/>
          </p:cNvCxnSpPr>
          <p:nvPr/>
        </p:nvCxnSpPr>
        <p:spPr>
          <a:xfrm rot="5400000" flipH="1" flipV="1">
            <a:off x="6999603" y="510945"/>
            <a:ext cx="12700" cy="1865337"/>
          </a:xfrm>
          <a:prstGeom prst="curvedConnector3">
            <a:avLst>
              <a:gd name="adj1" fmla="val 3900000"/>
            </a:avLst>
          </a:prstGeom>
          <a:ln>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8408B2A7-BAA0-F493-E858-161FFC3555A1}"/>
              </a:ext>
            </a:extLst>
          </p:cNvPr>
          <p:cNvSpPr txBox="1"/>
          <p:nvPr/>
        </p:nvSpPr>
        <p:spPr>
          <a:xfrm>
            <a:off x="445309" y="146073"/>
            <a:ext cx="3748809" cy="954107"/>
          </a:xfrm>
          <a:prstGeom prst="rect">
            <a:avLst/>
          </a:prstGeom>
          <a:noFill/>
        </p:spPr>
        <p:txBody>
          <a:bodyPr wrap="square">
            <a:spAutoFit/>
          </a:bodyPr>
          <a:lstStyle/>
          <a:p>
            <a:r>
              <a:rPr lang="en-US" dirty="0">
                <a:latin typeface="Poppins" panose="00000500000000000000" pitchFamily="2" charset="0"/>
                <a:cs typeface="Poppins" panose="00000500000000000000" pitchFamily="2" charset="0"/>
              </a:rPr>
              <a:t>5.  After Dijkstra, shortest paths from Z are 0 for all nodes. Transform computed distances to original distances.</a:t>
            </a:r>
          </a:p>
        </p:txBody>
      </p:sp>
      <p:grpSp>
        <p:nvGrpSpPr>
          <p:cNvPr id="48" name="Group 47">
            <a:extLst>
              <a:ext uri="{FF2B5EF4-FFF2-40B4-BE49-F238E27FC236}">
                <a16:creationId xmlns:a16="http://schemas.microsoft.com/office/drawing/2014/main" id="{10726523-A49B-8C95-A317-3AAFCDF83193}"/>
              </a:ext>
            </a:extLst>
          </p:cNvPr>
          <p:cNvGrpSpPr/>
          <p:nvPr/>
        </p:nvGrpSpPr>
        <p:grpSpPr>
          <a:xfrm>
            <a:off x="4648576" y="675295"/>
            <a:ext cx="3704625" cy="3635497"/>
            <a:chOff x="3764656" y="692990"/>
            <a:chExt cx="3704625" cy="3635497"/>
          </a:xfrm>
        </p:grpSpPr>
        <p:sp>
          <p:nvSpPr>
            <p:cNvPr id="1757" name="Oval 1756">
              <a:extLst>
                <a:ext uri="{FF2B5EF4-FFF2-40B4-BE49-F238E27FC236}">
                  <a16:creationId xmlns:a16="http://schemas.microsoft.com/office/drawing/2014/main" id="{E069EEA9-AFE3-7024-920A-E70DB354295E}"/>
                </a:ext>
              </a:extLst>
            </p:cNvPr>
            <p:cNvSpPr/>
            <p:nvPr/>
          </p:nvSpPr>
          <p:spPr>
            <a:xfrm>
              <a:off x="3784495" y="2441419"/>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sp>
          <p:nvSpPr>
            <p:cNvPr id="1814" name="TextBox 1813">
              <a:extLst>
                <a:ext uri="{FF2B5EF4-FFF2-40B4-BE49-F238E27FC236}">
                  <a16:creationId xmlns:a16="http://schemas.microsoft.com/office/drawing/2014/main" id="{EC780486-BEEB-DA97-B420-342F871D9577}"/>
                </a:ext>
              </a:extLst>
            </p:cNvPr>
            <p:cNvSpPr txBox="1"/>
            <p:nvPr/>
          </p:nvSpPr>
          <p:spPr>
            <a:xfrm>
              <a:off x="3764656" y="2108025"/>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grpSp>
          <p:nvGrpSpPr>
            <p:cNvPr id="47" name="Group 46">
              <a:extLst>
                <a:ext uri="{FF2B5EF4-FFF2-40B4-BE49-F238E27FC236}">
                  <a16:creationId xmlns:a16="http://schemas.microsoft.com/office/drawing/2014/main" id="{F7AEACAA-E84F-76EB-3F91-7943E4DA3312}"/>
                </a:ext>
              </a:extLst>
            </p:cNvPr>
            <p:cNvGrpSpPr/>
            <p:nvPr/>
          </p:nvGrpSpPr>
          <p:grpSpPr>
            <a:xfrm>
              <a:off x="4106911" y="692990"/>
              <a:ext cx="3362370" cy="3635497"/>
              <a:chOff x="4106911" y="692990"/>
              <a:chExt cx="3362370" cy="3635497"/>
            </a:xfrm>
          </p:grpSpPr>
          <p:sp>
            <p:nvSpPr>
              <p:cNvPr id="1752" name="Oval 1751">
                <a:extLst>
                  <a:ext uri="{FF2B5EF4-FFF2-40B4-BE49-F238E27FC236}">
                    <a16:creationId xmlns:a16="http://schemas.microsoft.com/office/drawing/2014/main" id="{22196374-BEEA-38B2-DDCC-9B7A641EB7DB}"/>
                  </a:ext>
                </a:extLst>
              </p:cNvPr>
              <p:cNvSpPr/>
              <p:nvPr/>
            </p:nvSpPr>
            <p:spPr>
              <a:xfrm>
                <a:off x="4990795"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1753" name="Straight Arrow Connector 1752">
                <a:extLst>
                  <a:ext uri="{FF2B5EF4-FFF2-40B4-BE49-F238E27FC236}">
                    <a16:creationId xmlns:a16="http://schemas.microsoft.com/office/drawing/2014/main" id="{BB59FD9C-669C-7311-768E-80ACF50CE9E9}"/>
                  </a:ext>
                </a:extLst>
              </p:cNvPr>
              <p:cNvCxnSpPr>
                <a:cxnSpLocks/>
                <a:stCxn id="1757" idx="7"/>
                <a:endCxn id="1752" idx="3"/>
              </p:cNvCxnSpPr>
              <p:nvPr/>
            </p:nvCxnSpPr>
            <p:spPr>
              <a:xfrm flipV="1">
                <a:off x="4112634" y="1796678"/>
                <a:ext cx="934460" cy="7022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4" name="Oval 1753">
                <a:extLst>
                  <a:ext uri="{FF2B5EF4-FFF2-40B4-BE49-F238E27FC236}">
                    <a16:creationId xmlns:a16="http://schemas.microsoft.com/office/drawing/2014/main" id="{0AC54360-6A3E-679A-A5DC-581068785ED5}"/>
                  </a:ext>
                </a:extLst>
              </p:cNvPr>
              <p:cNvSpPr/>
              <p:nvPr/>
            </p:nvSpPr>
            <p:spPr>
              <a:xfrm>
                <a:off x="6856132" y="1461308"/>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1755" name="Oval 1754">
                <a:extLst>
                  <a:ext uri="{FF2B5EF4-FFF2-40B4-BE49-F238E27FC236}">
                    <a16:creationId xmlns:a16="http://schemas.microsoft.com/office/drawing/2014/main" id="{DFE7CCA6-348D-92BE-F327-AB3E23D40D0D}"/>
                  </a:ext>
                </a:extLst>
              </p:cNvPr>
              <p:cNvSpPr/>
              <p:nvPr/>
            </p:nvSpPr>
            <p:spPr>
              <a:xfrm>
                <a:off x="6856132"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1756" name="Oval 1755">
                <a:extLst>
                  <a:ext uri="{FF2B5EF4-FFF2-40B4-BE49-F238E27FC236}">
                    <a16:creationId xmlns:a16="http://schemas.microsoft.com/office/drawing/2014/main" id="{3D4D317A-0DC7-4E01-4A47-EA80AE79B6BD}"/>
                  </a:ext>
                </a:extLst>
              </p:cNvPr>
              <p:cNvSpPr/>
              <p:nvPr/>
            </p:nvSpPr>
            <p:spPr>
              <a:xfrm>
                <a:off x="4990795" y="3579222"/>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cxnSp>
            <p:nvCxnSpPr>
              <p:cNvPr id="1758" name="Straight Arrow Connector 1757">
                <a:extLst>
                  <a:ext uri="{FF2B5EF4-FFF2-40B4-BE49-F238E27FC236}">
                    <a16:creationId xmlns:a16="http://schemas.microsoft.com/office/drawing/2014/main" id="{A344FD98-6D3E-78A4-3DE3-F5560BE62EE0}"/>
                  </a:ext>
                </a:extLst>
              </p:cNvPr>
              <p:cNvCxnSpPr>
                <a:cxnSpLocks/>
                <a:stCxn id="1757" idx="5"/>
                <a:endCxn id="1756" idx="1"/>
              </p:cNvCxnSpPr>
              <p:nvPr/>
            </p:nvCxnSpPr>
            <p:spPr>
              <a:xfrm>
                <a:off x="4112634" y="2776790"/>
                <a:ext cx="934460" cy="859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9" name="Straight Arrow Connector 1758">
                <a:extLst>
                  <a:ext uri="{FF2B5EF4-FFF2-40B4-BE49-F238E27FC236}">
                    <a16:creationId xmlns:a16="http://schemas.microsoft.com/office/drawing/2014/main" id="{23D6BD3B-32C4-5047-5062-0B9F5B1C502F}"/>
                  </a:ext>
                </a:extLst>
              </p:cNvPr>
              <p:cNvCxnSpPr>
                <a:cxnSpLocks/>
                <a:stCxn id="1752" idx="4"/>
                <a:endCxn id="1756" idx="0"/>
              </p:cNvCxnSpPr>
              <p:nvPr/>
            </p:nvCxnSpPr>
            <p:spPr>
              <a:xfrm>
                <a:off x="5183015"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0" name="Straight Arrow Connector 1759">
                <a:extLst>
                  <a:ext uri="{FF2B5EF4-FFF2-40B4-BE49-F238E27FC236}">
                    <a16:creationId xmlns:a16="http://schemas.microsoft.com/office/drawing/2014/main" id="{69F65221-ED6E-9B29-D501-DE830EBC7BDE}"/>
                  </a:ext>
                </a:extLst>
              </p:cNvPr>
              <p:cNvCxnSpPr>
                <a:cxnSpLocks/>
                <a:stCxn id="1754" idx="2"/>
                <a:endCxn id="1752" idx="6"/>
              </p:cNvCxnSpPr>
              <p:nvPr/>
            </p:nvCxnSpPr>
            <p:spPr>
              <a:xfrm flipH="1">
                <a:off x="5375234" y="1657763"/>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1" name="Straight Arrow Connector 1760">
                <a:extLst>
                  <a:ext uri="{FF2B5EF4-FFF2-40B4-BE49-F238E27FC236}">
                    <a16:creationId xmlns:a16="http://schemas.microsoft.com/office/drawing/2014/main" id="{821482F5-B8AB-7320-B0A3-C1B04FE5A9BD}"/>
                  </a:ext>
                </a:extLst>
              </p:cNvPr>
              <p:cNvCxnSpPr>
                <a:cxnSpLocks/>
                <a:stCxn id="1755" idx="0"/>
                <a:endCxn id="1754" idx="4"/>
              </p:cNvCxnSpPr>
              <p:nvPr/>
            </p:nvCxnSpPr>
            <p:spPr>
              <a:xfrm flipV="1">
                <a:off x="7048352" y="1854219"/>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2" name="Straight Arrow Connector 1761">
                <a:extLst>
                  <a:ext uri="{FF2B5EF4-FFF2-40B4-BE49-F238E27FC236}">
                    <a16:creationId xmlns:a16="http://schemas.microsoft.com/office/drawing/2014/main" id="{CA42E03D-61F6-FDCF-4A90-9E5B57F2B639}"/>
                  </a:ext>
                </a:extLst>
              </p:cNvPr>
              <p:cNvCxnSpPr>
                <a:cxnSpLocks/>
                <a:stCxn id="1756" idx="6"/>
                <a:endCxn id="1755" idx="2"/>
              </p:cNvCxnSpPr>
              <p:nvPr/>
            </p:nvCxnSpPr>
            <p:spPr>
              <a:xfrm>
                <a:off x="5375234" y="3775677"/>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3" name="Straight Arrow Connector 1762">
                <a:extLst>
                  <a:ext uri="{FF2B5EF4-FFF2-40B4-BE49-F238E27FC236}">
                    <a16:creationId xmlns:a16="http://schemas.microsoft.com/office/drawing/2014/main" id="{2112CE01-6962-5294-B050-9A5EC552D8CD}"/>
                  </a:ext>
                </a:extLst>
              </p:cNvPr>
              <p:cNvCxnSpPr>
                <a:cxnSpLocks/>
                <a:stCxn id="1756" idx="7"/>
                <a:endCxn id="1754" idx="3"/>
              </p:cNvCxnSpPr>
              <p:nvPr/>
            </p:nvCxnSpPr>
            <p:spPr>
              <a:xfrm flipV="1">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4" name="Straight Arrow Connector 1763">
                <a:extLst>
                  <a:ext uri="{FF2B5EF4-FFF2-40B4-BE49-F238E27FC236}">
                    <a16:creationId xmlns:a16="http://schemas.microsoft.com/office/drawing/2014/main" id="{FE1A492B-B9C9-C1FD-6EA6-067779763851}"/>
                  </a:ext>
                </a:extLst>
              </p:cNvPr>
              <p:cNvCxnSpPr>
                <a:cxnSpLocks/>
                <a:stCxn id="1752" idx="5"/>
                <a:endCxn id="1755" idx="1"/>
              </p:cNvCxnSpPr>
              <p:nvPr/>
            </p:nvCxnSpPr>
            <p:spPr>
              <a:xfrm>
                <a:off x="5318935" y="1796678"/>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Straight Arrow Connector 1765">
                <a:extLst>
                  <a:ext uri="{FF2B5EF4-FFF2-40B4-BE49-F238E27FC236}">
                    <a16:creationId xmlns:a16="http://schemas.microsoft.com/office/drawing/2014/main" id="{EF90A20A-AA14-38CA-AB8B-411692E17488}"/>
                  </a:ext>
                </a:extLst>
              </p:cNvPr>
              <p:cNvCxnSpPr>
                <a:cxnSpLocks/>
                <a:endCxn id="1757" idx="6"/>
              </p:cNvCxnSpPr>
              <p:nvPr/>
            </p:nvCxnSpPr>
            <p:spPr>
              <a:xfrm flipH="1" flipV="1">
                <a:off x="4168934" y="2637874"/>
                <a:ext cx="2713518" cy="1056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13" name="TextBox 1812">
                <a:extLst>
                  <a:ext uri="{FF2B5EF4-FFF2-40B4-BE49-F238E27FC236}">
                    <a16:creationId xmlns:a16="http://schemas.microsoft.com/office/drawing/2014/main" id="{3FBEFAB1-EADF-DE73-CA0E-D13100EF26D5}"/>
                  </a:ext>
                </a:extLst>
              </p:cNvPr>
              <p:cNvSpPr txBox="1"/>
              <p:nvPr/>
            </p:nvSpPr>
            <p:spPr>
              <a:xfrm>
                <a:off x="4844955" y="1139787"/>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15" name="TextBox 1814">
                <a:extLst>
                  <a:ext uri="{FF2B5EF4-FFF2-40B4-BE49-F238E27FC236}">
                    <a16:creationId xmlns:a16="http://schemas.microsoft.com/office/drawing/2014/main" id="{B289604A-F188-0323-A458-688817ED623B}"/>
                  </a:ext>
                </a:extLst>
              </p:cNvPr>
              <p:cNvSpPr txBox="1"/>
              <p:nvPr/>
            </p:nvSpPr>
            <p:spPr>
              <a:xfrm>
                <a:off x="4990795" y="3959155"/>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16" name="TextBox 1815">
                <a:extLst>
                  <a:ext uri="{FF2B5EF4-FFF2-40B4-BE49-F238E27FC236}">
                    <a16:creationId xmlns:a16="http://schemas.microsoft.com/office/drawing/2014/main" id="{95EEE4B6-4724-CCF0-2E75-D9B7E72F19DD}"/>
                  </a:ext>
                </a:extLst>
              </p:cNvPr>
              <p:cNvSpPr txBox="1"/>
              <p:nvPr/>
            </p:nvSpPr>
            <p:spPr>
              <a:xfrm>
                <a:off x="7055385" y="1218378"/>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17" name="TextBox 1816">
                <a:extLst>
                  <a:ext uri="{FF2B5EF4-FFF2-40B4-BE49-F238E27FC236}">
                    <a16:creationId xmlns:a16="http://schemas.microsoft.com/office/drawing/2014/main" id="{3492248B-467B-6A81-94AD-C99E1EDFB88C}"/>
                  </a:ext>
                </a:extLst>
              </p:cNvPr>
              <p:cNvSpPr txBox="1"/>
              <p:nvPr/>
            </p:nvSpPr>
            <p:spPr>
              <a:xfrm>
                <a:off x="6893045" y="3940527"/>
                <a:ext cx="389850" cy="369332"/>
              </a:xfrm>
              <a:prstGeom prst="rect">
                <a:avLst/>
              </a:prstGeom>
              <a:noFill/>
            </p:spPr>
            <p:txBody>
              <a:bodyPr wrap="square" rtlCol="0">
                <a:spAutoFit/>
              </a:bodyPr>
              <a:lstStyle/>
              <a:p>
                <a:r>
                  <a:rPr lang="en-US" sz="1800" b="1" kern="100" dirty="0">
                    <a:solidFill>
                      <a:schemeClr val="bg2"/>
                    </a:solidFill>
                    <a:latin typeface="Poppins" panose="00000500000000000000" pitchFamily="2" charset="0"/>
                    <a:cs typeface="Poppins" panose="00000500000000000000" pitchFamily="2" charset="0"/>
                  </a:rPr>
                  <a:t>0</a:t>
                </a:r>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27" name="TextBox 26">
                <a:extLst>
                  <a:ext uri="{FF2B5EF4-FFF2-40B4-BE49-F238E27FC236}">
                    <a16:creationId xmlns:a16="http://schemas.microsoft.com/office/drawing/2014/main" id="{7D058F0B-3993-BEB3-2C84-76345B18A1D2}"/>
                  </a:ext>
                </a:extLst>
              </p:cNvPr>
              <p:cNvSpPr txBox="1"/>
              <p:nvPr/>
            </p:nvSpPr>
            <p:spPr>
              <a:xfrm>
                <a:off x="7049007" y="2584856"/>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28" name="TextBox 27">
                <a:extLst>
                  <a:ext uri="{FF2B5EF4-FFF2-40B4-BE49-F238E27FC236}">
                    <a16:creationId xmlns:a16="http://schemas.microsoft.com/office/drawing/2014/main" id="{86AE46C4-0567-D198-5FF8-D081EF0C9A3A}"/>
                  </a:ext>
                </a:extLst>
              </p:cNvPr>
              <p:cNvSpPr txBox="1"/>
              <p:nvPr/>
            </p:nvSpPr>
            <p:spPr>
              <a:xfrm>
                <a:off x="4253207" y="1902469"/>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29" name="TextBox 28">
                <a:extLst>
                  <a:ext uri="{FF2B5EF4-FFF2-40B4-BE49-F238E27FC236}">
                    <a16:creationId xmlns:a16="http://schemas.microsoft.com/office/drawing/2014/main" id="{17D892B2-A228-0AEF-E911-BFFB30690FBA}"/>
                  </a:ext>
                </a:extLst>
              </p:cNvPr>
              <p:cNvSpPr txBox="1"/>
              <p:nvPr/>
            </p:nvSpPr>
            <p:spPr>
              <a:xfrm>
                <a:off x="5919320" y="692990"/>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30" name="TextBox 29">
                <a:extLst>
                  <a:ext uri="{FF2B5EF4-FFF2-40B4-BE49-F238E27FC236}">
                    <a16:creationId xmlns:a16="http://schemas.microsoft.com/office/drawing/2014/main" id="{54306A82-1AE9-277B-E244-A53B03A9022E}"/>
                  </a:ext>
                </a:extLst>
              </p:cNvPr>
              <p:cNvSpPr txBox="1"/>
              <p:nvPr/>
            </p:nvSpPr>
            <p:spPr>
              <a:xfrm>
                <a:off x="5792693" y="1400446"/>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1" name="TextBox 30">
                <a:extLst>
                  <a:ext uri="{FF2B5EF4-FFF2-40B4-BE49-F238E27FC236}">
                    <a16:creationId xmlns:a16="http://schemas.microsoft.com/office/drawing/2014/main" id="{72263367-498F-F286-FA24-132644BA75ED}"/>
                  </a:ext>
                </a:extLst>
              </p:cNvPr>
              <p:cNvSpPr txBox="1"/>
              <p:nvPr/>
            </p:nvSpPr>
            <p:spPr>
              <a:xfrm>
                <a:off x="5418358" y="1930509"/>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2" name="TextBox 31">
                <a:extLst>
                  <a:ext uri="{FF2B5EF4-FFF2-40B4-BE49-F238E27FC236}">
                    <a16:creationId xmlns:a16="http://schemas.microsoft.com/office/drawing/2014/main" id="{95EB137C-E430-A8CE-0112-03488A033867}"/>
                  </a:ext>
                </a:extLst>
              </p:cNvPr>
              <p:cNvSpPr txBox="1"/>
              <p:nvPr/>
            </p:nvSpPr>
            <p:spPr>
              <a:xfrm>
                <a:off x="6210037" y="1918637"/>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3" name="TextBox 32">
                <a:extLst>
                  <a:ext uri="{FF2B5EF4-FFF2-40B4-BE49-F238E27FC236}">
                    <a16:creationId xmlns:a16="http://schemas.microsoft.com/office/drawing/2014/main" id="{3F75581A-B173-9866-35E1-781F1D6E688B}"/>
                  </a:ext>
                </a:extLst>
              </p:cNvPr>
              <p:cNvSpPr txBox="1"/>
              <p:nvPr/>
            </p:nvSpPr>
            <p:spPr>
              <a:xfrm>
                <a:off x="5806348" y="3104947"/>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4" name="TextBox 33">
                <a:extLst>
                  <a:ext uri="{FF2B5EF4-FFF2-40B4-BE49-F238E27FC236}">
                    <a16:creationId xmlns:a16="http://schemas.microsoft.com/office/drawing/2014/main" id="{ADB00BC2-8B1C-18E5-EF8F-D6AFBAF196AD}"/>
                  </a:ext>
                </a:extLst>
              </p:cNvPr>
              <p:cNvSpPr txBox="1"/>
              <p:nvPr/>
            </p:nvSpPr>
            <p:spPr>
              <a:xfrm>
                <a:off x="4106911" y="320603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0</a:t>
                </a:r>
              </a:p>
            </p:txBody>
          </p:sp>
          <p:sp>
            <p:nvSpPr>
              <p:cNvPr id="35" name="TextBox 34">
                <a:extLst>
                  <a:ext uri="{FF2B5EF4-FFF2-40B4-BE49-F238E27FC236}">
                    <a16:creationId xmlns:a16="http://schemas.microsoft.com/office/drawing/2014/main" id="{A7138C38-1CE5-EE96-F2F3-EE39D7499189}"/>
                  </a:ext>
                </a:extLst>
              </p:cNvPr>
              <p:cNvSpPr txBox="1"/>
              <p:nvPr/>
            </p:nvSpPr>
            <p:spPr>
              <a:xfrm>
                <a:off x="4754846" y="255257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36" name="TextBox 35">
                <a:extLst>
                  <a:ext uri="{FF2B5EF4-FFF2-40B4-BE49-F238E27FC236}">
                    <a16:creationId xmlns:a16="http://schemas.microsoft.com/office/drawing/2014/main" id="{EF3A8378-E597-EC0F-D41F-DCB0CA42A83E}"/>
                  </a:ext>
                </a:extLst>
              </p:cNvPr>
              <p:cNvSpPr txBox="1"/>
              <p:nvPr/>
            </p:nvSpPr>
            <p:spPr>
              <a:xfrm>
                <a:off x="5806182" y="3808474"/>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18</a:t>
                </a:r>
              </a:p>
            </p:txBody>
          </p:sp>
        </p:grpSp>
      </p:grpSp>
      <p:graphicFrame>
        <p:nvGraphicFramePr>
          <p:cNvPr id="37" name="Table 36">
            <a:extLst>
              <a:ext uri="{FF2B5EF4-FFF2-40B4-BE49-F238E27FC236}">
                <a16:creationId xmlns:a16="http://schemas.microsoft.com/office/drawing/2014/main" id="{34B81BF5-3492-EF16-F857-1C190FAA8A0E}"/>
              </a:ext>
            </a:extLst>
          </p:cNvPr>
          <p:cNvGraphicFramePr>
            <a:graphicFrameLocks noGrp="1"/>
          </p:cNvGraphicFramePr>
          <p:nvPr/>
        </p:nvGraphicFramePr>
        <p:xfrm>
          <a:off x="569384" y="1371042"/>
          <a:ext cx="3198861" cy="2588629"/>
        </p:xfrm>
        <a:graphic>
          <a:graphicData uri="http://schemas.openxmlformats.org/drawingml/2006/table">
            <a:tbl>
              <a:tblPr firstRow="1" firstCol="1" bandRow="1">
                <a:tableStyleId>{284E427A-3D55-4303-BF80-6455036E1DE7}</a:tableStyleId>
              </a:tblPr>
              <a:tblGrid>
                <a:gridCol w="765952">
                  <a:extLst>
                    <a:ext uri="{9D8B030D-6E8A-4147-A177-3AD203B41FA5}">
                      <a16:colId xmlns:a16="http://schemas.microsoft.com/office/drawing/2014/main" val="2400426112"/>
                    </a:ext>
                  </a:extLst>
                </a:gridCol>
                <a:gridCol w="1679161">
                  <a:extLst>
                    <a:ext uri="{9D8B030D-6E8A-4147-A177-3AD203B41FA5}">
                      <a16:colId xmlns:a16="http://schemas.microsoft.com/office/drawing/2014/main" val="833233377"/>
                    </a:ext>
                  </a:extLst>
                </a:gridCol>
                <a:gridCol w="753748">
                  <a:extLst>
                    <a:ext uri="{9D8B030D-6E8A-4147-A177-3AD203B41FA5}">
                      <a16:colId xmlns:a16="http://schemas.microsoft.com/office/drawing/2014/main" val="2443810644"/>
                    </a:ext>
                  </a:extLst>
                </a:gridCol>
              </a:tblGrid>
              <a:tr h="447744">
                <a:tc>
                  <a:txBody>
                    <a:bodyPr/>
                    <a:lstStyle/>
                    <a:p>
                      <a:pPr>
                        <a:lnSpc>
                          <a:spcPct val="107000"/>
                        </a:lnSpc>
                        <a:spcAft>
                          <a:spcPts val="800"/>
                        </a:spcAft>
                      </a:pPr>
                      <a:r>
                        <a:rPr lang="en-US" sz="1400" kern="100" dirty="0">
                          <a:effectLst/>
                          <a:latin typeface="Aptos" panose="020B0004020202020204" pitchFamily="34" charset="0"/>
                        </a:rPr>
                        <a:t>Node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400" kern="100" dirty="0">
                          <a:effectLst/>
                          <a:latin typeface="Aptos" panose="020B0004020202020204" pitchFamily="34" charset="0"/>
                        </a:rPr>
                        <a:t>Distance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400" kern="100" dirty="0">
                          <a:effectLst/>
                          <a:latin typeface="Aptos" panose="020B0004020202020204" pitchFamily="34" charset="0"/>
                        </a:rPr>
                        <a:t>Parent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79175966"/>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z</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l">
                        <a:lnSpc>
                          <a:spcPct val="107000"/>
                        </a:lnSpc>
                        <a:spcAft>
                          <a:spcPts val="800"/>
                        </a:spcAft>
                      </a:pPr>
                      <a:r>
                        <a:rPr lang="en-US" sz="1800" b="0" kern="100" dirty="0">
                          <a:solidFill>
                            <a:schemeClr val="bg2"/>
                          </a:solidFill>
                          <a:effectLst/>
                          <a:latin typeface="Poppins" panose="00000500000000000000" pitchFamily="2" charset="0"/>
                          <a:cs typeface="Poppins" panose="00000500000000000000" pitchFamily="2" charset="0"/>
                        </a:rPr>
                        <a:t>0</a:t>
                      </a:r>
                      <a:endParaRPr lang="en-US" sz="14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cs typeface="Poppins" panose="00000500000000000000" pitchFamily="2" charset="0"/>
                        </a:rPr>
                        <a:t>-</a:t>
                      </a:r>
                      <a:endPar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extLst>
                  <a:ext uri="{0D108BD9-81ED-4DB2-BD59-A6C34878D82A}">
                    <a16:rowId xmlns:a16="http://schemas.microsoft.com/office/drawing/2014/main" val="1428126076"/>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s</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marL="0" marR="0" lvl="0" indent="0" algn="l" defTabSz="914400" rtl="0" eaLnBrk="1" fontAlgn="auto" latinLnBrk="0" hangingPunct="1">
                        <a:lnSpc>
                          <a:spcPct val="107000"/>
                        </a:lnSpc>
                        <a:spcBef>
                          <a:spcPts val="0"/>
                        </a:spcBef>
                        <a:spcAft>
                          <a:spcPts val="800"/>
                        </a:spcAft>
                        <a:buClr>
                          <a:srgbClr val="000000"/>
                        </a:buClr>
                        <a:buSzTx/>
                        <a:buFont typeface="Arial"/>
                        <a:buNone/>
                        <a:tabLst/>
                        <a:defRPr/>
                      </a:pPr>
                      <a:r>
                        <a:rPr lang="en-US" sz="2000" b="0" strike="noStrike" kern="100" dirty="0">
                          <a:solidFill>
                            <a:schemeClr val="bg2"/>
                          </a:solidFill>
                          <a:effectLst/>
                          <a:latin typeface="Poppins" panose="00000500000000000000" pitchFamily="2" charset="0"/>
                          <a:cs typeface="Poppins" panose="00000500000000000000" pitchFamily="2" charset="0"/>
                        </a:rPr>
                        <a:t>∞ 0</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z</a:t>
                      </a:r>
                    </a:p>
                  </a:txBody>
                  <a:tcPr marL="68580" marR="68580" marT="0" marB="0" anchor="ctr"/>
                </a:tc>
                <a:extLst>
                  <a:ext uri="{0D108BD9-81ED-4DB2-BD59-A6C34878D82A}">
                    <a16:rowId xmlns:a16="http://schemas.microsoft.com/office/drawing/2014/main" val="3430955035"/>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t</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marL="0" marR="0" lvl="0" indent="0" algn="l" defTabSz="914400" rtl="0" eaLnBrk="1" fontAlgn="auto" latinLnBrk="0" hangingPunct="1">
                        <a:lnSpc>
                          <a:spcPct val="107000"/>
                        </a:lnSpc>
                        <a:spcBef>
                          <a:spcPts val="0"/>
                        </a:spcBef>
                        <a:spcAft>
                          <a:spcPts val="800"/>
                        </a:spcAft>
                        <a:buClr>
                          <a:srgbClr val="000000"/>
                        </a:buClr>
                        <a:buSzTx/>
                        <a:buFont typeface="Arial"/>
                        <a:buNone/>
                        <a:tabLst/>
                        <a:defRPr/>
                      </a:pPr>
                      <a:r>
                        <a:rPr lang="en-US" sz="2000" b="0" strike="noStrike" kern="100" dirty="0">
                          <a:solidFill>
                            <a:schemeClr val="bg2"/>
                          </a:solidFill>
                          <a:effectLst/>
                          <a:latin typeface="Poppins" panose="00000500000000000000" pitchFamily="2" charset="0"/>
                          <a:cs typeface="Poppins" panose="00000500000000000000" pitchFamily="2" charset="0"/>
                        </a:rPr>
                        <a:t>∞ 4 0</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x</a:t>
                      </a:r>
                    </a:p>
                  </a:txBody>
                  <a:tcPr marL="68580" marR="68580" marT="0" marB="0" anchor="ctr"/>
                </a:tc>
                <a:extLst>
                  <a:ext uri="{0D108BD9-81ED-4DB2-BD59-A6C34878D82A}">
                    <a16:rowId xmlns:a16="http://schemas.microsoft.com/office/drawing/2014/main" val="1311233854"/>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x</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l">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 7 0 </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y</a:t>
                      </a:r>
                    </a:p>
                  </a:txBody>
                  <a:tcPr marL="68580" marR="68580" marT="0" marB="0" anchor="ctr"/>
                </a:tc>
                <a:extLst>
                  <a:ext uri="{0D108BD9-81ED-4DB2-BD59-A6C34878D82A}">
                    <a16:rowId xmlns:a16="http://schemas.microsoft.com/office/drawing/2014/main" val="552639681"/>
                  </a:ext>
                </a:extLst>
              </a:tr>
              <a:tr h="428177">
                <a:tc>
                  <a:txBody>
                    <a:bodyPr/>
                    <a:lstStyle/>
                    <a:p>
                      <a:pPr>
                        <a:lnSpc>
                          <a:spcPct val="107000"/>
                        </a:lnSpc>
                        <a:spcAft>
                          <a:spcPts val="800"/>
                        </a:spcAft>
                      </a:pPr>
                      <a:r>
                        <a:rPr lang="en-US" sz="1400" kern="100" dirty="0">
                          <a:effectLst/>
                          <a:latin typeface="Poppins" panose="00000500000000000000" pitchFamily="2" charset="0"/>
                          <a:ea typeface="Aptos" panose="020B0004020202020204" pitchFamily="34" charset="0"/>
                          <a:cs typeface="Poppins" panose="00000500000000000000" pitchFamily="2" charset="0"/>
                        </a:rPr>
                        <a:t>y</a:t>
                      </a:r>
                      <a:endParaRPr lang="en-US" sz="11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l">
                        <a:lnSpc>
                          <a:spcPct val="107000"/>
                        </a:lnSpc>
                        <a:spcAft>
                          <a:spcPts val="800"/>
                        </a:spcAft>
                      </a:pPr>
                      <a:r>
                        <a:rPr lang="en-US" sz="2000" b="0" strike="noStrike" kern="100" dirty="0">
                          <a:solidFill>
                            <a:schemeClr val="bg2"/>
                          </a:solidFill>
                          <a:effectLst/>
                          <a:latin typeface="Poppins" panose="00000500000000000000" pitchFamily="2" charset="0"/>
                          <a:cs typeface="Poppins" panose="00000500000000000000" pitchFamily="2" charset="0"/>
                        </a:rPr>
                        <a:t>∞ 0</a:t>
                      </a:r>
                      <a:endParaRPr lang="en-US" sz="1600" b="0" strike="noStrike" kern="100" dirty="0">
                        <a:solidFill>
                          <a:schemeClr val="bg2"/>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0" anchor="ctr"/>
                </a:tc>
                <a:tc>
                  <a:txBody>
                    <a:bodyPr/>
                    <a:lstStyle/>
                    <a:p>
                      <a:pPr algn="ctr">
                        <a:lnSpc>
                          <a:spcPct val="107000"/>
                        </a:lnSpc>
                        <a:spcAft>
                          <a:spcPts val="800"/>
                        </a:spcAft>
                      </a:pPr>
                      <a:r>
                        <a:rPr lang="en-US" sz="2000" b="0" kern="100" dirty="0">
                          <a:solidFill>
                            <a:schemeClr val="bg2"/>
                          </a:solidFill>
                          <a:effectLst/>
                          <a:latin typeface="Poppins" panose="00000500000000000000" pitchFamily="2" charset="0"/>
                          <a:ea typeface="Aptos" panose="020B0004020202020204" pitchFamily="34" charset="0"/>
                          <a:cs typeface="Poppins" panose="00000500000000000000" pitchFamily="2" charset="0"/>
                        </a:rPr>
                        <a:t>s</a:t>
                      </a:r>
                    </a:p>
                  </a:txBody>
                  <a:tcPr marL="68580" marR="68580" marT="0" marB="0" anchor="ctr"/>
                </a:tc>
                <a:extLst>
                  <a:ext uri="{0D108BD9-81ED-4DB2-BD59-A6C34878D82A}">
                    <a16:rowId xmlns:a16="http://schemas.microsoft.com/office/drawing/2014/main" val="1873937652"/>
                  </a:ext>
                </a:extLst>
              </a:tr>
            </a:tbl>
          </a:graphicData>
        </a:graphic>
      </p:graphicFrame>
      <p:cxnSp>
        <p:nvCxnSpPr>
          <p:cNvPr id="39" name="Straight Connector 38">
            <a:extLst>
              <a:ext uri="{FF2B5EF4-FFF2-40B4-BE49-F238E27FC236}">
                <a16:creationId xmlns:a16="http://schemas.microsoft.com/office/drawing/2014/main" id="{91323933-6AC7-0000-7305-46D16DC3F436}"/>
              </a:ext>
            </a:extLst>
          </p:cNvPr>
          <p:cNvCxnSpPr>
            <a:cxnSpLocks/>
          </p:cNvCxnSpPr>
          <p:nvPr/>
        </p:nvCxnSpPr>
        <p:spPr>
          <a:xfrm flipH="1">
            <a:off x="1393600" y="2362316"/>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69200755-DCF0-C891-FBD9-4AD2CECC1D46}"/>
              </a:ext>
            </a:extLst>
          </p:cNvPr>
          <p:cNvCxnSpPr>
            <a:cxnSpLocks/>
          </p:cNvCxnSpPr>
          <p:nvPr/>
        </p:nvCxnSpPr>
        <p:spPr>
          <a:xfrm flipH="1">
            <a:off x="1393600" y="2777680"/>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6EB88E8D-9F14-E74A-227B-E40C33FFEDEE}"/>
              </a:ext>
            </a:extLst>
          </p:cNvPr>
          <p:cNvCxnSpPr>
            <a:cxnSpLocks/>
          </p:cNvCxnSpPr>
          <p:nvPr/>
        </p:nvCxnSpPr>
        <p:spPr>
          <a:xfrm flipH="1">
            <a:off x="1633870" y="2777680"/>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B5EF9E0E-0D33-F01C-22B3-1534614D4EBE}"/>
              </a:ext>
            </a:extLst>
          </p:cNvPr>
          <p:cNvCxnSpPr>
            <a:cxnSpLocks/>
          </p:cNvCxnSpPr>
          <p:nvPr/>
        </p:nvCxnSpPr>
        <p:spPr>
          <a:xfrm flipH="1">
            <a:off x="1394839" y="3177920"/>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B735111B-0F81-9EFA-FF06-B365C7DF34F2}"/>
              </a:ext>
            </a:extLst>
          </p:cNvPr>
          <p:cNvCxnSpPr>
            <a:cxnSpLocks/>
          </p:cNvCxnSpPr>
          <p:nvPr/>
        </p:nvCxnSpPr>
        <p:spPr>
          <a:xfrm flipH="1">
            <a:off x="1629371" y="3188337"/>
            <a:ext cx="152400" cy="237896"/>
          </a:xfrm>
          <a:prstGeom prst="line">
            <a:avLst/>
          </a:prstGeom>
        </p:spPr>
        <p:style>
          <a:lnRef idx="2">
            <a:schemeClr val="accent3"/>
          </a:lnRef>
          <a:fillRef idx="0">
            <a:schemeClr val="accent3"/>
          </a:fillRef>
          <a:effectRef idx="1">
            <a:schemeClr val="accent3"/>
          </a:effectRef>
          <a:fontRef idx="minor">
            <a:schemeClr val="tx1"/>
          </a:fontRef>
        </p:style>
      </p:cxnSp>
      <p:cxnSp>
        <p:nvCxnSpPr>
          <p:cNvPr id="46" name="Straight Connector 45">
            <a:extLst>
              <a:ext uri="{FF2B5EF4-FFF2-40B4-BE49-F238E27FC236}">
                <a16:creationId xmlns:a16="http://schemas.microsoft.com/office/drawing/2014/main" id="{02E89A42-70D5-1542-09CA-B27853A85901}"/>
              </a:ext>
            </a:extLst>
          </p:cNvPr>
          <p:cNvCxnSpPr>
            <a:cxnSpLocks/>
          </p:cNvCxnSpPr>
          <p:nvPr/>
        </p:nvCxnSpPr>
        <p:spPr>
          <a:xfrm flipH="1">
            <a:off x="1403949" y="3595125"/>
            <a:ext cx="152400" cy="237896"/>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8910312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1D79D9F0-3E0B-B1E0-06C5-69D07287FB0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5DF5892-87F7-E4C8-CE91-DDB6CA09E5FF}"/>
                  </a:ext>
                </a:extLst>
              </p:cNvPr>
              <p:cNvSpPr txBox="1"/>
              <p:nvPr/>
            </p:nvSpPr>
            <p:spPr>
              <a:xfrm>
                <a:off x="445309" y="146073"/>
                <a:ext cx="3748809" cy="1169551"/>
              </a:xfrm>
              <a:prstGeom prst="rect">
                <a:avLst/>
              </a:prstGeom>
              <a:noFill/>
            </p:spPr>
            <p:txBody>
              <a:bodyPr wrap="square">
                <a:spAutoFit/>
              </a:bodyPr>
              <a:lstStyle/>
              <a:p>
                <a:r>
                  <a:rPr lang="en-US" dirty="0">
                    <a:latin typeface="Poppins" panose="00000500000000000000" pitchFamily="2" charset="0"/>
                    <a:cs typeface="Poppins" panose="00000500000000000000" pitchFamily="2" charset="0"/>
                  </a:rPr>
                  <a:t>5. Update the distance after each Dijkstra iteration according to the following equation:</a:t>
                </a:r>
              </a:p>
              <a:p>
                <a:pPr/>
                <a14:m>
                  <m:oMathPara xmlns:m="http://schemas.openxmlformats.org/officeDocument/2006/math">
                    <m:oMathParaPr>
                      <m:jc m:val="centerGroup"/>
                    </m:oMathParaPr>
                    <m:oMath xmlns:m="http://schemas.openxmlformats.org/officeDocument/2006/math">
                      <m:r>
                        <a:rPr lang="en-US" b="1" i="1" smtClean="0">
                          <a:solidFill>
                            <a:schemeClr val="accent2">
                              <a:lumMod val="50000"/>
                            </a:schemeClr>
                          </a:solidFill>
                          <a:latin typeface="Cambria Math" panose="02040503050406030204" pitchFamily="18" charset="0"/>
                          <a:cs typeface="Poppins" panose="00000500000000000000" pitchFamily="2" charset="0"/>
                        </a:rPr>
                        <m:t>𝑫</m:t>
                      </m:r>
                      <m:r>
                        <a:rPr lang="en-US" b="1" i="1" smtClean="0">
                          <a:solidFill>
                            <a:schemeClr val="accent2">
                              <a:lumMod val="50000"/>
                            </a:schemeClr>
                          </a:solidFill>
                          <a:latin typeface="Cambria Math" panose="02040503050406030204" pitchFamily="18" charset="0"/>
                          <a:cs typeface="Poppins" panose="00000500000000000000" pitchFamily="2" charset="0"/>
                        </a:rPr>
                        <m:t>`</m:t>
                      </m:r>
                      <m:d>
                        <m:dPr>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𝒊</m:t>
                          </m:r>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smtClean="0">
                              <a:solidFill>
                                <a:schemeClr val="accent2">
                                  <a:lumMod val="50000"/>
                                </a:schemeClr>
                              </a:solidFill>
                              <a:latin typeface="Cambria Math" panose="02040503050406030204" pitchFamily="18" charset="0"/>
                              <a:cs typeface="Poppins" panose="00000500000000000000" pitchFamily="2" charset="0"/>
                            </a:rPr>
                            <m:t>𝒋</m:t>
                          </m:r>
                        </m:e>
                      </m:d>
                      <m:r>
                        <a:rPr lang="en-US" b="1" i="1" smtClean="0">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𝑫</m:t>
                      </m:r>
                      <m:d>
                        <m:dPr>
                          <m:ctrlPr>
                            <a:rPr lang="en-US" b="1" i="1">
                              <a:solidFill>
                                <a:schemeClr val="accent2">
                                  <a:lumMod val="50000"/>
                                </a:schemeClr>
                              </a:solidFill>
                              <a:latin typeface="Cambria Math" panose="02040503050406030204" pitchFamily="18" charset="0"/>
                              <a:cs typeface="Poppins" panose="00000500000000000000" pitchFamily="2" charset="0"/>
                            </a:rPr>
                          </m:ctrlPr>
                        </m:dPr>
                        <m:e>
                          <m:r>
                            <a:rPr lang="en-US" b="1" i="1">
                              <a:solidFill>
                                <a:schemeClr val="accent2">
                                  <a:lumMod val="50000"/>
                                </a:schemeClr>
                              </a:solidFill>
                              <a:latin typeface="Cambria Math" panose="02040503050406030204" pitchFamily="18" charset="0"/>
                              <a:cs typeface="Poppins" panose="00000500000000000000" pitchFamily="2" charset="0"/>
                            </a:rPr>
                            <m:t>𝒊</m:t>
                          </m:r>
                          <m:r>
                            <a:rPr lang="en-US" b="1" i="1">
                              <a:solidFill>
                                <a:schemeClr val="accent2">
                                  <a:lumMod val="50000"/>
                                </a:schemeClr>
                              </a:solidFill>
                              <a:latin typeface="Cambria Math" panose="02040503050406030204" pitchFamily="18" charset="0"/>
                              <a:cs typeface="Poppins" panose="00000500000000000000" pitchFamily="2" charset="0"/>
                            </a:rPr>
                            <m:t>,</m:t>
                          </m:r>
                          <m:r>
                            <a:rPr lang="en-US" b="1" i="1">
                              <a:solidFill>
                                <a:schemeClr val="accent2">
                                  <a:lumMod val="50000"/>
                                </a:schemeClr>
                              </a:solidFill>
                              <a:latin typeface="Cambria Math" panose="02040503050406030204" pitchFamily="18" charset="0"/>
                              <a:cs typeface="Poppins" panose="00000500000000000000" pitchFamily="2" charset="0"/>
                            </a:rPr>
                            <m:t>𝒋</m:t>
                          </m:r>
                        </m:e>
                      </m:d>
                      <m:r>
                        <a:rPr lang="en-US" b="1" i="1" smtClean="0">
                          <a:solidFill>
                            <a:schemeClr val="accent2">
                              <a:lumMod val="50000"/>
                            </a:schemeClr>
                          </a:solidFill>
                          <a:latin typeface="Cambria Math" panose="02040503050406030204" pitchFamily="18" charset="0"/>
                          <a:cs typeface="Poppins" panose="00000500000000000000" pitchFamily="2" charset="0"/>
                        </a:rPr>
                        <m:t>+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𝒊</m:t>
                          </m:r>
                        </m:e>
                      </m:d>
                      <m:r>
                        <a:rPr lang="en-US" b="1" i="1" smtClean="0">
                          <a:solidFill>
                            <a:schemeClr val="accent2">
                              <a:lumMod val="50000"/>
                            </a:schemeClr>
                          </a:solidFill>
                          <a:latin typeface="Cambria Math" panose="02040503050406030204" pitchFamily="18" charset="0"/>
                          <a:cs typeface="Poppins" panose="00000500000000000000" pitchFamily="2" charset="0"/>
                        </a:rPr>
                        <m:t> − </m:t>
                      </m:r>
                      <m:r>
                        <a:rPr lang="en-US" b="1" i="1" smtClean="0">
                          <a:solidFill>
                            <a:schemeClr val="accent2">
                              <a:lumMod val="50000"/>
                            </a:schemeClr>
                          </a:solidFill>
                          <a:latin typeface="Cambria Math" panose="02040503050406030204" pitchFamily="18" charset="0"/>
                          <a:cs typeface="Poppins" panose="00000500000000000000" pitchFamily="2" charset="0"/>
                        </a:rPr>
                        <m:t>𝒉</m:t>
                      </m:r>
                      <m:d>
                        <m:dPr>
                          <m:begChr m:val="["/>
                          <m:endChr m:val="]"/>
                          <m:ctrlPr>
                            <a:rPr lang="en-US" b="1" i="1" smtClean="0">
                              <a:solidFill>
                                <a:schemeClr val="accent2">
                                  <a:lumMod val="50000"/>
                                </a:schemeClr>
                              </a:solidFill>
                              <a:latin typeface="Cambria Math" panose="02040503050406030204" pitchFamily="18" charset="0"/>
                              <a:cs typeface="Poppins" panose="00000500000000000000" pitchFamily="2" charset="0"/>
                            </a:rPr>
                          </m:ctrlPr>
                        </m:dPr>
                        <m:e>
                          <m:r>
                            <a:rPr lang="en-US" b="1" i="1" smtClean="0">
                              <a:solidFill>
                                <a:schemeClr val="accent2">
                                  <a:lumMod val="50000"/>
                                </a:schemeClr>
                              </a:solidFill>
                              <a:latin typeface="Cambria Math" panose="02040503050406030204" pitchFamily="18" charset="0"/>
                              <a:cs typeface="Poppins" panose="00000500000000000000" pitchFamily="2" charset="0"/>
                            </a:rPr>
                            <m:t>𝒋</m:t>
                          </m:r>
                        </m:e>
                      </m:d>
                    </m:oMath>
                  </m:oMathPara>
                </a14:m>
                <a:endParaRPr lang="en-US" dirty="0"/>
              </a:p>
              <a:p>
                <a:endParaRPr lang="en-US" dirty="0">
                  <a:latin typeface="Poppins" panose="00000500000000000000" pitchFamily="2" charset="0"/>
                  <a:cs typeface="Poppins" panose="00000500000000000000" pitchFamily="2" charset="0"/>
                </a:endParaRPr>
              </a:p>
            </p:txBody>
          </p:sp>
        </mc:Choice>
        <mc:Fallback xmlns="">
          <p:sp>
            <p:nvSpPr>
              <p:cNvPr id="2" name="TextBox 1">
                <a:extLst>
                  <a:ext uri="{FF2B5EF4-FFF2-40B4-BE49-F238E27FC236}">
                    <a16:creationId xmlns:a16="http://schemas.microsoft.com/office/drawing/2014/main" id="{E5DF5892-87F7-E4C8-CE91-DDB6CA09E5FF}"/>
                  </a:ext>
                </a:extLst>
              </p:cNvPr>
              <p:cNvSpPr txBox="1">
                <a:spLocks noRot="1" noChangeAspect="1" noMove="1" noResize="1" noEditPoints="1" noAdjustHandles="1" noChangeArrowheads="1" noChangeShapeType="1" noTextEdit="1"/>
              </p:cNvSpPr>
              <p:nvPr/>
            </p:nvSpPr>
            <p:spPr>
              <a:xfrm>
                <a:off x="445309" y="146073"/>
                <a:ext cx="3748809" cy="1169551"/>
              </a:xfrm>
              <a:prstGeom prst="rect">
                <a:avLst/>
              </a:prstGeom>
              <a:blipFill>
                <a:blip r:embed="rId3"/>
                <a:stretch>
                  <a:fillRect l="-488" t="-1042"/>
                </a:stretch>
              </a:blipFill>
            </p:spPr>
            <p:txBody>
              <a:bodyPr/>
              <a:lstStyle/>
              <a:p>
                <a:r>
                  <a:rPr lang="en-US">
                    <a:noFill/>
                  </a:rPr>
                  <a:t> </a:t>
                </a:r>
              </a:p>
            </p:txBody>
          </p:sp>
        </mc:Fallback>
      </mc:AlternateContent>
      <p:sp>
        <p:nvSpPr>
          <p:cNvPr id="1814" name="TextBox 1813">
            <a:extLst>
              <a:ext uri="{FF2B5EF4-FFF2-40B4-BE49-F238E27FC236}">
                <a16:creationId xmlns:a16="http://schemas.microsoft.com/office/drawing/2014/main" id="{0BE30B57-9712-E0E7-7B3C-47981BFF5F7F}"/>
              </a:ext>
            </a:extLst>
          </p:cNvPr>
          <p:cNvSpPr txBox="1"/>
          <p:nvPr/>
        </p:nvSpPr>
        <p:spPr>
          <a:xfrm>
            <a:off x="4117918" y="2038161"/>
            <a:ext cx="234360"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16" name="TextBox 1815">
            <a:extLst>
              <a:ext uri="{FF2B5EF4-FFF2-40B4-BE49-F238E27FC236}">
                <a16:creationId xmlns:a16="http://schemas.microsoft.com/office/drawing/2014/main" id="{BA8842CF-65D6-7CEA-00AE-A88417A37C4A}"/>
              </a:ext>
            </a:extLst>
          </p:cNvPr>
          <p:cNvSpPr txBox="1"/>
          <p:nvPr/>
        </p:nvSpPr>
        <p:spPr>
          <a:xfrm>
            <a:off x="7408647" y="1148514"/>
            <a:ext cx="234360"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9147EBF-6286-CC60-2556-C9EFD73E8EEA}"/>
                  </a:ext>
                </a:extLst>
              </p:cNvPr>
              <p:cNvSpPr txBox="1"/>
              <p:nvPr/>
            </p:nvSpPr>
            <p:spPr>
              <a:xfrm>
                <a:off x="563975" y="1957716"/>
                <a:ext cx="3492931" cy="1384995"/>
              </a:xfrm>
              <a:prstGeom prst="rect">
                <a:avLst/>
              </a:prstGeom>
              <a:noFill/>
            </p:spPr>
            <p:txBody>
              <a:bodyPr wrap="square" rtlCol="0">
                <a:spAutoFit/>
              </a:bodyPr>
              <a:lstStyle/>
              <a:p>
                <a:pPr algn="just"/>
                <a:endParaRPr lang="en-US" dirty="0">
                  <a:solidFill>
                    <a:schemeClr val="bg2">
                      <a:lumMod val="60000"/>
                      <a:lumOff val="40000"/>
                    </a:schemeClr>
                  </a:solidFill>
                </a:endParaRPr>
              </a:p>
              <a:p>
                <a:pPr algn="just"/>
                <a14:m>
                  <m:oMathPara xmlns:m="http://schemas.openxmlformats.org/officeDocument/2006/math">
                    <m:oMathParaPr>
                      <m:jc m:val="centerGroup"/>
                    </m:oMathParaPr>
                    <m:oMath xmlns:m="http://schemas.openxmlformats.org/officeDocument/2006/math">
                      <m:r>
                        <a:rPr lang="en-US" b="1" i="1" smtClean="0">
                          <a:solidFill>
                            <a:schemeClr val="bg2">
                              <a:lumMod val="60000"/>
                              <a:lumOff val="40000"/>
                            </a:schemeClr>
                          </a:solidFill>
                          <a:latin typeface="Cambria Math" panose="02040503050406030204" pitchFamily="18" charset="0"/>
                          <a:cs typeface="Poppins" panose="00000500000000000000" pitchFamily="2" charset="0"/>
                        </a:rPr>
                        <m:t>𝑫</m:t>
                      </m:r>
                      <m:r>
                        <a:rPr lang="en-US" b="1" i="1" smtClean="0">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smtClean="0">
                              <a:solidFill>
                                <a:schemeClr val="bg2">
                                  <a:lumMod val="60000"/>
                                  <a:lumOff val="40000"/>
                                </a:schemeClr>
                              </a:solidFill>
                              <a:latin typeface="Cambria Math" panose="02040503050406030204" pitchFamily="18" charset="0"/>
                              <a:cs typeface="Poppins" panose="00000500000000000000" pitchFamily="2" charset="0"/>
                            </a:rPr>
                          </m:ctrlPr>
                        </m:dPr>
                        <m:e>
                          <m:r>
                            <a:rPr lang="en-US" b="1" i="1" smtClean="0">
                              <a:solidFill>
                                <a:schemeClr val="bg2">
                                  <a:lumMod val="60000"/>
                                  <a:lumOff val="40000"/>
                                </a:schemeClr>
                              </a:solidFill>
                              <a:latin typeface="Cambria Math" panose="02040503050406030204" pitchFamily="18" charset="0"/>
                              <a:cs typeface="Poppins" panose="00000500000000000000" pitchFamily="2" charset="0"/>
                            </a:rPr>
                            <m:t>𝒛</m:t>
                          </m:r>
                          <m:r>
                            <a:rPr lang="en-US" b="1" i="1" smtClean="0">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𝒔</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𝟎</m:t>
                      </m:r>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a:solidFill>
                                <a:schemeClr val="bg2">
                                  <a:lumMod val="60000"/>
                                  <a:lumOff val="40000"/>
                                </a:schemeClr>
                              </a:solidFill>
                              <a:latin typeface="Cambria Math" panose="02040503050406030204" pitchFamily="18" charset="0"/>
                              <a:cs typeface="Poppins" panose="00000500000000000000" pitchFamily="2" charset="0"/>
                            </a:rPr>
                            <m:t>𝟕</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smtClean="0">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𝟗</m:t>
                          </m:r>
                        </m:e>
                      </m:d>
                      <m:r>
                        <a:rPr lang="en-US" b="1" i="1">
                          <a:solidFill>
                            <a:schemeClr val="bg2">
                              <a:lumMod val="60000"/>
                              <a:lumOff val="40000"/>
                            </a:schemeClr>
                          </a:solidFill>
                          <a:latin typeface="Cambria Math" panose="02040503050406030204" pitchFamily="18" charset="0"/>
                          <a:cs typeface="Poppins" panose="00000500000000000000" pitchFamily="2" charset="0"/>
                        </a:rPr>
                        <m:t> =</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𝟐</m:t>
                      </m:r>
                    </m:oMath>
                  </m:oMathPara>
                </a14:m>
                <a:endParaRPr lang="en-US" dirty="0">
                  <a:solidFill>
                    <a:schemeClr val="bg2">
                      <a:lumMod val="60000"/>
                      <a:lumOff val="40000"/>
                    </a:schemeClr>
                  </a:solidFill>
                </a:endParaRPr>
              </a:p>
              <a:p>
                <a:pPr algn="just"/>
                <a14:m>
                  <m:oMathPara xmlns:m="http://schemas.openxmlformats.org/officeDocument/2006/math">
                    <m:oMathParaPr>
                      <m:jc m:val="centerGroup"/>
                    </m:oMathParaPr>
                    <m:oMath xmlns:m="http://schemas.openxmlformats.org/officeDocument/2006/math">
                      <m:r>
                        <a:rPr lang="en-US" b="1" i="1">
                          <a:solidFill>
                            <a:schemeClr val="bg2">
                              <a:lumMod val="60000"/>
                              <a:lumOff val="40000"/>
                            </a:schemeClr>
                          </a:solidFill>
                          <a:latin typeface="Cambria Math" panose="02040503050406030204" pitchFamily="18" charset="0"/>
                          <a:cs typeface="Poppins" panose="00000500000000000000" pitchFamily="2" charset="0"/>
                        </a:rPr>
                        <m:t>𝑫</m:t>
                      </m:r>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𝒛</m:t>
                          </m:r>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a:solidFill>
                                <a:schemeClr val="bg2">
                                  <a:lumMod val="60000"/>
                                  <a:lumOff val="40000"/>
                                </a:schemeClr>
                              </a:solidFill>
                              <a:latin typeface="Cambria Math" panose="02040503050406030204" pitchFamily="18" charset="0"/>
                              <a:cs typeface="Poppins" panose="00000500000000000000" pitchFamily="2" charset="0"/>
                            </a:rPr>
                            <m:t>𝒕</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 </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𝟎</m:t>
                      </m:r>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𝟓</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smtClean="0">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𝟗</m:t>
                          </m:r>
                        </m:e>
                      </m:d>
                      <m:r>
                        <a:rPr lang="en-US" b="1" i="1">
                          <a:solidFill>
                            <a:schemeClr val="bg2">
                              <a:lumMod val="60000"/>
                              <a:lumOff val="40000"/>
                            </a:schemeClr>
                          </a:solidFill>
                          <a:latin typeface="Cambria Math" panose="02040503050406030204" pitchFamily="18" charset="0"/>
                          <a:cs typeface="Poppins" panose="00000500000000000000" pitchFamily="2" charset="0"/>
                        </a:rPr>
                        <m:t> =</m:t>
                      </m:r>
                      <m:r>
                        <a:rPr lang="en-US" b="1" i="1">
                          <a:solidFill>
                            <a:schemeClr val="bg2">
                              <a:lumMod val="60000"/>
                              <a:lumOff val="40000"/>
                            </a:schemeClr>
                          </a:solidFill>
                          <a:latin typeface="Cambria Math" panose="02040503050406030204" pitchFamily="18" charset="0"/>
                          <a:cs typeface="Poppins" panose="00000500000000000000" pitchFamily="2" charset="0"/>
                        </a:rPr>
                        <m:t>𝟒</m:t>
                      </m:r>
                      <m:r>
                        <a:rPr lang="en-US" b="1" i="1">
                          <a:solidFill>
                            <a:schemeClr val="bg2">
                              <a:lumMod val="60000"/>
                              <a:lumOff val="40000"/>
                            </a:schemeClr>
                          </a:solidFill>
                          <a:latin typeface="Cambria Math" panose="02040503050406030204" pitchFamily="18" charset="0"/>
                          <a:cs typeface="Poppins" panose="00000500000000000000" pitchFamily="2" charset="0"/>
                        </a:rPr>
                        <m:t> </m:t>
                      </m:r>
                    </m:oMath>
                  </m:oMathPara>
                </a14:m>
                <a:endParaRPr lang="en-US" b="1" dirty="0">
                  <a:solidFill>
                    <a:schemeClr val="bg2">
                      <a:lumMod val="60000"/>
                      <a:lumOff val="40000"/>
                    </a:schemeClr>
                  </a:solidFill>
                  <a:cs typeface="Poppins" panose="00000500000000000000" pitchFamily="2" charset="0"/>
                </a:endParaRPr>
              </a:p>
              <a:p>
                <a:pPr algn="just"/>
                <a14:m>
                  <m:oMathPara xmlns:m="http://schemas.openxmlformats.org/officeDocument/2006/math">
                    <m:oMathParaPr>
                      <m:jc m:val="centerGroup"/>
                    </m:oMathParaPr>
                    <m:oMath xmlns:m="http://schemas.openxmlformats.org/officeDocument/2006/math">
                      <m:r>
                        <a:rPr lang="en-US" b="1" i="1">
                          <a:solidFill>
                            <a:schemeClr val="bg2">
                              <a:lumMod val="60000"/>
                              <a:lumOff val="40000"/>
                            </a:schemeClr>
                          </a:solidFill>
                          <a:latin typeface="Cambria Math" panose="02040503050406030204" pitchFamily="18" charset="0"/>
                          <a:cs typeface="Poppins" panose="00000500000000000000" pitchFamily="2" charset="0"/>
                        </a:rPr>
                        <m:t>𝑫</m:t>
                      </m:r>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𝒛</m:t>
                          </m:r>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𝒙</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𝟎</m:t>
                      </m:r>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𝟑</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𝟗</m:t>
                          </m:r>
                        </m:e>
                      </m:d>
                      <m:r>
                        <a:rPr lang="en-US" b="1" i="1">
                          <a:solidFill>
                            <a:schemeClr val="bg2">
                              <a:lumMod val="60000"/>
                              <a:lumOff val="40000"/>
                            </a:schemeClr>
                          </a:solidFill>
                          <a:latin typeface="Cambria Math" panose="02040503050406030204" pitchFamily="18" charset="0"/>
                          <a:cs typeface="Poppins" panose="00000500000000000000" pitchFamily="2" charset="0"/>
                        </a:rPr>
                        <m:t> =</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𝟔</m:t>
                      </m:r>
                      <m:r>
                        <a:rPr lang="en-US" b="1" i="1">
                          <a:solidFill>
                            <a:schemeClr val="bg2">
                              <a:lumMod val="60000"/>
                              <a:lumOff val="40000"/>
                            </a:schemeClr>
                          </a:solidFill>
                          <a:latin typeface="Cambria Math" panose="02040503050406030204" pitchFamily="18" charset="0"/>
                          <a:cs typeface="Poppins" panose="00000500000000000000" pitchFamily="2" charset="0"/>
                        </a:rPr>
                        <m:t> </m:t>
                      </m:r>
                    </m:oMath>
                  </m:oMathPara>
                </a14:m>
                <a:endParaRPr lang="en-US" dirty="0">
                  <a:solidFill>
                    <a:schemeClr val="bg2">
                      <a:lumMod val="60000"/>
                      <a:lumOff val="40000"/>
                    </a:schemeClr>
                  </a:solidFill>
                </a:endParaRPr>
              </a:p>
              <a:p>
                <a:pPr algn="just"/>
                <a14:m>
                  <m:oMathPara xmlns:m="http://schemas.openxmlformats.org/officeDocument/2006/math">
                    <m:oMathParaPr>
                      <m:jc m:val="centerGroup"/>
                    </m:oMathParaPr>
                    <m:oMath xmlns:m="http://schemas.openxmlformats.org/officeDocument/2006/math">
                      <m:r>
                        <a:rPr lang="en-US" b="1" i="1">
                          <a:solidFill>
                            <a:schemeClr val="bg2">
                              <a:lumMod val="60000"/>
                              <a:lumOff val="40000"/>
                            </a:schemeClr>
                          </a:solidFill>
                          <a:latin typeface="Cambria Math" panose="02040503050406030204" pitchFamily="18" charset="0"/>
                          <a:cs typeface="Poppins" panose="00000500000000000000" pitchFamily="2" charset="0"/>
                        </a:rPr>
                        <m:t>𝑫</m:t>
                      </m:r>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𝒛</m:t>
                          </m:r>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𝒚</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𝟎</m:t>
                      </m:r>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smtClean="0">
                              <a:solidFill>
                                <a:schemeClr val="bg2">
                                  <a:lumMod val="60000"/>
                                  <a:lumOff val="40000"/>
                                </a:schemeClr>
                              </a:solidFill>
                              <a:latin typeface="Cambria Math" panose="02040503050406030204" pitchFamily="18" charset="0"/>
                              <a:cs typeface="Poppins" panose="00000500000000000000" pitchFamily="2" charset="0"/>
                            </a:rPr>
                            <m:t>𝟎</m:t>
                          </m:r>
                        </m:e>
                      </m:d>
                      <m:r>
                        <a:rPr lang="en-US" b="1" i="1">
                          <a:solidFill>
                            <a:schemeClr val="bg2">
                              <a:lumMod val="60000"/>
                              <a:lumOff val="40000"/>
                            </a:schemeClr>
                          </a:solidFill>
                          <a:latin typeface="Cambria Math" panose="02040503050406030204" pitchFamily="18" charset="0"/>
                          <a:cs typeface="Poppins" panose="00000500000000000000" pitchFamily="2" charset="0"/>
                        </a:rPr>
                        <m:t>−</m:t>
                      </m:r>
                      <m:d>
                        <m:dPr>
                          <m:ctrlPr>
                            <a:rPr lang="en-US" b="1" i="1">
                              <a:solidFill>
                                <a:schemeClr val="bg2">
                                  <a:lumMod val="60000"/>
                                  <a:lumOff val="40000"/>
                                </a:schemeClr>
                              </a:solidFill>
                              <a:latin typeface="Cambria Math" panose="02040503050406030204" pitchFamily="18" charset="0"/>
                              <a:cs typeface="Poppins" panose="00000500000000000000" pitchFamily="2" charset="0"/>
                            </a:rPr>
                          </m:ctrlPr>
                        </m:dPr>
                        <m:e>
                          <m:r>
                            <a:rPr lang="en-US" b="1" i="1">
                              <a:solidFill>
                                <a:schemeClr val="bg2">
                                  <a:lumMod val="60000"/>
                                  <a:lumOff val="40000"/>
                                </a:schemeClr>
                              </a:solidFill>
                              <a:latin typeface="Cambria Math" panose="02040503050406030204" pitchFamily="18" charset="0"/>
                              <a:cs typeface="Poppins" panose="00000500000000000000" pitchFamily="2" charset="0"/>
                            </a:rPr>
                            <m:t>−</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𝟗</m:t>
                          </m:r>
                        </m:e>
                      </m:d>
                      <m:r>
                        <a:rPr lang="en-US" b="1" i="1">
                          <a:solidFill>
                            <a:schemeClr val="bg2">
                              <a:lumMod val="60000"/>
                              <a:lumOff val="40000"/>
                            </a:schemeClr>
                          </a:solidFill>
                          <a:latin typeface="Cambria Math" panose="02040503050406030204" pitchFamily="18" charset="0"/>
                          <a:cs typeface="Poppins" panose="00000500000000000000" pitchFamily="2" charset="0"/>
                        </a:rPr>
                        <m:t> =</m:t>
                      </m:r>
                      <m:r>
                        <a:rPr lang="en-US" b="1" i="1" smtClean="0">
                          <a:solidFill>
                            <a:schemeClr val="bg2">
                              <a:lumMod val="60000"/>
                              <a:lumOff val="40000"/>
                            </a:schemeClr>
                          </a:solidFill>
                          <a:latin typeface="Cambria Math" panose="02040503050406030204" pitchFamily="18" charset="0"/>
                          <a:cs typeface="Poppins" panose="00000500000000000000" pitchFamily="2" charset="0"/>
                        </a:rPr>
                        <m:t>𝟗</m:t>
                      </m:r>
                      <m:r>
                        <a:rPr lang="en-US" b="1" i="1" smtClean="0">
                          <a:solidFill>
                            <a:schemeClr val="bg2">
                              <a:lumMod val="60000"/>
                              <a:lumOff val="40000"/>
                            </a:schemeClr>
                          </a:solidFill>
                          <a:latin typeface="Cambria Math" panose="02040503050406030204" pitchFamily="18" charset="0"/>
                          <a:cs typeface="Poppins" panose="00000500000000000000" pitchFamily="2" charset="0"/>
                        </a:rPr>
                        <m:t>    </m:t>
                      </m:r>
                    </m:oMath>
                  </m:oMathPara>
                </a14:m>
                <a:endParaRPr lang="en-US" dirty="0">
                  <a:solidFill>
                    <a:schemeClr val="bg2">
                      <a:lumMod val="60000"/>
                      <a:lumOff val="40000"/>
                    </a:schemeClr>
                  </a:solidFill>
                </a:endParaRPr>
              </a:p>
              <a:p>
                <a:pPr algn="just"/>
                <a:r>
                  <a:rPr lang="en-US" dirty="0">
                    <a:solidFill>
                      <a:schemeClr val="bg2">
                        <a:lumMod val="60000"/>
                        <a:lumOff val="40000"/>
                      </a:schemeClr>
                    </a:solidFill>
                  </a:rPr>
                  <a:t>	</a:t>
                </a:r>
              </a:p>
            </p:txBody>
          </p:sp>
        </mc:Choice>
        <mc:Fallback xmlns="">
          <p:sp>
            <p:nvSpPr>
              <p:cNvPr id="3" name="TextBox 2">
                <a:extLst>
                  <a:ext uri="{FF2B5EF4-FFF2-40B4-BE49-F238E27FC236}">
                    <a16:creationId xmlns:a16="http://schemas.microsoft.com/office/drawing/2014/main" id="{29147EBF-6286-CC60-2556-C9EFD73E8EEA}"/>
                  </a:ext>
                </a:extLst>
              </p:cNvPr>
              <p:cNvSpPr txBox="1">
                <a:spLocks noRot="1" noChangeAspect="1" noMove="1" noResize="1" noEditPoints="1" noAdjustHandles="1" noChangeArrowheads="1" noChangeShapeType="1" noTextEdit="1"/>
              </p:cNvSpPr>
              <p:nvPr/>
            </p:nvSpPr>
            <p:spPr>
              <a:xfrm>
                <a:off x="563975" y="1957716"/>
                <a:ext cx="3492931" cy="1384995"/>
              </a:xfrm>
              <a:prstGeom prst="rect">
                <a:avLst/>
              </a:prstGeom>
              <a:blipFill>
                <a:blip r:embed="rId4"/>
                <a:stretch>
                  <a:fillRect/>
                </a:stretch>
              </a:blipFill>
            </p:spPr>
            <p:txBody>
              <a:bodyPr/>
              <a:lstStyle/>
              <a:p>
                <a:r>
                  <a:rPr lang="en-US">
                    <a:noFill/>
                  </a:rPr>
                  <a:t> </a:t>
                </a:r>
              </a:p>
            </p:txBody>
          </p:sp>
        </mc:Fallback>
      </mc:AlternateContent>
      <p:sp>
        <p:nvSpPr>
          <p:cNvPr id="4" name="Google Shape;1843;p46">
            <a:extLst>
              <a:ext uri="{FF2B5EF4-FFF2-40B4-BE49-F238E27FC236}">
                <a16:creationId xmlns:a16="http://schemas.microsoft.com/office/drawing/2014/main" id="{4B27F440-3198-9A7B-F32D-662CBCDCAA9E}"/>
              </a:ext>
            </a:extLst>
          </p:cNvPr>
          <p:cNvSpPr txBox="1">
            <a:spLocks noGrp="1"/>
          </p:cNvSpPr>
          <p:nvPr>
            <p:ph type="subTitle" idx="1"/>
          </p:nvPr>
        </p:nvSpPr>
        <p:spPr>
          <a:xfrm>
            <a:off x="7336883" y="1773215"/>
            <a:ext cx="1980473" cy="793701"/>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tabLst>
                <a:tab pos="2782888" algn="l"/>
              </a:tabLst>
            </a:pPr>
            <a:r>
              <a:rPr lang="pt-BR" b="1" dirty="0">
                <a:solidFill>
                  <a:schemeClr val="accent2">
                    <a:lumMod val="25000"/>
                  </a:schemeClr>
                </a:solidFill>
              </a:rPr>
              <a:t>h=[s,t,x,y,z] </a:t>
            </a:r>
          </a:p>
          <a:p>
            <a:pPr marL="0" lvl="0" indent="0" rtl="0">
              <a:spcBef>
                <a:spcPts val="0"/>
              </a:spcBef>
              <a:spcAft>
                <a:spcPts val="0"/>
              </a:spcAft>
              <a:buNone/>
              <a:tabLst>
                <a:tab pos="2782888" algn="l"/>
              </a:tabLst>
            </a:pPr>
            <a:r>
              <a:rPr lang="pt-BR" b="1" dirty="0">
                <a:solidFill>
                  <a:schemeClr val="accent2">
                    <a:lumMod val="25000"/>
                  </a:schemeClr>
                </a:solidFill>
              </a:rPr>
              <a:t>h=[-7,-5,-3,0,9]</a:t>
            </a:r>
          </a:p>
          <a:p>
            <a:pPr marL="0" lvl="0" indent="0" rtl="0">
              <a:spcBef>
                <a:spcPts val="0"/>
              </a:spcBef>
              <a:spcAft>
                <a:spcPts val="0"/>
              </a:spcAft>
              <a:buNone/>
              <a:tabLst>
                <a:tab pos="2782888" algn="l"/>
              </a:tabLst>
            </a:pPr>
            <a:endParaRPr lang="en-US" b="1" dirty="0">
              <a:solidFill>
                <a:schemeClr val="accent2">
                  <a:lumMod val="25000"/>
                </a:schemeClr>
              </a:solidFill>
            </a:endParaRPr>
          </a:p>
        </p:txBody>
      </p:sp>
      <p:sp>
        <p:nvSpPr>
          <p:cNvPr id="55" name="Oval 54">
            <a:extLst>
              <a:ext uri="{FF2B5EF4-FFF2-40B4-BE49-F238E27FC236}">
                <a16:creationId xmlns:a16="http://schemas.microsoft.com/office/drawing/2014/main" id="{398631C3-5B39-3614-E8A9-BB321846BB17}"/>
              </a:ext>
            </a:extLst>
          </p:cNvPr>
          <p:cNvSpPr/>
          <p:nvPr/>
        </p:nvSpPr>
        <p:spPr>
          <a:xfrm>
            <a:off x="3958221" y="2479277"/>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s</a:t>
            </a:r>
          </a:p>
        </p:txBody>
      </p:sp>
      <p:sp>
        <p:nvSpPr>
          <p:cNvPr id="56" name="TextBox 55">
            <a:extLst>
              <a:ext uri="{FF2B5EF4-FFF2-40B4-BE49-F238E27FC236}">
                <a16:creationId xmlns:a16="http://schemas.microsoft.com/office/drawing/2014/main" id="{A70DB575-49F1-B1FC-C2BA-25D8BCF61E0B}"/>
              </a:ext>
            </a:extLst>
          </p:cNvPr>
          <p:cNvSpPr txBox="1"/>
          <p:nvPr/>
        </p:nvSpPr>
        <p:spPr>
          <a:xfrm>
            <a:off x="3971999" y="2137644"/>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58" name="Oval 57">
            <a:extLst>
              <a:ext uri="{FF2B5EF4-FFF2-40B4-BE49-F238E27FC236}">
                <a16:creationId xmlns:a16="http://schemas.microsoft.com/office/drawing/2014/main" id="{0B368A7F-FA3F-1AB6-B582-69C626C139DB}"/>
              </a:ext>
            </a:extLst>
          </p:cNvPr>
          <p:cNvSpPr/>
          <p:nvPr/>
        </p:nvSpPr>
        <p:spPr>
          <a:xfrm>
            <a:off x="5164521" y="1499166"/>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t</a:t>
            </a:r>
          </a:p>
        </p:txBody>
      </p:sp>
      <p:cxnSp>
        <p:nvCxnSpPr>
          <p:cNvPr id="59" name="Straight Arrow Connector 58">
            <a:extLst>
              <a:ext uri="{FF2B5EF4-FFF2-40B4-BE49-F238E27FC236}">
                <a16:creationId xmlns:a16="http://schemas.microsoft.com/office/drawing/2014/main" id="{49C7FC05-AF11-C8C7-E179-554D96F91F96}"/>
              </a:ext>
            </a:extLst>
          </p:cNvPr>
          <p:cNvCxnSpPr>
            <a:cxnSpLocks/>
            <a:stCxn id="55" idx="7"/>
            <a:endCxn id="58" idx="3"/>
          </p:cNvCxnSpPr>
          <p:nvPr/>
        </p:nvCxnSpPr>
        <p:spPr>
          <a:xfrm flipV="1">
            <a:off x="4286360" y="1834536"/>
            <a:ext cx="934460" cy="7022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Oval 59">
            <a:extLst>
              <a:ext uri="{FF2B5EF4-FFF2-40B4-BE49-F238E27FC236}">
                <a16:creationId xmlns:a16="http://schemas.microsoft.com/office/drawing/2014/main" id="{E0A189FD-6DE0-9E37-0A48-B7CD47A9081B}"/>
              </a:ext>
            </a:extLst>
          </p:cNvPr>
          <p:cNvSpPr/>
          <p:nvPr/>
        </p:nvSpPr>
        <p:spPr>
          <a:xfrm>
            <a:off x="7029858" y="1499166"/>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x</a:t>
            </a:r>
          </a:p>
        </p:txBody>
      </p:sp>
      <p:sp>
        <p:nvSpPr>
          <p:cNvPr id="61" name="Oval 60">
            <a:extLst>
              <a:ext uri="{FF2B5EF4-FFF2-40B4-BE49-F238E27FC236}">
                <a16:creationId xmlns:a16="http://schemas.microsoft.com/office/drawing/2014/main" id="{D4AF7BFD-1F9D-A245-748C-9F76C6D746F7}"/>
              </a:ext>
            </a:extLst>
          </p:cNvPr>
          <p:cNvSpPr/>
          <p:nvPr/>
        </p:nvSpPr>
        <p:spPr>
          <a:xfrm>
            <a:off x="7029858" y="3617080"/>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z</a:t>
            </a:r>
          </a:p>
        </p:txBody>
      </p:sp>
      <p:sp>
        <p:nvSpPr>
          <p:cNvPr id="62" name="Oval 61">
            <a:extLst>
              <a:ext uri="{FF2B5EF4-FFF2-40B4-BE49-F238E27FC236}">
                <a16:creationId xmlns:a16="http://schemas.microsoft.com/office/drawing/2014/main" id="{1A87C507-4A01-1339-69EF-473139C4C5F9}"/>
              </a:ext>
            </a:extLst>
          </p:cNvPr>
          <p:cNvSpPr/>
          <p:nvPr/>
        </p:nvSpPr>
        <p:spPr>
          <a:xfrm>
            <a:off x="5164521" y="3617080"/>
            <a:ext cx="384440" cy="392911"/>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dirty="0">
                <a:solidFill>
                  <a:schemeClr val="tx1"/>
                </a:solidFill>
                <a:latin typeface="Poppins" panose="00000500000000000000" pitchFamily="2" charset="0"/>
                <a:cs typeface="Poppins" panose="00000500000000000000" pitchFamily="2" charset="0"/>
              </a:rPr>
              <a:t>y</a:t>
            </a:r>
          </a:p>
        </p:txBody>
      </p:sp>
      <p:cxnSp>
        <p:nvCxnSpPr>
          <p:cNvPr id="63" name="Straight Arrow Connector 62">
            <a:extLst>
              <a:ext uri="{FF2B5EF4-FFF2-40B4-BE49-F238E27FC236}">
                <a16:creationId xmlns:a16="http://schemas.microsoft.com/office/drawing/2014/main" id="{F6C05C62-03B4-73A1-F1BE-1317A96B4047}"/>
              </a:ext>
            </a:extLst>
          </p:cNvPr>
          <p:cNvCxnSpPr>
            <a:cxnSpLocks/>
            <a:stCxn id="55" idx="5"/>
            <a:endCxn id="62" idx="1"/>
          </p:cNvCxnSpPr>
          <p:nvPr/>
        </p:nvCxnSpPr>
        <p:spPr>
          <a:xfrm>
            <a:off x="4286360" y="2814648"/>
            <a:ext cx="934460" cy="859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2" name="Straight Arrow Connector 1791">
            <a:extLst>
              <a:ext uri="{FF2B5EF4-FFF2-40B4-BE49-F238E27FC236}">
                <a16:creationId xmlns:a16="http://schemas.microsoft.com/office/drawing/2014/main" id="{65999CDC-C8B8-E8D5-5234-60AE0C4A7897}"/>
              </a:ext>
            </a:extLst>
          </p:cNvPr>
          <p:cNvCxnSpPr>
            <a:cxnSpLocks/>
            <a:stCxn id="58" idx="4"/>
            <a:endCxn id="62" idx="0"/>
          </p:cNvCxnSpPr>
          <p:nvPr/>
        </p:nvCxnSpPr>
        <p:spPr>
          <a:xfrm>
            <a:off x="5356741" y="1892077"/>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3" name="Straight Arrow Connector 1792">
            <a:extLst>
              <a:ext uri="{FF2B5EF4-FFF2-40B4-BE49-F238E27FC236}">
                <a16:creationId xmlns:a16="http://schemas.microsoft.com/office/drawing/2014/main" id="{95576ACF-AA41-C6DD-25F5-FA1C48569A67}"/>
              </a:ext>
            </a:extLst>
          </p:cNvPr>
          <p:cNvCxnSpPr>
            <a:cxnSpLocks/>
            <a:stCxn id="60" idx="2"/>
            <a:endCxn id="58" idx="6"/>
          </p:cNvCxnSpPr>
          <p:nvPr/>
        </p:nvCxnSpPr>
        <p:spPr>
          <a:xfrm flipH="1">
            <a:off x="5548960" y="1695621"/>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4" name="Straight Arrow Connector 1793">
            <a:extLst>
              <a:ext uri="{FF2B5EF4-FFF2-40B4-BE49-F238E27FC236}">
                <a16:creationId xmlns:a16="http://schemas.microsoft.com/office/drawing/2014/main" id="{5510D255-BB86-C469-B716-7202F9C01016}"/>
              </a:ext>
            </a:extLst>
          </p:cNvPr>
          <p:cNvCxnSpPr>
            <a:cxnSpLocks/>
            <a:stCxn id="61" idx="0"/>
            <a:endCxn id="60" idx="4"/>
          </p:cNvCxnSpPr>
          <p:nvPr/>
        </p:nvCxnSpPr>
        <p:spPr>
          <a:xfrm flipV="1">
            <a:off x="7222078" y="1892077"/>
            <a:ext cx="0" cy="1725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5" name="Straight Arrow Connector 1794">
            <a:extLst>
              <a:ext uri="{FF2B5EF4-FFF2-40B4-BE49-F238E27FC236}">
                <a16:creationId xmlns:a16="http://schemas.microsoft.com/office/drawing/2014/main" id="{0EEEA894-A47F-52F5-2CB8-28F1C37491EA}"/>
              </a:ext>
            </a:extLst>
          </p:cNvPr>
          <p:cNvCxnSpPr>
            <a:cxnSpLocks/>
            <a:stCxn id="62" idx="6"/>
            <a:endCxn id="61" idx="2"/>
          </p:cNvCxnSpPr>
          <p:nvPr/>
        </p:nvCxnSpPr>
        <p:spPr>
          <a:xfrm>
            <a:off x="5548960" y="3813535"/>
            <a:ext cx="14808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6" name="Straight Arrow Connector 1795">
            <a:extLst>
              <a:ext uri="{FF2B5EF4-FFF2-40B4-BE49-F238E27FC236}">
                <a16:creationId xmlns:a16="http://schemas.microsoft.com/office/drawing/2014/main" id="{19102BE5-E0A6-BDD4-EF88-F8CF5F5C084A}"/>
              </a:ext>
            </a:extLst>
          </p:cNvPr>
          <p:cNvCxnSpPr>
            <a:cxnSpLocks/>
            <a:stCxn id="62" idx="7"/>
            <a:endCxn id="60" idx="3"/>
          </p:cNvCxnSpPr>
          <p:nvPr/>
        </p:nvCxnSpPr>
        <p:spPr>
          <a:xfrm flipV="1">
            <a:off x="5492661" y="1834536"/>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7" name="Straight Arrow Connector 1796">
            <a:extLst>
              <a:ext uri="{FF2B5EF4-FFF2-40B4-BE49-F238E27FC236}">
                <a16:creationId xmlns:a16="http://schemas.microsoft.com/office/drawing/2014/main" id="{B1151D26-4A2E-52F6-9D54-A2A72C5797DF}"/>
              </a:ext>
            </a:extLst>
          </p:cNvPr>
          <p:cNvCxnSpPr>
            <a:cxnSpLocks/>
            <a:stCxn id="58" idx="5"/>
            <a:endCxn id="61" idx="1"/>
          </p:cNvCxnSpPr>
          <p:nvPr/>
        </p:nvCxnSpPr>
        <p:spPr>
          <a:xfrm>
            <a:off x="5492661" y="1834536"/>
            <a:ext cx="1593497" cy="18400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8" name="Straight Arrow Connector 1797">
            <a:extLst>
              <a:ext uri="{FF2B5EF4-FFF2-40B4-BE49-F238E27FC236}">
                <a16:creationId xmlns:a16="http://schemas.microsoft.com/office/drawing/2014/main" id="{8095CF59-ACF5-8D22-477E-D14249024A20}"/>
              </a:ext>
            </a:extLst>
          </p:cNvPr>
          <p:cNvCxnSpPr>
            <a:cxnSpLocks/>
            <a:endCxn id="55" idx="6"/>
          </p:cNvCxnSpPr>
          <p:nvPr/>
        </p:nvCxnSpPr>
        <p:spPr>
          <a:xfrm flipH="1" flipV="1">
            <a:off x="4342660" y="2675732"/>
            <a:ext cx="2713518" cy="1056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00" name="TextBox 1799">
            <a:extLst>
              <a:ext uri="{FF2B5EF4-FFF2-40B4-BE49-F238E27FC236}">
                <a16:creationId xmlns:a16="http://schemas.microsoft.com/office/drawing/2014/main" id="{F6274C7F-C63B-B740-E373-B828DE0DFE4D}"/>
              </a:ext>
            </a:extLst>
          </p:cNvPr>
          <p:cNvSpPr txBox="1"/>
          <p:nvPr/>
        </p:nvSpPr>
        <p:spPr>
          <a:xfrm>
            <a:off x="5164521" y="3997013"/>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01" name="TextBox 1800">
            <a:extLst>
              <a:ext uri="{FF2B5EF4-FFF2-40B4-BE49-F238E27FC236}">
                <a16:creationId xmlns:a16="http://schemas.microsoft.com/office/drawing/2014/main" id="{94390257-A313-E67E-75AE-4D4F339BB9A6}"/>
              </a:ext>
            </a:extLst>
          </p:cNvPr>
          <p:cNvSpPr txBox="1"/>
          <p:nvPr/>
        </p:nvSpPr>
        <p:spPr>
          <a:xfrm>
            <a:off x="7229111" y="1256236"/>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02" name="TextBox 1801">
            <a:extLst>
              <a:ext uri="{FF2B5EF4-FFF2-40B4-BE49-F238E27FC236}">
                <a16:creationId xmlns:a16="http://schemas.microsoft.com/office/drawing/2014/main" id="{B8A5B80F-D438-97FA-389F-BD730E4EDEF1}"/>
              </a:ext>
            </a:extLst>
          </p:cNvPr>
          <p:cNvSpPr txBox="1"/>
          <p:nvPr/>
        </p:nvSpPr>
        <p:spPr>
          <a:xfrm>
            <a:off x="7066771" y="3978385"/>
            <a:ext cx="389850" cy="369332"/>
          </a:xfrm>
          <a:prstGeom prst="rect">
            <a:avLst/>
          </a:prstGeom>
          <a:noFill/>
        </p:spPr>
        <p:txBody>
          <a:bodyPr wrap="square" rtlCol="0">
            <a:spAutoFit/>
          </a:bodyPr>
          <a:lstStyle/>
          <a:p>
            <a:r>
              <a:rPr lang="en-US" sz="1800" b="1" kern="100" dirty="0">
                <a:solidFill>
                  <a:schemeClr val="bg2"/>
                </a:solidFill>
                <a:latin typeface="Poppins" panose="00000500000000000000" pitchFamily="2" charset="0"/>
                <a:cs typeface="Poppins" panose="00000500000000000000" pitchFamily="2" charset="0"/>
              </a:rPr>
              <a:t>0</a:t>
            </a:r>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03" name="TextBox 1802">
            <a:extLst>
              <a:ext uri="{FF2B5EF4-FFF2-40B4-BE49-F238E27FC236}">
                <a16:creationId xmlns:a16="http://schemas.microsoft.com/office/drawing/2014/main" id="{0F44EC89-F5D7-F354-A968-10F2FCB2A312}"/>
              </a:ext>
            </a:extLst>
          </p:cNvPr>
          <p:cNvSpPr txBox="1"/>
          <p:nvPr/>
        </p:nvSpPr>
        <p:spPr>
          <a:xfrm>
            <a:off x="7222733" y="2622714"/>
            <a:ext cx="305949" cy="263729"/>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04" name="TextBox 1803">
            <a:extLst>
              <a:ext uri="{FF2B5EF4-FFF2-40B4-BE49-F238E27FC236}">
                <a16:creationId xmlns:a16="http://schemas.microsoft.com/office/drawing/2014/main" id="{AF82C97A-5E45-FCB8-2574-55DC7EF05760}"/>
              </a:ext>
            </a:extLst>
          </p:cNvPr>
          <p:cNvSpPr txBox="1"/>
          <p:nvPr/>
        </p:nvSpPr>
        <p:spPr>
          <a:xfrm>
            <a:off x="4426933" y="1940327"/>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6</a:t>
            </a:r>
          </a:p>
        </p:txBody>
      </p:sp>
      <p:sp>
        <p:nvSpPr>
          <p:cNvPr id="1805" name="TextBox 1804">
            <a:extLst>
              <a:ext uri="{FF2B5EF4-FFF2-40B4-BE49-F238E27FC236}">
                <a16:creationId xmlns:a16="http://schemas.microsoft.com/office/drawing/2014/main" id="{098298E1-9BEE-5AFA-4E12-5EAAAC4B0F94}"/>
              </a:ext>
            </a:extLst>
          </p:cNvPr>
          <p:cNvSpPr txBox="1"/>
          <p:nvPr/>
        </p:nvSpPr>
        <p:spPr>
          <a:xfrm>
            <a:off x="6093046" y="730848"/>
            <a:ext cx="305949"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5</a:t>
            </a:r>
          </a:p>
        </p:txBody>
      </p:sp>
      <p:sp>
        <p:nvSpPr>
          <p:cNvPr id="1806" name="TextBox 1805">
            <a:extLst>
              <a:ext uri="{FF2B5EF4-FFF2-40B4-BE49-F238E27FC236}">
                <a16:creationId xmlns:a16="http://schemas.microsoft.com/office/drawing/2014/main" id="{95B53847-694F-D7D5-9BD9-F007810D8B49}"/>
              </a:ext>
            </a:extLst>
          </p:cNvPr>
          <p:cNvSpPr txBox="1"/>
          <p:nvPr/>
        </p:nvSpPr>
        <p:spPr>
          <a:xfrm>
            <a:off x="5966419" y="1438304"/>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807" name="TextBox 1806">
            <a:extLst>
              <a:ext uri="{FF2B5EF4-FFF2-40B4-BE49-F238E27FC236}">
                <a16:creationId xmlns:a16="http://schemas.microsoft.com/office/drawing/2014/main" id="{9771D530-BF8D-BA04-8727-CE0F12CAF779}"/>
              </a:ext>
            </a:extLst>
          </p:cNvPr>
          <p:cNvSpPr txBox="1"/>
          <p:nvPr/>
        </p:nvSpPr>
        <p:spPr>
          <a:xfrm>
            <a:off x="5592084" y="1968367"/>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-4</a:t>
            </a:r>
          </a:p>
        </p:txBody>
      </p:sp>
      <p:sp>
        <p:nvSpPr>
          <p:cNvPr id="1808" name="TextBox 1807">
            <a:extLst>
              <a:ext uri="{FF2B5EF4-FFF2-40B4-BE49-F238E27FC236}">
                <a16:creationId xmlns:a16="http://schemas.microsoft.com/office/drawing/2014/main" id="{FE2297B4-3FDD-C18F-3F56-9F79548AC3FF}"/>
              </a:ext>
            </a:extLst>
          </p:cNvPr>
          <p:cNvSpPr txBox="1"/>
          <p:nvPr/>
        </p:nvSpPr>
        <p:spPr>
          <a:xfrm>
            <a:off x="6383763" y="1956495"/>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-3</a:t>
            </a:r>
          </a:p>
        </p:txBody>
      </p:sp>
      <p:sp>
        <p:nvSpPr>
          <p:cNvPr id="1809" name="TextBox 1808">
            <a:extLst>
              <a:ext uri="{FF2B5EF4-FFF2-40B4-BE49-F238E27FC236}">
                <a16:creationId xmlns:a16="http://schemas.microsoft.com/office/drawing/2014/main" id="{E158D52B-6309-7362-40E2-817D9F7C84DD}"/>
              </a:ext>
            </a:extLst>
          </p:cNvPr>
          <p:cNvSpPr txBox="1"/>
          <p:nvPr/>
        </p:nvSpPr>
        <p:spPr>
          <a:xfrm>
            <a:off x="5980074" y="3142805"/>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2</a:t>
            </a:r>
          </a:p>
        </p:txBody>
      </p:sp>
      <p:sp>
        <p:nvSpPr>
          <p:cNvPr id="1810" name="TextBox 1809">
            <a:extLst>
              <a:ext uri="{FF2B5EF4-FFF2-40B4-BE49-F238E27FC236}">
                <a16:creationId xmlns:a16="http://schemas.microsoft.com/office/drawing/2014/main" id="{F99CF45B-ADF3-7660-0BBC-F1F2AA36D4F7}"/>
              </a:ext>
            </a:extLst>
          </p:cNvPr>
          <p:cNvSpPr txBox="1"/>
          <p:nvPr/>
        </p:nvSpPr>
        <p:spPr>
          <a:xfrm>
            <a:off x="4280637" y="3243890"/>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7</a:t>
            </a:r>
          </a:p>
        </p:txBody>
      </p:sp>
      <p:sp>
        <p:nvSpPr>
          <p:cNvPr id="1811" name="TextBox 1810">
            <a:extLst>
              <a:ext uri="{FF2B5EF4-FFF2-40B4-BE49-F238E27FC236}">
                <a16:creationId xmlns:a16="http://schemas.microsoft.com/office/drawing/2014/main" id="{185B2C78-B2F6-F565-B753-2ACB4502CF2C}"/>
              </a:ext>
            </a:extLst>
          </p:cNvPr>
          <p:cNvSpPr txBox="1"/>
          <p:nvPr/>
        </p:nvSpPr>
        <p:spPr>
          <a:xfrm>
            <a:off x="4928572" y="2590430"/>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8</a:t>
            </a:r>
          </a:p>
        </p:txBody>
      </p:sp>
      <p:sp>
        <p:nvSpPr>
          <p:cNvPr id="1812" name="TextBox 1811">
            <a:extLst>
              <a:ext uri="{FF2B5EF4-FFF2-40B4-BE49-F238E27FC236}">
                <a16:creationId xmlns:a16="http://schemas.microsoft.com/office/drawing/2014/main" id="{740D109E-1938-93C6-A3A1-932569DD4497}"/>
              </a:ext>
            </a:extLst>
          </p:cNvPr>
          <p:cNvSpPr txBox="1"/>
          <p:nvPr/>
        </p:nvSpPr>
        <p:spPr>
          <a:xfrm>
            <a:off x="5979908" y="3846332"/>
            <a:ext cx="623518" cy="338554"/>
          </a:xfrm>
          <a:prstGeom prst="rect">
            <a:avLst/>
          </a:prstGeom>
          <a:noFill/>
        </p:spPr>
        <p:txBody>
          <a:bodyPr wrap="square" rtlCol="0">
            <a:spAutoFit/>
          </a:bodyPr>
          <a:lstStyle/>
          <a:p>
            <a:pPr algn="ctr"/>
            <a:r>
              <a:rPr lang="en-US" sz="1600" dirty="0">
                <a:solidFill>
                  <a:schemeClr val="accent1"/>
                </a:solidFill>
                <a:latin typeface="Poppins" panose="00000500000000000000" pitchFamily="2" charset="0"/>
                <a:cs typeface="Poppins" panose="00000500000000000000" pitchFamily="2" charset="0"/>
              </a:rPr>
              <a:t>9</a:t>
            </a:r>
          </a:p>
        </p:txBody>
      </p:sp>
      <p:cxnSp>
        <p:nvCxnSpPr>
          <p:cNvPr id="1818" name="Connector: Curved 1817">
            <a:extLst>
              <a:ext uri="{FF2B5EF4-FFF2-40B4-BE49-F238E27FC236}">
                <a16:creationId xmlns:a16="http://schemas.microsoft.com/office/drawing/2014/main" id="{D14AF828-5E80-9017-186C-2DD4D7DA3FBB}"/>
              </a:ext>
            </a:extLst>
          </p:cNvPr>
          <p:cNvCxnSpPr>
            <a:cxnSpLocks/>
          </p:cNvCxnSpPr>
          <p:nvPr/>
        </p:nvCxnSpPr>
        <p:spPr>
          <a:xfrm rot="5400000" flipH="1" flipV="1">
            <a:off x="6271828" y="550099"/>
            <a:ext cx="12700" cy="1865337"/>
          </a:xfrm>
          <a:prstGeom prst="curvedConnector3">
            <a:avLst>
              <a:gd name="adj1" fmla="val 3900000"/>
            </a:avLst>
          </a:prstGeom>
          <a:ln>
            <a:tailEnd type="triangle"/>
          </a:ln>
        </p:spPr>
        <p:style>
          <a:lnRef idx="1">
            <a:schemeClr val="dk1"/>
          </a:lnRef>
          <a:fillRef idx="0">
            <a:schemeClr val="dk1"/>
          </a:fillRef>
          <a:effectRef idx="0">
            <a:schemeClr val="dk1"/>
          </a:effectRef>
          <a:fontRef idx="minor">
            <a:schemeClr val="tx1"/>
          </a:fontRef>
        </p:style>
      </p:cxnSp>
      <p:sp>
        <p:nvSpPr>
          <p:cNvPr id="1820" name="TextBox 1819">
            <a:extLst>
              <a:ext uri="{FF2B5EF4-FFF2-40B4-BE49-F238E27FC236}">
                <a16:creationId xmlns:a16="http://schemas.microsoft.com/office/drawing/2014/main" id="{C7818B6F-51F4-51E0-44CB-6252E6014511}"/>
              </a:ext>
            </a:extLst>
          </p:cNvPr>
          <p:cNvSpPr txBox="1"/>
          <p:nvPr/>
        </p:nvSpPr>
        <p:spPr>
          <a:xfrm>
            <a:off x="5034710" y="1252576"/>
            <a:ext cx="413896" cy="369332"/>
          </a:xfrm>
          <a:prstGeom prst="rect">
            <a:avLst/>
          </a:prstGeom>
          <a:noFill/>
        </p:spPr>
        <p:txBody>
          <a:bodyPr wrap="none" rtlCol="0">
            <a:spAutoFit/>
          </a:bodyPr>
          <a:lstStyle/>
          <a:p>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21" name="TextBox 1820">
            <a:extLst>
              <a:ext uri="{FF2B5EF4-FFF2-40B4-BE49-F238E27FC236}">
                <a16:creationId xmlns:a16="http://schemas.microsoft.com/office/drawing/2014/main" id="{646D5312-582D-C215-762B-009ADE93CE22}"/>
              </a:ext>
            </a:extLst>
          </p:cNvPr>
          <p:cNvSpPr txBox="1"/>
          <p:nvPr/>
        </p:nvSpPr>
        <p:spPr>
          <a:xfrm>
            <a:off x="3990076" y="2144186"/>
            <a:ext cx="365806" cy="369332"/>
          </a:xfrm>
          <a:prstGeom prst="rect">
            <a:avLst/>
          </a:prstGeom>
          <a:noFill/>
        </p:spPr>
        <p:txBody>
          <a:bodyPr wrap="none" rtlCol="0">
            <a:spAutoFit/>
          </a:bodyPr>
          <a:lstStyle/>
          <a:p>
            <a:r>
              <a:rPr lang="en-US" sz="1800" b="1" kern="100" dirty="0">
                <a:solidFill>
                  <a:schemeClr val="bg2"/>
                </a:solidFill>
                <a:latin typeface="Poppins" panose="00000500000000000000" pitchFamily="2" charset="0"/>
                <a:cs typeface="Poppins" panose="00000500000000000000" pitchFamily="2" charset="0"/>
              </a:rPr>
              <a:t>2</a:t>
            </a:r>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22" name="TextBox 1821">
            <a:extLst>
              <a:ext uri="{FF2B5EF4-FFF2-40B4-BE49-F238E27FC236}">
                <a16:creationId xmlns:a16="http://schemas.microsoft.com/office/drawing/2014/main" id="{1FFB1B4B-A0EC-2D9D-7586-37A3E1D20FF2}"/>
              </a:ext>
            </a:extLst>
          </p:cNvPr>
          <p:cNvSpPr txBox="1"/>
          <p:nvPr/>
        </p:nvSpPr>
        <p:spPr>
          <a:xfrm>
            <a:off x="5037072" y="1237887"/>
            <a:ext cx="389850" cy="369332"/>
          </a:xfrm>
          <a:prstGeom prst="rect">
            <a:avLst/>
          </a:prstGeom>
          <a:noFill/>
        </p:spPr>
        <p:txBody>
          <a:bodyPr wrap="none" rtlCol="0">
            <a:spAutoFit/>
          </a:bodyPr>
          <a:lstStyle/>
          <a:p>
            <a:r>
              <a:rPr lang="en-US" sz="1800" b="1" kern="100" dirty="0">
                <a:solidFill>
                  <a:schemeClr val="bg2"/>
                </a:solidFill>
                <a:latin typeface="Poppins" panose="00000500000000000000" pitchFamily="2" charset="0"/>
                <a:cs typeface="Poppins" panose="00000500000000000000" pitchFamily="2" charset="0"/>
              </a:rPr>
              <a:t>4</a:t>
            </a:r>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23" name="TextBox 1822">
            <a:extLst>
              <a:ext uri="{FF2B5EF4-FFF2-40B4-BE49-F238E27FC236}">
                <a16:creationId xmlns:a16="http://schemas.microsoft.com/office/drawing/2014/main" id="{D7E1FA9D-DC07-2202-631D-1E34713CBF20}"/>
              </a:ext>
            </a:extLst>
          </p:cNvPr>
          <p:cNvSpPr txBox="1"/>
          <p:nvPr/>
        </p:nvSpPr>
        <p:spPr>
          <a:xfrm>
            <a:off x="7261696" y="1241528"/>
            <a:ext cx="381836" cy="369332"/>
          </a:xfrm>
          <a:prstGeom prst="rect">
            <a:avLst/>
          </a:prstGeom>
          <a:noFill/>
        </p:spPr>
        <p:txBody>
          <a:bodyPr wrap="none" rtlCol="0">
            <a:spAutoFit/>
          </a:bodyPr>
          <a:lstStyle/>
          <a:p>
            <a:r>
              <a:rPr lang="en-US" sz="1800" b="1" kern="100" dirty="0">
                <a:solidFill>
                  <a:schemeClr val="bg2"/>
                </a:solidFill>
                <a:latin typeface="Poppins" panose="00000500000000000000" pitchFamily="2" charset="0"/>
                <a:cs typeface="Poppins" panose="00000500000000000000" pitchFamily="2" charset="0"/>
              </a:rPr>
              <a:t>6</a:t>
            </a:r>
            <a:r>
              <a:rPr lang="en-US" sz="1800" b="1" strike="noStrike" kern="100" dirty="0">
                <a:solidFill>
                  <a:schemeClr val="bg2"/>
                </a:solidFill>
                <a:effectLst/>
                <a:latin typeface="Poppins" panose="00000500000000000000" pitchFamily="2" charset="0"/>
                <a:cs typeface="Poppins" panose="00000500000000000000" pitchFamily="2" charset="0"/>
              </a:rPr>
              <a:t> </a:t>
            </a:r>
            <a:endParaRPr lang="en-US" sz="1800" b="1" dirty="0">
              <a:solidFill>
                <a:schemeClr val="bg2"/>
              </a:solidFill>
            </a:endParaRPr>
          </a:p>
        </p:txBody>
      </p:sp>
      <p:sp>
        <p:nvSpPr>
          <p:cNvPr id="1825" name="TextBox 1824">
            <a:extLst>
              <a:ext uri="{FF2B5EF4-FFF2-40B4-BE49-F238E27FC236}">
                <a16:creationId xmlns:a16="http://schemas.microsoft.com/office/drawing/2014/main" id="{E90F2894-D347-BBFA-4610-D4EA0EE736E4}"/>
              </a:ext>
            </a:extLst>
          </p:cNvPr>
          <p:cNvSpPr txBox="1"/>
          <p:nvPr/>
        </p:nvSpPr>
        <p:spPr>
          <a:xfrm>
            <a:off x="5179755" y="3952589"/>
            <a:ext cx="312906" cy="369332"/>
          </a:xfrm>
          <a:prstGeom prst="rect">
            <a:avLst/>
          </a:prstGeom>
          <a:noFill/>
        </p:spPr>
        <p:txBody>
          <a:bodyPr wrap="none" rtlCol="0">
            <a:spAutoFit/>
          </a:bodyPr>
          <a:lstStyle/>
          <a:p>
            <a:r>
              <a:rPr lang="en-US" sz="1800" b="1" dirty="0">
                <a:solidFill>
                  <a:schemeClr val="bg2"/>
                </a:solidFill>
              </a:rPr>
              <a:t>9</a:t>
            </a:r>
          </a:p>
        </p:txBody>
      </p:sp>
    </p:spTree>
    <p:extLst>
      <p:ext uri="{BB962C8B-B14F-4D97-AF65-F5344CB8AC3E}">
        <p14:creationId xmlns:p14="http://schemas.microsoft.com/office/powerpoint/2010/main" val="356275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1821"/>
                                        </p:tgtEl>
                                        <p:attrNameLst>
                                          <p:attrName>style.visibility</p:attrName>
                                        </p:attrNameLst>
                                      </p:cBhvr>
                                      <p:to>
                                        <p:strVal val="visible"/>
                                      </p:to>
                                    </p:set>
                                    <p:animEffect transition="in" filter="fade">
                                      <p:cBhvr>
                                        <p:cTn id="14" dur="500"/>
                                        <p:tgtEl>
                                          <p:spTgt spid="182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820"/>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822"/>
                                        </p:tgtEl>
                                        <p:attrNameLst>
                                          <p:attrName>style.visibility</p:attrName>
                                        </p:attrNameLst>
                                      </p:cBhvr>
                                      <p:to>
                                        <p:strVal val="visible"/>
                                      </p:to>
                                    </p:set>
                                    <p:animEffect transition="in" filter="fade">
                                      <p:cBhvr>
                                        <p:cTn id="21" dur="500"/>
                                        <p:tgtEl>
                                          <p:spTgt spid="182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0" nodeType="clickEffect">
                                  <p:stCondLst>
                                    <p:cond delay="0"/>
                                  </p:stCondLst>
                                  <p:childTnLst>
                                    <p:set>
                                      <p:cBhvr>
                                        <p:cTn id="25" dur="1" fill="hold">
                                          <p:stCondLst>
                                            <p:cond delay="0"/>
                                          </p:stCondLst>
                                        </p:cTn>
                                        <p:tgtEl>
                                          <p:spTgt spid="1801"/>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7" dur="1" fill="hold">
                                          <p:stCondLst>
                                            <p:cond delay="0"/>
                                          </p:stCondLst>
                                        </p:cTn>
                                        <p:tgtEl>
                                          <p:spTgt spid="1823"/>
                                        </p:tgtEl>
                                        <p:attrNameLst>
                                          <p:attrName>style.visibility</p:attrName>
                                        </p:attrNameLst>
                                      </p:cBhvr>
                                      <p:to>
                                        <p:strVal val="visible"/>
                                      </p:to>
                                    </p:set>
                                    <p:animEffect transition="in" filter="fade">
                                      <p:cBhvr>
                                        <p:cTn id="28" dur="500"/>
                                        <p:tgtEl>
                                          <p:spTgt spid="182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1800"/>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1825"/>
                                        </p:tgtEl>
                                        <p:attrNameLst>
                                          <p:attrName>style.visibility</p:attrName>
                                        </p:attrNameLst>
                                      </p:cBhvr>
                                      <p:to>
                                        <p:strVal val="visible"/>
                                      </p:to>
                                    </p:set>
                                    <p:animEffect transition="in" filter="fade">
                                      <p:cBhvr>
                                        <p:cTn id="35" dur="500"/>
                                        <p:tgtEl>
                                          <p:spTgt spid="1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6" grpId="0"/>
      <p:bldP spid="1800" grpId="0"/>
      <p:bldP spid="1801" grpId="0"/>
      <p:bldP spid="1820" grpId="0"/>
      <p:bldP spid="1821" grpId="0"/>
      <p:bldP spid="1822" grpId="0"/>
      <p:bldP spid="1823" grpId="0"/>
      <p:bldP spid="182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A7624851-8864-B1D5-8F21-C05D6E0685DD}"/>
            </a:ext>
          </a:extLst>
        </p:cNvPr>
        <p:cNvGrpSpPr/>
        <p:nvPr/>
      </p:nvGrpSpPr>
      <p:grpSpPr>
        <a:xfrm>
          <a:off x="0" y="0"/>
          <a:ext cx="0" cy="0"/>
          <a:chOff x="0" y="0"/>
          <a:chExt cx="0" cy="0"/>
        </a:xfrm>
      </p:grpSpPr>
      <p:grpSp>
        <p:nvGrpSpPr>
          <p:cNvPr id="1484" name="Google Shape;1484;p38">
            <a:extLst>
              <a:ext uri="{FF2B5EF4-FFF2-40B4-BE49-F238E27FC236}">
                <a16:creationId xmlns:a16="http://schemas.microsoft.com/office/drawing/2014/main" id="{FC498580-3B4D-ECA8-E578-459E40E56F96}"/>
              </a:ext>
            </a:extLst>
          </p:cNvPr>
          <p:cNvGrpSpPr/>
          <p:nvPr/>
        </p:nvGrpSpPr>
        <p:grpSpPr>
          <a:xfrm>
            <a:off x="6487513" y="-1301175"/>
            <a:ext cx="4268216" cy="6666030"/>
            <a:chOff x="6128138" y="-1301175"/>
            <a:chExt cx="4268216" cy="6666030"/>
          </a:xfrm>
        </p:grpSpPr>
        <p:sp>
          <p:nvSpPr>
            <p:cNvPr id="1485" name="Google Shape;1485;p38">
              <a:extLst>
                <a:ext uri="{FF2B5EF4-FFF2-40B4-BE49-F238E27FC236}">
                  <a16:creationId xmlns:a16="http://schemas.microsoft.com/office/drawing/2014/main" id="{0E8A2E08-CBC2-F007-01CA-90A523AE50A4}"/>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a:extLst>
                <a:ext uri="{FF2B5EF4-FFF2-40B4-BE49-F238E27FC236}">
                  <a16:creationId xmlns:a16="http://schemas.microsoft.com/office/drawing/2014/main" id="{DA27E343-9B4B-D710-6F48-0D4544012288}"/>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a:extLst>
                <a:ext uri="{FF2B5EF4-FFF2-40B4-BE49-F238E27FC236}">
                  <a16:creationId xmlns:a16="http://schemas.microsoft.com/office/drawing/2014/main" id="{C6411AEA-6EBD-1529-6DAC-5DF2950208CD}"/>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a:extLst>
                <a:ext uri="{FF2B5EF4-FFF2-40B4-BE49-F238E27FC236}">
                  <a16:creationId xmlns:a16="http://schemas.microsoft.com/office/drawing/2014/main" id="{092EA7E9-17CC-5861-E32E-0E0A03EA0F9A}"/>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a:extLst>
                <a:ext uri="{FF2B5EF4-FFF2-40B4-BE49-F238E27FC236}">
                  <a16:creationId xmlns:a16="http://schemas.microsoft.com/office/drawing/2014/main" id="{43DA73E9-95DD-33D6-9E51-5F674DD53AAC}"/>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a:extLst>
                <a:ext uri="{FF2B5EF4-FFF2-40B4-BE49-F238E27FC236}">
                  <a16:creationId xmlns:a16="http://schemas.microsoft.com/office/drawing/2014/main" id="{E24BA7A7-E7A4-E9C0-ADC4-9C11A0B32CD6}"/>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a:extLst>
                <a:ext uri="{FF2B5EF4-FFF2-40B4-BE49-F238E27FC236}">
                  <a16:creationId xmlns:a16="http://schemas.microsoft.com/office/drawing/2014/main" id="{1AB9EB0B-2D08-7BC7-0B8F-7D91EACFB1A6}"/>
                </a:ext>
              </a:extLst>
            </p:cNvPr>
            <p:cNvGrpSpPr/>
            <p:nvPr/>
          </p:nvGrpSpPr>
          <p:grpSpPr>
            <a:xfrm rot="5400000">
              <a:off x="7873341" y="4254316"/>
              <a:ext cx="708100" cy="708500"/>
              <a:chOff x="3678700" y="407275"/>
              <a:chExt cx="708100" cy="708500"/>
            </a:xfrm>
          </p:grpSpPr>
          <p:sp>
            <p:nvSpPr>
              <p:cNvPr id="1492" name="Google Shape;1492;p38">
                <a:extLst>
                  <a:ext uri="{FF2B5EF4-FFF2-40B4-BE49-F238E27FC236}">
                    <a16:creationId xmlns:a16="http://schemas.microsoft.com/office/drawing/2014/main" id="{0C639DC2-D8BB-A1E8-B963-44EEC425BCB7}"/>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a:extLst>
                  <a:ext uri="{FF2B5EF4-FFF2-40B4-BE49-F238E27FC236}">
                    <a16:creationId xmlns:a16="http://schemas.microsoft.com/office/drawing/2014/main" id="{E9A69663-7B79-D25B-22BA-835BAF744706}"/>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a:extLst>
                  <a:ext uri="{FF2B5EF4-FFF2-40B4-BE49-F238E27FC236}">
                    <a16:creationId xmlns:a16="http://schemas.microsoft.com/office/drawing/2014/main" id="{61AC284E-0AA3-F574-0575-B72495D422DC}"/>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2903A28D-8F8B-3F46-C0A3-967577C01765}"/>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A319DF2F-B471-7DC6-BC4B-C39D472CADEB}"/>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EA2DC31C-5615-D9BF-C55E-5255D3E860E4}"/>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9451E8B2-2FE9-0455-06D9-90DED8959C71}"/>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a:extLst>
                <a:ext uri="{FF2B5EF4-FFF2-40B4-BE49-F238E27FC236}">
                  <a16:creationId xmlns:a16="http://schemas.microsoft.com/office/drawing/2014/main" id="{5EDAC32E-7021-1926-1FD5-2B60E600872A}"/>
                </a:ext>
              </a:extLst>
            </p:cNvPr>
            <p:cNvGrpSpPr/>
            <p:nvPr/>
          </p:nvGrpSpPr>
          <p:grpSpPr>
            <a:xfrm rot="5400000">
              <a:off x="8639847" y="3354200"/>
              <a:ext cx="457787" cy="458045"/>
              <a:chOff x="3678700" y="407275"/>
              <a:chExt cx="708100" cy="708500"/>
            </a:xfrm>
          </p:grpSpPr>
          <p:sp>
            <p:nvSpPr>
              <p:cNvPr id="1500" name="Google Shape;1500;p38">
                <a:extLst>
                  <a:ext uri="{FF2B5EF4-FFF2-40B4-BE49-F238E27FC236}">
                    <a16:creationId xmlns:a16="http://schemas.microsoft.com/office/drawing/2014/main" id="{9EC93AF9-0BAD-5450-B3FD-0A04A66E0894}"/>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a:extLst>
                  <a:ext uri="{FF2B5EF4-FFF2-40B4-BE49-F238E27FC236}">
                    <a16:creationId xmlns:a16="http://schemas.microsoft.com/office/drawing/2014/main" id="{CA98386F-09B2-AB2F-540E-56C6F33F2AEC}"/>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E8FBD1EA-7A34-880D-CEEF-48E14C5BA5BD}"/>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E3ACFCAC-B970-DAE3-679D-69AF6BDF4574}"/>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1ED269CE-4462-DD70-2B8B-5BFE1755A407}"/>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6192B721-8E20-E973-F9E6-02444332C87C}"/>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E5EC8385-BB20-B5E9-FDD0-4F3727C8E353}"/>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a:extLst>
                <a:ext uri="{FF2B5EF4-FFF2-40B4-BE49-F238E27FC236}">
                  <a16:creationId xmlns:a16="http://schemas.microsoft.com/office/drawing/2014/main" id="{37F53F69-5ECD-168A-A407-2F9F7E9B026B}"/>
                </a:ext>
              </a:extLst>
            </p:cNvPr>
            <p:cNvGrpSpPr/>
            <p:nvPr/>
          </p:nvGrpSpPr>
          <p:grpSpPr>
            <a:xfrm>
              <a:off x="7787267" y="539497"/>
              <a:ext cx="208184" cy="208184"/>
              <a:chOff x="8356813" y="1074288"/>
              <a:chExt cx="351900" cy="351900"/>
            </a:xfrm>
          </p:grpSpPr>
          <p:sp>
            <p:nvSpPr>
              <p:cNvPr id="1508" name="Google Shape;1508;p38">
                <a:extLst>
                  <a:ext uri="{FF2B5EF4-FFF2-40B4-BE49-F238E27FC236}">
                    <a16:creationId xmlns:a16="http://schemas.microsoft.com/office/drawing/2014/main" id="{0C347FB9-CE46-921A-38D1-0F9BC6CA8FA5}"/>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a:extLst>
                  <a:ext uri="{FF2B5EF4-FFF2-40B4-BE49-F238E27FC236}">
                    <a16:creationId xmlns:a16="http://schemas.microsoft.com/office/drawing/2014/main" id="{3EDCF337-77CD-D01E-065F-74757C9B9B26}"/>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a:extLst>
                <a:ext uri="{FF2B5EF4-FFF2-40B4-BE49-F238E27FC236}">
                  <a16:creationId xmlns:a16="http://schemas.microsoft.com/office/drawing/2014/main" id="{D7B0077F-FFB4-91A9-1DED-B8F25D5FD022}"/>
                </a:ext>
              </a:extLst>
            </p:cNvPr>
            <p:cNvGrpSpPr/>
            <p:nvPr/>
          </p:nvGrpSpPr>
          <p:grpSpPr>
            <a:xfrm>
              <a:off x="7194842" y="2467660"/>
              <a:ext cx="208184" cy="208184"/>
              <a:chOff x="8356813" y="1074288"/>
              <a:chExt cx="351900" cy="351900"/>
            </a:xfrm>
          </p:grpSpPr>
          <p:sp>
            <p:nvSpPr>
              <p:cNvPr id="1511" name="Google Shape;1511;p38">
                <a:extLst>
                  <a:ext uri="{FF2B5EF4-FFF2-40B4-BE49-F238E27FC236}">
                    <a16:creationId xmlns:a16="http://schemas.microsoft.com/office/drawing/2014/main" id="{14CA7086-B286-A9DD-D41C-3A2DA88A8A7D}"/>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B1D99138-46BE-3FA2-E863-0BF1006559C5}"/>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a:extLst>
                <a:ext uri="{FF2B5EF4-FFF2-40B4-BE49-F238E27FC236}">
                  <a16:creationId xmlns:a16="http://schemas.microsoft.com/office/drawing/2014/main" id="{2A79BC20-19ED-941B-D5B7-45C64C3ECAA6}"/>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a:extLst>
              <a:ext uri="{FF2B5EF4-FFF2-40B4-BE49-F238E27FC236}">
                <a16:creationId xmlns:a16="http://schemas.microsoft.com/office/drawing/2014/main" id="{871C42C8-B736-30E2-A061-92D6A6A4B8E9}"/>
              </a:ext>
            </a:extLst>
          </p:cNvPr>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07</a:t>
            </a:r>
            <a:endParaRPr dirty="0"/>
          </a:p>
        </p:txBody>
      </p:sp>
      <p:sp>
        <p:nvSpPr>
          <p:cNvPr id="1515" name="Google Shape;1515;p38">
            <a:extLst>
              <a:ext uri="{FF2B5EF4-FFF2-40B4-BE49-F238E27FC236}">
                <a16:creationId xmlns:a16="http://schemas.microsoft.com/office/drawing/2014/main" id="{73A4AF97-21B9-C514-950B-735CD64E2BAA}"/>
              </a:ext>
            </a:extLst>
          </p:cNvPr>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a:extLst>
              <a:ext uri="{FF2B5EF4-FFF2-40B4-BE49-F238E27FC236}">
                <a16:creationId xmlns:a16="http://schemas.microsoft.com/office/drawing/2014/main" id="{2C074D89-749A-E07C-3E28-E33256249547}"/>
              </a:ext>
            </a:extLst>
          </p:cNvPr>
          <p:cNvSpPr txBox="1">
            <a:spLocks noGrp="1"/>
          </p:cNvSpPr>
          <p:nvPr>
            <p:ph type="title"/>
          </p:nvPr>
        </p:nvSpPr>
        <p:spPr>
          <a:xfrm>
            <a:off x="719999" y="2079325"/>
            <a:ext cx="10964001"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5400" dirty="0"/>
              <a:t>All Pairs </a:t>
            </a:r>
            <a:br>
              <a:rPr lang="en-US" sz="5400" dirty="0"/>
            </a:br>
            <a:r>
              <a:rPr lang="en-US" sz="5400" dirty="0"/>
              <a:t>Shortest Path</a:t>
            </a:r>
          </a:p>
        </p:txBody>
      </p:sp>
      <p:grpSp>
        <p:nvGrpSpPr>
          <p:cNvPr id="1523" name="Google Shape;1523;p38">
            <a:extLst>
              <a:ext uri="{FF2B5EF4-FFF2-40B4-BE49-F238E27FC236}">
                <a16:creationId xmlns:a16="http://schemas.microsoft.com/office/drawing/2014/main" id="{D65C8E5C-6C9F-CCEA-AC71-2C0645F405BD}"/>
              </a:ext>
            </a:extLst>
          </p:cNvPr>
          <p:cNvGrpSpPr/>
          <p:nvPr/>
        </p:nvGrpSpPr>
        <p:grpSpPr>
          <a:xfrm>
            <a:off x="823957" y="3019701"/>
            <a:ext cx="6387123" cy="231449"/>
            <a:chOff x="796100" y="3019701"/>
            <a:chExt cx="4558967" cy="134100"/>
          </a:xfrm>
        </p:grpSpPr>
        <p:sp>
          <p:nvSpPr>
            <p:cNvPr id="1524" name="Google Shape;1524;p38">
              <a:extLst>
                <a:ext uri="{FF2B5EF4-FFF2-40B4-BE49-F238E27FC236}">
                  <a16:creationId xmlns:a16="http://schemas.microsoft.com/office/drawing/2014/main" id="{EFF3D73C-EB0D-47F1-7BB1-838301AC5B3A}"/>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F437AE66-4FC5-FF72-F788-63E55008F589}"/>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83CD7C74-2927-060C-6B52-9E6116351E67}"/>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028595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217">
          <a:extLst>
            <a:ext uri="{FF2B5EF4-FFF2-40B4-BE49-F238E27FC236}">
              <a16:creationId xmlns:a16="http://schemas.microsoft.com/office/drawing/2014/main" id="{CBC0B234-D0DC-3C24-CAB5-4586A6C5DD1C}"/>
            </a:ext>
          </a:extLst>
        </p:cNvPr>
        <p:cNvGrpSpPr/>
        <p:nvPr/>
      </p:nvGrpSpPr>
      <p:grpSpPr>
        <a:xfrm>
          <a:off x="0" y="0"/>
          <a:ext cx="0" cy="0"/>
          <a:chOff x="0" y="0"/>
          <a:chExt cx="0" cy="0"/>
        </a:xfrm>
      </p:grpSpPr>
      <p:sp>
        <p:nvSpPr>
          <p:cNvPr id="2218" name="Google Shape;2218;p58">
            <a:extLst>
              <a:ext uri="{FF2B5EF4-FFF2-40B4-BE49-F238E27FC236}">
                <a16:creationId xmlns:a16="http://schemas.microsoft.com/office/drawing/2014/main" id="{1399A7E4-F356-F646-7E22-6786F2B12129}"/>
              </a:ext>
            </a:extLst>
          </p:cNvPr>
          <p:cNvSpPr txBox="1">
            <a:spLocks noGrp="1"/>
          </p:cNvSpPr>
          <p:nvPr>
            <p:ph type="title"/>
          </p:nvPr>
        </p:nvSpPr>
        <p:spPr>
          <a:xfrm>
            <a:off x="719999" y="445025"/>
            <a:ext cx="809004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Slow-All-Pairs-Shortest-Path</a:t>
            </a:r>
          </a:p>
        </p:txBody>
      </p:sp>
      <p:sp>
        <p:nvSpPr>
          <p:cNvPr id="2219" name="Google Shape;2219;p58">
            <a:extLst>
              <a:ext uri="{FF2B5EF4-FFF2-40B4-BE49-F238E27FC236}">
                <a16:creationId xmlns:a16="http://schemas.microsoft.com/office/drawing/2014/main" id="{B2E5B727-2446-360B-2B4D-32C805855494}"/>
              </a:ext>
            </a:extLst>
          </p:cNvPr>
          <p:cNvSpPr txBox="1">
            <a:spLocks noGrp="1"/>
          </p:cNvSpPr>
          <p:nvPr>
            <p:ph type="subTitle" idx="1"/>
          </p:nvPr>
        </p:nvSpPr>
        <p:spPr>
          <a:xfrm>
            <a:off x="713225" y="2041525"/>
            <a:ext cx="5578500" cy="6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 algorithm that computes the </a:t>
            </a:r>
            <a:r>
              <a:rPr lang="en-US" b="1" dirty="0"/>
              <a:t>shortest path between all pairs of nodes</a:t>
            </a:r>
            <a:r>
              <a:rPr lang="en-US" dirty="0"/>
              <a:t>.</a:t>
            </a:r>
            <a:endParaRPr lang="en-US" b="1" dirty="0"/>
          </a:p>
        </p:txBody>
      </p:sp>
      <p:sp>
        <p:nvSpPr>
          <p:cNvPr id="3" name="TextBox 2">
            <a:extLst>
              <a:ext uri="{FF2B5EF4-FFF2-40B4-BE49-F238E27FC236}">
                <a16:creationId xmlns:a16="http://schemas.microsoft.com/office/drawing/2014/main" id="{10A85E30-DF88-F0DB-82A7-9554D7CB7F86}"/>
              </a:ext>
            </a:extLst>
          </p:cNvPr>
          <p:cNvSpPr txBox="1"/>
          <p:nvPr/>
        </p:nvSpPr>
        <p:spPr>
          <a:xfrm>
            <a:off x="655983" y="2985137"/>
            <a:ext cx="5876014" cy="1312347"/>
          </a:xfrm>
          <a:prstGeom prst="rect">
            <a:avLst/>
          </a:prstGeom>
          <a:noFill/>
        </p:spPr>
        <p:txBody>
          <a:bodyPr wrap="square">
            <a:spAutoFit/>
          </a:bodyPr>
          <a:lstStyle/>
          <a:p>
            <a:pPr>
              <a:lnSpc>
                <a:spcPct val="107000"/>
              </a:lnSpc>
              <a:spcAft>
                <a:spcPts val="800"/>
              </a:spcAft>
            </a:pPr>
            <a:r>
              <a:rPr lang="en-US" sz="1400" kern="100" dirty="0">
                <a:effectLst/>
                <a:latin typeface="Aptos" panose="020B0004020202020204" pitchFamily="34" charset="0"/>
                <a:ea typeface="Aptos" panose="020B0004020202020204" pitchFamily="34" charset="0"/>
                <a:cs typeface="Arial" panose="020B0604020202020204" pitchFamily="34" charset="0"/>
              </a:rPr>
              <a:t>Calculate </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𝐿</a:t>
            </a:r>
            <a:r>
              <a:rPr lang="en-US" sz="1400" kern="100" baseline="30000" dirty="0">
                <a:effectLst/>
                <a:latin typeface="Cambria Math" panose="02040503050406030204" pitchFamily="18" charset="0"/>
                <a:ea typeface="Aptos" panose="020B0004020202020204" pitchFamily="34" charset="0"/>
                <a:cs typeface="Cambria Math" panose="02040503050406030204" pitchFamily="18" charset="0"/>
              </a:rPr>
              <a:t>𝑖</a:t>
            </a:r>
            <a:r>
              <a:rPr lang="en-US" sz="1400" kern="100" dirty="0">
                <a:effectLst/>
                <a:latin typeface="Aptos" panose="020B0004020202020204" pitchFamily="34" charset="0"/>
                <a:ea typeface="Aptos" panose="020B0004020202020204" pitchFamily="34" charset="0"/>
                <a:cs typeface="Arial" panose="020B0604020202020204" pitchFamily="34" charset="0"/>
              </a:rPr>
              <a:t>  matrix starting from </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𝑖</a:t>
            </a:r>
            <a:r>
              <a:rPr lang="en-US" sz="1400" kern="100" dirty="0">
                <a:effectLst/>
                <a:latin typeface="Aptos" panose="020B0004020202020204" pitchFamily="34" charset="0"/>
                <a:ea typeface="Aptos" panose="020B0004020202020204" pitchFamily="34" charset="0"/>
                <a:cs typeface="Arial" panose="020B0604020202020204" pitchFamily="34" charset="0"/>
              </a:rPr>
              <a:t>=1.</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pPr>
            <a:r>
              <a:rPr lang="en-US" sz="1400" kern="100" dirty="0">
                <a:effectLst/>
                <a:latin typeface="Aptos" panose="020B0004020202020204" pitchFamily="34" charset="0"/>
                <a:ea typeface="Aptos" panose="020B0004020202020204" pitchFamily="34" charset="0"/>
                <a:cs typeface="Arial" panose="020B0604020202020204" pitchFamily="34" charset="0"/>
              </a:rPr>
              <a:t>which indicates the shortest path containing 1 edge ,</a:t>
            </a:r>
          </a:p>
          <a:p>
            <a:pPr>
              <a:lnSpc>
                <a:spcPct val="107000"/>
              </a:lnSpc>
              <a:spcAft>
                <a:spcPts val="800"/>
              </a:spcAft>
            </a:pPr>
            <a:r>
              <a:rPr lang="en-US" sz="1400" kern="100" dirty="0">
                <a:effectLst/>
                <a:latin typeface="Aptos" panose="020B0004020202020204" pitchFamily="34" charset="0"/>
                <a:ea typeface="Aptos" panose="020B0004020202020204" pitchFamily="34" charset="0"/>
                <a:cs typeface="Arial" panose="020B0604020202020204" pitchFamily="34" charset="0"/>
              </a:rPr>
              <a:t> till </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𝑖 = </a:t>
            </a:r>
            <a:r>
              <a:rPr lang="en-US" sz="1400" kern="100" dirty="0">
                <a:effectLst/>
                <a:latin typeface="Aptos" panose="020B0004020202020204" pitchFamily="34" charset="0"/>
                <a:ea typeface="Aptos" panose="020B0004020202020204" pitchFamily="34" charset="0"/>
                <a:cs typeface="Arial" panose="020B0604020202020204" pitchFamily="34" charset="0"/>
              </a:rPr>
              <a:t>number of edges.</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Font typeface="Arial" panose="020B0604020202020204" pitchFamily="34" charset="0"/>
              <a:buChar char="•"/>
            </a:pPr>
            <a:r>
              <a:rPr lang="en-US" sz="1400" kern="100" dirty="0">
                <a:effectLst/>
                <a:latin typeface="Aptos" panose="020B0004020202020204" pitchFamily="34" charset="0"/>
                <a:ea typeface="Aptos" panose="020B0004020202020204" pitchFamily="34" charset="0"/>
                <a:cs typeface="Arial" panose="020B0604020202020204" pitchFamily="34" charset="0"/>
              </a:rPr>
              <a:t>For each matrix, </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𝑙</a:t>
            </a:r>
            <a:r>
              <a:rPr lang="en-US" sz="1400" kern="100" baseline="-25000" dirty="0">
                <a:effectLst/>
                <a:latin typeface="Cambria Math" panose="02040503050406030204" pitchFamily="18" charset="0"/>
                <a:ea typeface="Aptos" panose="020B0004020202020204" pitchFamily="34" charset="0"/>
                <a:cs typeface="Cambria Math" panose="02040503050406030204" pitchFamily="18" charset="0"/>
              </a:rPr>
              <a:t>𝑖𝑗</a:t>
            </a:r>
            <a:r>
              <a:rPr lang="en-US" sz="1400" kern="100" dirty="0">
                <a:effectLst/>
                <a:latin typeface="Aptos" panose="020B0004020202020204" pitchFamily="34" charset="0"/>
                <a:ea typeface="Aptos" panose="020B0004020202020204" pitchFamily="34" charset="0"/>
                <a:cs typeface="Arial" panose="020B0604020202020204" pitchFamily="34" charset="0"/>
              </a:rPr>
              <a:t>=min(</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𝑙</a:t>
            </a:r>
            <a:r>
              <a:rPr lang="en-US" sz="1400" kern="100" baseline="-25000" dirty="0">
                <a:effectLst/>
                <a:latin typeface="Cambria Math" panose="02040503050406030204" pitchFamily="18" charset="0"/>
                <a:ea typeface="Aptos" panose="020B0004020202020204" pitchFamily="34" charset="0"/>
                <a:cs typeface="Cambria Math" panose="02040503050406030204" pitchFamily="18" charset="0"/>
              </a:rPr>
              <a:t>𝑖𝑗</a:t>
            </a:r>
            <a:r>
              <a:rPr lang="en-US" sz="1400" kern="100" dirty="0">
                <a:effectLst/>
                <a:latin typeface="Aptos" panose="020B0004020202020204" pitchFamily="34" charset="0"/>
                <a:ea typeface="Aptos" panose="020B0004020202020204" pitchFamily="34" charset="0"/>
                <a:cs typeface="Arial" panose="020B0604020202020204" pitchFamily="34" charset="0"/>
              </a:rPr>
              <a:t>,</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𝑙</a:t>
            </a:r>
            <a:r>
              <a:rPr lang="en-US" sz="1400" kern="100" baseline="-25000" dirty="0">
                <a:effectLst/>
                <a:latin typeface="Cambria Math" panose="02040503050406030204" pitchFamily="18" charset="0"/>
                <a:ea typeface="Aptos" panose="020B0004020202020204" pitchFamily="34" charset="0"/>
                <a:cs typeface="Cambria Math" panose="02040503050406030204" pitchFamily="18" charset="0"/>
              </a:rPr>
              <a:t>𝑖𝑘</a:t>
            </a:r>
            <a:r>
              <a:rPr lang="en-US" sz="1400" kern="100" dirty="0">
                <a:effectLst/>
                <a:latin typeface="Aptos" panose="020B0004020202020204" pitchFamily="34" charset="0"/>
                <a:ea typeface="Aptos" panose="020B0004020202020204" pitchFamily="34" charset="0"/>
                <a:cs typeface="Arial" panose="020B0604020202020204" pitchFamily="34" charset="0"/>
              </a:rPr>
              <a:t>+</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𝑤</a:t>
            </a:r>
            <a:r>
              <a:rPr lang="en-US" sz="1400" kern="100" baseline="-25000" dirty="0">
                <a:effectLst/>
                <a:latin typeface="Cambria Math" panose="02040503050406030204" pitchFamily="18" charset="0"/>
                <a:ea typeface="Aptos" panose="020B0004020202020204" pitchFamily="34" charset="0"/>
                <a:cs typeface="Cambria Math" panose="02040503050406030204" pitchFamily="18" charset="0"/>
              </a:rPr>
              <a:t>𝑘𝑗</a:t>
            </a:r>
            <a:r>
              <a:rPr lang="en-US" sz="1400" kern="100" dirty="0">
                <a:effectLst/>
                <a:latin typeface="Aptos" panose="020B0004020202020204" pitchFamily="34" charset="0"/>
                <a:ea typeface="Aptos" panose="020B0004020202020204" pitchFamily="34" charset="0"/>
                <a:cs typeface="Arial" panose="020B0604020202020204" pitchFamily="34" charset="0"/>
              </a:rPr>
              <a:t>) for all </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𝑘 </a:t>
            </a:r>
            <a:r>
              <a:rPr lang="en-US" sz="1400" kern="100" dirty="0">
                <a:effectLst/>
                <a:latin typeface="Aptos" panose="020B0004020202020204" pitchFamily="34" charset="0"/>
                <a:ea typeface="Aptos" panose="020B0004020202020204" pitchFamily="34" charset="0"/>
                <a:cs typeface="Arial" panose="020B0604020202020204" pitchFamily="34" charset="0"/>
              </a:rPr>
              <a:t>= 1 to </a:t>
            </a:r>
            <a:r>
              <a:rPr lang="en-US" sz="1400" kern="100" dirty="0">
                <a:effectLst/>
                <a:latin typeface="Cambria Math" panose="02040503050406030204" pitchFamily="18" charset="0"/>
                <a:ea typeface="Aptos" panose="020B0004020202020204" pitchFamily="34" charset="0"/>
                <a:cs typeface="Cambria Math" panose="02040503050406030204" pitchFamily="18" charset="0"/>
              </a:rPr>
              <a:t>𝑛.</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8605924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217">
          <a:extLst>
            <a:ext uri="{FF2B5EF4-FFF2-40B4-BE49-F238E27FC236}">
              <a16:creationId xmlns:a16="http://schemas.microsoft.com/office/drawing/2014/main" id="{1985FE9D-F58D-F85D-74ED-2C8F72EA616E}"/>
            </a:ext>
          </a:extLst>
        </p:cNvPr>
        <p:cNvGrpSpPr/>
        <p:nvPr/>
      </p:nvGrpSpPr>
      <p:grpSpPr>
        <a:xfrm>
          <a:off x="0" y="0"/>
          <a:ext cx="0" cy="0"/>
          <a:chOff x="0" y="0"/>
          <a:chExt cx="0" cy="0"/>
        </a:xfrm>
      </p:grpSpPr>
      <p:sp>
        <p:nvSpPr>
          <p:cNvPr id="2218" name="Google Shape;2218;p58">
            <a:extLst>
              <a:ext uri="{FF2B5EF4-FFF2-40B4-BE49-F238E27FC236}">
                <a16:creationId xmlns:a16="http://schemas.microsoft.com/office/drawing/2014/main" id="{80427BF9-5D6C-A6BF-402A-FB0A7156155F}"/>
              </a:ext>
            </a:extLst>
          </p:cNvPr>
          <p:cNvSpPr txBox="1">
            <a:spLocks noGrp="1"/>
          </p:cNvSpPr>
          <p:nvPr>
            <p:ph type="title"/>
          </p:nvPr>
        </p:nvSpPr>
        <p:spPr>
          <a:xfrm>
            <a:off x="719999" y="445025"/>
            <a:ext cx="809004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a:t>
            </a:r>
          </a:p>
        </p:txBody>
      </p:sp>
      <p:sp>
        <p:nvSpPr>
          <p:cNvPr id="3" name="Subtitle 2">
            <a:extLst>
              <a:ext uri="{FF2B5EF4-FFF2-40B4-BE49-F238E27FC236}">
                <a16:creationId xmlns:a16="http://schemas.microsoft.com/office/drawing/2014/main" id="{13EC9309-C2C8-D890-2713-3282FC7DC2CF}"/>
              </a:ext>
            </a:extLst>
          </p:cNvPr>
          <p:cNvSpPr>
            <a:spLocks noGrp="1"/>
          </p:cNvSpPr>
          <p:nvPr>
            <p:ph type="subTitle" idx="1"/>
          </p:nvPr>
        </p:nvSpPr>
        <p:spPr>
          <a:xfrm>
            <a:off x="600731" y="1113053"/>
            <a:ext cx="2032348" cy="606600"/>
          </a:xfrm>
        </p:spPr>
        <p:txBody>
          <a:bodyPr/>
          <a:lstStyle/>
          <a:p>
            <a:r>
              <a:rPr lang="en-US" dirty="0">
                <a:solidFill>
                  <a:schemeClr val="accent2">
                    <a:lumMod val="90000"/>
                  </a:schemeClr>
                </a:solidFill>
              </a:rPr>
              <a:t>Adjacent matrix: </a:t>
            </a:r>
          </a:p>
        </p:txBody>
      </p:sp>
      <p:pic>
        <p:nvPicPr>
          <p:cNvPr id="4" name="Picture 3">
            <a:extLst>
              <a:ext uri="{FF2B5EF4-FFF2-40B4-BE49-F238E27FC236}">
                <a16:creationId xmlns:a16="http://schemas.microsoft.com/office/drawing/2014/main" id="{99510CAB-F892-81E4-2014-ED7F5F67127A}"/>
              </a:ext>
            </a:extLst>
          </p:cNvPr>
          <p:cNvPicPr>
            <a:picLocks noChangeAspect="1"/>
          </p:cNvPicPr>
          <p:nvPr/>
        </p:nvPicPr>
        <p:blipFill rotWithShape="1">
          <a:blip r:embed="rId3">
            <a:extLst>
              <a:ext uri="{28A0092B-C50C-407E-A947-70E740481C1C}">
                <a14:useLocalDpi xmlns:a14="http://schemas.microsoft.com/office/drawing/2010/main" val="0"/>
              </a:ext>
            </a:extLst>
          </a:blip>
          <a:srcRect l="2413" t="23750" r="8070" b="10044"/>
          <a:stretch/>
        </p:blipFill>
        <p:spPr bwMode="auto">
          <a:xfrm>
            <a:off x="4572000" y="1895033"/>
            <a:ext cx="3696335" cy="196532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9B16A7F-5E89-A269-54D5-19241DF085C5}"/>
                  </a:ext>
                </a:extLst>
              </p:cNvPr>
              <p:cNvSpPr txBox="1"/>
              <p:nvPr/>
            </p:nvSpPr>
            <p:spPr>
              <a:xfrm>
                <a:off x="-1176793" y="1719653"/>
                <a:ext cx="5876014" cy="12936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836967"/>
                              </a:solidFill>
                              <a:latin typeface="Cambria Math" panose="02040503050406030204" pitchFamily="18" charset="0"/>
                            </a:rPr>
                          </m:ctrlPr>
                        </m:sSupPr>
                        <m:e>
                          <m:r>
                            <a:rPr lang="en-US" i="1">
                              <a:latin typeface="Cambria Math" panose="02040503050406030204" pitchFamily="18" charset="0"/>
                            </a:rPr>
                            <m:t>𝐿</m:t>
                          </m:r>
                        </m:e>
                        <m:sup>
                          <m:d>
                            <m:dPr>
                              <m:ctrlPr>
                                <a:rPr lang="en-US" i="1">
                                  <a:latin typeface="Cambria Math" panose="02040503050406030204" pitchFamily="18" charset="0"/>
                                </a:rPr>
                              </m:ctrlPr>
                            </m:dPr>
                            <m:e>
                              <m:r>
                                <a:rPr lang="en-US" i="0">
                                  <a:latin typeface="Cambria Math" panose="02040503050406030204" pitchFamily="18" charset="0"/>
                                </a:rPr>
                                <m:t>1</m:t>
                              </m:r>
                            </m:e>
                          </m:d>
                          <m:r>
                            <a:rPr lang="en-US" i="0">
                              <a:latin typeface="Cambria Math" panose="02040503050406030204" pitchFamily="18" charset="0"/>
                            </a:rPr>
                            <m:t> </m:t>
                          </m:r>
                        </m:sup>
                      </m:sSup>
                      <m:r>
                        <a:rPr lang="en-US" i="0">
                          <a:latin typeface="Cambria Math" panose="02040503050406030204" pitchFamily="18" charset="0"/>
                        </a:rPr>
                        <m:t>=  </m:t>
                      </m:r>
                      <m:d>
                        <m:dPr>
                          <m:begChr m:val="["/>
                          <m:endChr m:val="]"/>
                          <m:ctrlPr>
                            <a:rPr lang="en-US" i="1">
                              <a:solidFill>
                                <a:srgbClr val="836967"/>
                              </a:solidFill>
                              <a:latin typeface="Cambria Math" panose="02040503050406030204" pitchFamily="18" charset="0"/>
                            </a:rPr>
                          </m:ctrlPr>
                        </m:dPr>
                        <m:e>
                          <m:m>
                            <m:mPr>
                              <m:plcHide m:val="on"/>
                              <m:mcs>
                                <m:mc>
                                  <m:mcPr>
                                    <m:count m:val="6"/>
                                    <m:mcJc m:val="center"/>
                                  </m:mcPr>
                                </m:mc>
                              </m:mcs>
                              <m:ctrlPr>
                                <a:rPr lang="en-US" i="1">
                                  <a:solidFill>
                                    <a:srgbClr val="836967"/>
                                  </a:solidFill>
                                  <a:latin typeface="Cambria Math" panose="02040503050406030204" pitchFamily="18" charset="0"/>
                                </a:rPr>
                              </m:ctrlPr>
                            </m:mPr>
                            <m:mr>
                              <m:e>
                                <m:r>
                                  <a:rPr lang="en-US" i="0">
                                    <a:latin typeface="Cambria Math" panose="02040503050406030204" pitchFamily="18" charset="0"/>
                                  </a:rPr>
                                  <m:t>0</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−1</m:t>
                                </m:r>
                              </m:e>
                              <m:e>
                                <m:r>
                                  <a:rPr lang="en-US" i="0">
                                    <a:latin typeface="Cambria Math" panose="02040503050406030204" pitchFamily="18" charset="0"/>
                                  </a:rPr>
                                  <m:t> ∞ </m:t>
                                </m:r>
                              </m:e>
                            </m:mr>
                            <m:mr>
                              <m:e>
                                <m:r>
                                  <a:rPr lang="en-US" i="0">
                                    <a:latin typeface="Cambria Math" panose="02040503050406030204" pitchFamily="18" charset="0"/>
                                  </a:rPr>
                                  <m:t>1</m:t>
                                </m:r>
                              </m:e>
                              <m:e>
                                <m:r>
                                  <a:rPr lang="en-US" i="0">
                                    <a:latin typeface="Cambria Math" panose="02040503050406030204" pitchFamily="18" charset="0"/>
                                  </a:rPr>
                                  <m:t>0</m:t>
                                </m:r>
                              </m:e>
                              <m:e>
                                <m:r>
                                  <a:rPr lang="en-US" i="0">
                                    <a:latin typeface="Cambria Math" panose="02040503050406030204" pitchFamily="18" charset="0"/>
                                  </a:rPr>
                                  <m:t>∞</m:t>
                                </m:r>
                              </m:e>
                              <m:e>
                                <m:r>
                                  <a:rPr lang="en-US" i="0">
                                    <a:latin typeface="Cambria Math" panose="02040503050406030204" pitchFamily="18" charset="0"/>
                                  </a:rPr>
                                  <m:t>2</m:t>
                                </m:r>
                              </m:e>
                              <m:e>
                                <m:r>
                                  <a:rPr lang="en-US" i="0">
                                    <a:latin typeface="Cambria Math" panose="02040503050406030204" pitchFamily="18" charset="0"/>
                                  </a:rPr>
                                  <m:t>∞</m:t>
                                </m:r>
                              </m:e>
                              <m:e>
                                <m:r>
                                  <a:rPr lang="en-US" i="0">
                                    <a:latin typeface="Cambria Math" panose="02040503050406030204" pitchFamily="18" charset="0"/>
                                  </a:rPr>
                                  <m:t>∞</m:t>
                                </m:r>
                              </m:e>
                            </m:mr>
                            <m:mr>
                              <m:e>
                                <m:r>
                                  <a:rPr lang="en-US" i="0">
                                    <a:latin typeface="Cambria Math" panose="02040503050406030204" pitchFamily="18" charset="0"/>
                                  </a:rPr>
                                  <m:t>∞</m:t>
                                </m:r>
                              </m:e>
                              <m:e>
                                <m:r>
                                  <a:rPr lang="en-US" i="0">
                                    <a:latin typeface="Cambria Math" panose="02040503050406030204" pitchFamily="18" charset="0"/>
                                  </a:rPr>
                                  <m:t>2</m:t>
                                </m:r>
                              </m:e>
                              <m:e>
                                <m:r>
                                  <a:rPr lang="en-US" i="0">
                                    <a:latin typeface="Cambria Math" panose="02040503050406030204" pitchFamily="18" charset="0"/>
                                  </a:rPr>
                                  <m:t>0</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−8</m:t>
                                </m:r>
                              </m:e>
                            </m:mr>
                            <m:mr>
                              <m:e>
                                <m:r>
                                  <a:rPr lang="en-US" i="0">
                                    <a:latin typeface="Cambria Math" panose="02040503050406030204" pitchFamily="18" charset="0"/>
                                  </a:rPr>
                                  <m:t>−4</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0</m:t>
                                </m:r>
                              </m:e>
                              <m:e>
                                <m:r>
                                  <a:rPr lang="en-US" i="0">
                                    <a:latin typeface="Cambria Math" panose="02040503050406030204" pitchFamily="18" charset="0"/>
                                  </a:rPr>
                                  <m:t>3</m:t>
                                </m:r>
                              </m:e>
                              <m:e>
                                <m:r>
                                  <a:rPr lang="en-US" i="0">
                                    <a:latin typeface="Cambria Math" panose="02040503050406030204" pitchFamily="18" charset="0"/>
                                  </a:rPr>
                                  <m:t>∞</m:t>
                                </m:r>
                              </m:e>
                            </m:mr>
                            <m:mr>
                              <m:e>
                                <m:r>
                                  <a:rPr lang="en-US" i="0">
                                    <a:latin typeface="Cambria Math" panose="02040503050406030204" pitchFamily="18" charset="0"/>
                                  </a:rPr>
                                  <m:t>∞</m:t>
                                </m:r>
                              </m:e>
                              <m:e>
                                <m:r>
                                  <a:rPr lang="en-US" i="0">
                                    <a:latin typeface="Cambria Math" panose="02040503050406030204" pitchFamily="18" charset="0"/>
                                  </a:rPr>
                                  <m:t>7</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0</m:t>
                                </m:r>
                              </m:e>
                              <m:e>
                                <m:r>
                                  <a:rPr lang="en-US" i="0">
                                    <a:latin typeface="Cambria Math" panose="02040503050406030204" pitchFamily="18" charset="0"/>
                                  </a:rPr>
                                  <m:t>∞</m:t>
                                </m:r>
                              </m:e>
                            </m:mr>
                            <m:mr>
                              <m:e>
                                <m:r>
                                  <a:rPr lang="en-US" i="0">
                                    <a:latin typeface="Cambria Math" panose="02040503050406030204" pitchFamily="18" charset="0"/>
                                  </a:rPr>
                                  <m:t>∞</m:t>
                                </m:r>
                              </m:e>
                              <m:e>
                                <m:r>
                                  <a:rPr lang="en-US" i="0">
                                    <a:latin typeface="Cambria Math" panose="02040503050406030204" pitchFamily="18" charset="0"/>
                                  </a:rPr>
                                  <m:t>5</m:t>
                                </m:r>
                              </m:e>
                              <m:e>
                                <m:r>
                                  <a:rPr lang="en-US" i="0">
                                    <a:latin typeface="Cambria Math" panose="02040503050406030204" pitchFamily="18" charset="0"/>
                                  </a:rPr>
                                  <m:t>10</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0</m:t>
                                </m:r>
                              </m:e>
                            </m:mr>
                          </m:m>
                        </m:e>
                      </m:d>
                      <m:r>
                        <a:rPr lang="en-US" i="0">
                          <a:latin typeface="Cambria Math" panose="02040503050406030204" pitchFamily="18" charset="0"/>
                        </a:rPr>
                        <m:t> </m:t>
                      </m:r>
                    </m:oMath>
                  </m:oMathPara>
                </a14:m>
                <a:endParaRPr lang="en-US" dirty="0"/>
              </a:p>
            </p:txBody>
          </p:sp>
        </mc:Choice>
        <mc:Fallback xmlns="">
          <p:sp>
            <p:nvSpPr>
              <p:cNvPr id="6" name="TextBox 5">
                <a:extLst>
                  <a:ext uri="{FF2B5EF4-FFF2-40B4-BE49-F238E27FC236}">
                    <a16:creationId xmlns:a16="http://schemas.microsoft.com/office/drawing/2014/main" id="{E9B16A7F-5E89-A269-54D5-19241DF085C5}"/>
                  </a:ext>
                </a:extLst>
              </p:cNvPr>
              <p:cNvSpPr txBox="1">
                <a:spLocks noRot="1" noChangeAspect="1" noMove="1" noResize="1" noEditPoints="1" noAdjustHandles="1" noChangeArrowheads="1" noChangeShapeType="1" noTextEdit="1"/>
              </p:cNvSpPr>
              <p:nvPr/>
            </p:nvSpPr>
            <p:spPr>
              <a:xfrm>
                <a:off x="-1176793" y="1719653"/>
                <a:ext cx="5876014" cy="129362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45DC29C-B25E-B458-5CF3-7669CF01350F}"/>
                  </a:ext>
                </a:extLst>
              </p:cNvPr>
              <p:cNvSpPr txBox="1"/>
              <p:nvPr/>
            </p:nvSpPr>
            <p:spPr>
              <a:xfrm>
                <a:off x="-337931" y="3213546"/>
                <a:ext cx="4198289" cy="12936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836967"/>
                              </a:solidFill>
                              <a:latin typeface="Cambria Math" panose="02040503050406030204" pitchFamily="18" charset="0"/>
                            </a:rPr>
                          </m:ctrlPr>
                        </m:sSupPr>
                        <m:e>
                          <m:r>
                            <a:rPr lang="en-US" i="1">
                              <a:latin typeface="Cambria Math" panose="02040503050406030204" pitchFamily="18" charset="0"/>
                            </a:rPr>
                            <m:t>𝐿</m:t>
                          </m:r>
                        </m:e>
                        <m:sup>
                          <m:d>
                            <m:dPr>
                              <m:ctrlPr>
                                <a:rPr lang="en-US" i="1">
                                  <a:latin typeface="Cambria Math" panose="02040503050406030204" pitchFamily="18" charset="0"/>
                                </a:rPr>
                              </m:ctrlPr>
                            </m:dPr>
                            <m:e>
                              <m:r>
                                <a:rPr lang="en-US" i="0">
                                  <a:latin typeface="Cambria Math" panose="02040503050406030204" pitchFamily="18" charset="0"/>
                                </a:rPr>
                                <m:t>2</m:t>
                              </m:r>
                            </m:e>
                          </m:d>
                          <m:r>
                            <a:rPr lang="en-US" i="0">
                              <a:latin typeface="Cambria Math" panose="02040503050406030204" pitchFamily="18" charset="0"/>
                            </a:rPr>
                            <m:t> </m:t>
                          </m:r>
                        </m:sup>
                      </m:sSup>
                      <m:r>
                        <a:rPr lang="en-US" i="0">
                          <a:latin typeface="Cambria Math" panose="02040503050406030204" pitchFamily="18" charset="0"/>
                        </a:rPr>
                        <m:t>=  </m:t>
                      </m:r>
                      <m:d>
                        <m:dPr>
                          <m:begChr m:val="["/>
                          <m:endChr m:val="]"/>
                          <m:ctrlPr>
                            <a:rPr lang="en-US" i="1">
                              <a:solidFill>
                                <a:srgbClr val="836967"/>
                              </a:solidFill>
                              <a:latin typeface="Cambria Math" panose="02040503050406030204" pitchFamily="18" charset="0"/>
                            </a:rPr>
                          </m:ctrlPr>
                        </m:dPr>
                        <m:e>
                          <m:m>
                            <m:mPr>
                              <m:plcHide m:val="on"/>
                              <m:mcs>
                                <m:mc>
                                  <m:mcPr>
                                    <m:count m:val="6"/>
                                    <m:mcJc m:val="center"/>
                                  </m:mcPr>
                                </m:mc>
                              </m:mcs>
                              <m:ctrlPr>
                                <a:rPr lang="en-US" i="1">
                                  <a:solidFill>
                                    <a:srgbClr val="836967"/>
                                  </a:solidFill>
                                  <a:latin typeface="Cambria Math" panose="02040503050406030204" pitchFamily="18" charset="0"/>
                                </a:rPr>
                              </m:ctrlPr>
                            </m:mPr>
                            <m:mr>
                              <m:e>
                                <m:r>
                                  <a:rPr lang="en-US" i="0">
                                    <a:latin typeface="Cambria Math" panose="02040503050406030204" pitchFamily="18" charset="0"/>
                                  </a:rPr>
                                  <m:t> 0</m:t>
                                </m:r>
                              </m:e>
                              <m:e>
                                <m:r>
                                  <a:rPr lang="en-US" i="0">
                                    <a:latin typeface="Cambria Math" panose="02040503050406030204" pitchFamily="18" charset="0"/>
                                  </a:rPr>
                                  <m:t>6</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−1</m:t>
                                </m:r>
                              </m:e>
                              <m:e>
                                <m:r>
                                  <a:rPr lang="en-US" i="0">
                                    <a:latin typeface="Cambria Math" panose="02040503050406030204" pitchFamily="18" charset="0"/>
                                  </a:rPr>
                                  <m:t> ∞ </m:t>
                                </m:r>
                              </m:e>
                            </m:mr>
                            <m:mr>
                              <m:e>
                                <m:r>
                                  <a:rPr lang="en-US" i="0">
                                    <a:latin typeface="Cambria Math" panose="02040503050406030204" pitchFamily="18" charset="0"/>
                                  </a:rPr>
                                  <m:t>−2</m:t>
                                </m:r>
                              </m:e>
                              <m:e>
                                <m:r>
                                  <a:rPr lang="en-US" i="0">
                                    <a:latin typeface="Cambria Math" panose="02040503050406030204" pitchFamily="18" charset="0"/>
                                  </a:rPr>
                                  <m:t>0</m:t>
                                </m:r>
                              </m:e>
                              <m:e>
                                <m:r>
                                  <a:rPr lang="en-US" i="0">
                                    <a:latin typeface="Cambria Math" panose="02040503050406030204" pitchFamily="18" charset="0"/>
                                  </a:rPr>
                                  <m:t>∞</m:t>
                                </m:r>
                              </m:e>
                              <m:e>
                                <m:r>
                                  <a:rPr lang="en-US" i="0">
                                    <a:latin typeface="Cambria Math" panose="02040503050406030204" pitchFamily="18" charset="0"/>
                                  </a:rPr>
                                  <m:t>2</m:t>
                                </m:r>
                              </m:e>
                              <m:e>
                                <m:r>
                                  <a:rPr lang="en-US" i="0">
                                    <a:latin typeface="Cambria Math" panose="02040503050406030204" pitchFamily="18" charset="0"/>
                                  </a:rPr>
                                  <m:t>0</m:t>
                                </m:r>
                              </m:e>
                              <m:e>
                                <m:r>
                                  <a:rPr lang="en-US" i="0">
                                    <a:latin typeface="Cambria Math" panose="02040503050406030204" pitchFamily="18" charset="0"/>
                                  </a:rPr>
                                  <m:t>∞</m:t>
                                </m:r>
                              </m:e>
                            </m:mr>
                            <m:mr>
                              <m:e>
                                <m:r>
                                  <a:rPr lang="en-US" i="0">
                                    <a:latin typeface="Cambria Math" panose="02040503050406030204" pitchFamily="18" charset="0"/>
                                  </a:rPr>
                                  <m:t>3</m:t>
                                </m:r>
                              </m:e>
                              <m:e>
                                <m:r>
                                  <a:rPr lang="en-US" i="0">
                                    <a:latin typeface="Cambria Math" panose="02040503050406030204" pitchFamily="18" charset="0"/>
                                  </a:rPr>
                                  <m:t>−3</m:t>
                                </m:r>
                              </m:e>
                              <m:e>
                                <m:r>
                                  <a:rPr lang="en-US" i="0">
                                    <a:latin typeface="Cambria Math" panose="02040503050406030204" pitchFamily="18" charset="0"/>
                                  </a:rPr>
                                  <m:t>0</m:t>
                                </m:r>
                              </m:e>
                              <m:e>
                                <m:r>
                                  <a:rPr lang="en-US" i="0">
                                    <a:latin typeface="Cambria Math" panose="02040503050406030204" pitchFamily="18" charset="0"/>
                                  </a:rPr>
                                  <m:t>4</m:t>
                                </m:r>
                              </m:e>
                              <m:e>
                                <m:r>
                                  <a:rPr lang="en-US" i="0">
                                    <a:latin typeface="Cambria Math" panose="02040503050406030204" pitchFamily="18" charset="0"/>
                                  </a:rPr>
                                  <m:t>∞</m:t>
                                </m:r>
                              </m:e>
                              <m:e>
                                <m:r>
                                  <a:rPr lang="en-US" i="0">
                                    <a:latin typeface="Cambria Math" panose="02040503050406030204" pitchFamily="18" charset="0"/>
                                  </a:rPr>
                                  <m:t>−8</m:t>
                                </m:r>
                              </m:e>
                            </m:mr>
                            <m:mr>
                              <m:e>
                                <m:r>
                                  <a:rPr lang="en-US" i="0">
                                    <a:latin typeface="Cambria Math" panose="02040503050406030204" pitchFamily="18" charset="0"/>
                                  </a:rPr>
                                  <m:t>−4</m:t>
                                </m:r>
                              </m:e>
                              <m:e>
                                <m:r>
                                  <a:rPr lang="en-US" i="0">
                                    <a:latin typeface="Cambria Math" panose="02040503050406030204" pitchFamily="18" charset="0"/>
                                  </a:rPr>
                                  <m:t>10</m:t>
                                </m:r>
                              </m:e>
                              <m:e>
                                <m:r>
                                  <a:rPr lang="en-US" i="0">
                                    <a:latin typeface="Cambria Math" panose="02040503050406030204" pitchFamily="18" charset="0"/>
                                  </a:rPr>
                                  <m:t>∞</m:t>
                                </m:r>
                              </m:e>
                              <m:e>
                                <m:r>
                                  <a:rPr lang="en-US" i="0">
                                    <a:latin typeface="Cambria Math" panose="02040503050406030204" pitchFamily="18" charset="0"/>
                                  </a:rPr>
                                  <m:t>0</m:t>
                                </m:r>
                              </m:e>
                              <m:e>
                                <m:r>
                                  <a:rPr lang="en-US" i="0">
                                    <a:latin typeface="Cambria Math" panose="02040503050406030204" pitchFamily="18" charset="0"/>
                                  </a:rPr>
                                  <m:t>−5</m:t>
                                </m:r>
                              </m:e>
                              <m:e>
                                <m:r>
                                  <a:rPr lang="en-US" i="0">
                                    <a:latin typeface="Cambria Math" panose="02040503050406030204" pitchFamily="18" charset="0"/>
                                  </a:rPr>
                                  <m:t>∞</m:t>
                                </m:r>
                              </m:e>
                            </m:mr>
                            <m:mr>
                              <m:e>
                                <m:r>
                                  <a:rPr lang="en-US" i="0">
                                    <a:latin typeface="Cambria Math" panose="02040503050406030204" pitchFamily="18" charset="0"/>
                                  </a:rPr>
                                  <m:t>8</m:t>
                                </m:r>
                              </m:e>
                              <m:e>
                                <m:r>
                                  <a:rPr lang="en-US" i="0">
                                    <a:latin typeface="Cambria Math" panose="02040503050406030204" pitchFamily="18" charset="0"/>
                                  </a:rPr>
                                  <m:t>7</m:t>
                                </m:r>
                              </m:e>
                              <m:e>
                                <m:r>
                                  <a:rPr lang="en-US" i="0">
                                    <a:latin typeface="Cambria Math" panose="02040503050406030204" pitchFamily="18" charset="0"/>
                                  </a:rPr>
                                  <m:t>∞</m:t>
                                </m:r>
                              </m:e>
                              <m:e>
                                <m:r>
                                  <a:rPr lang="en-US" i="0">
                                    <a:latin typeface="Cambria Math" panose="02040503050406030204" pitchFamily="18" charset="0"/>
                                  </a:rPr>
                                  <m:t>9</m:t>
                                </m:r>
                              </m:e>
                              <m:e>
                                <m:r>
                                  <a:rPr lang="en-US" i="0">
                                    <a:latin typeface="Cambria Math" panose="02040503050406030204" pitchFamily="18" charset="0"/>
                                  </a:rPr>
                                  <m:t>0</m:t>
                                </m:r>
                              </m:e>
                              <m:e>
                                <m:r>
                                  <a:rPr lang="en-US" i="0">
                                    <a:latin typeface="Cambria Math" panose="02040503050406030204" pitchFamily="18" charset="0"/>
                                  </a:rPr>
                                  <m:t>∞</m:t>
                                </m:r>
                              </m:e>
                            </m:mr>
                            <m:mr>
                              <m:e>
                                <m:r>
                                  <a:rPr lang="en-US" i="0">
                                    <a:latin typeface="Cambria Math" panose="02040503050406030204" pitchFamily="18" charset="0"/>
                                  </a:rPr>
                                  <m:t>6</m:t>
                                </m:r>
                              </m:e>
                              <m:e>
                                <m:r>
                                  <a:rPr lang="en-US" i="0">
                                    <a:latin typeface="Cambria Math" panose="02040503050406030204" pitchFamily="18" charset="0"/>
                                  </a:rPr>
                                  <m:t>5</m:t>
                                </m:r>
                              </m:e>
                              <m:e>
                                <m:r>
                                  <a:rPr lang="en-US" i="0">
                                    <a:latin typeface="Cambria Math" panose="02040503050406030204" pitchFamily="18" charset="0"/>
                                  </a:rPr>
                                  <m:t>10</m:t>
                                </m:r>
                              </m:e>
                              <m:e>
                                <m:r>
                                  <a:rPr lang="en-US" i="0">
                                    <a:latin typeface="Cambria Math" panose="02040503050406030204" pitchFamily="18" charset="0"/>
                                  </a:rPr>
                                  <m:t>∞</m:t>
                                </m:r>
                              </m:e>
                              <m:e>
                                <m:r>
                                  <a:rPr lang="en-US" i="0">
                                    <a:latin typeface="Cambria Math" panose="02040503050406030204" pitchFamily="18" charset="0"/>
                                  </a:rPr>
                                  <m:t>∞</m:t>
                                </m:r>
                              </m:e>
                              <m:e>
                                <m:r>
                                  <a:rPr lang="en-US" i="0">
                                    <a:latin typeface="Cambria Math" panose="02040503050406030204" pitchFamily="18" charset="0"/>
                                  </a:rPr>
                                  <m:t>0</m:t>
                                </m:r>
                              </m:e>
                            </m:mr>
                          </m:m>
                        </m:e>
                      </m:d>
                    </m:oMath>
                  </m:oMathPara>
                </a14:m>
                <a:endParaRPr lang="en-US" dirty="0"/>
              </a:p>
            </p:txBody>
          </p:sp>
        </mc:Choice>
        <mc:Fallback xmlns="">
          <p:sp>
            <p:nvSpPr>
              <p:cNvPr id="14" name="TextBox 13">
                <a:extLst>
                  <a:ext uri="{FF2B5EF4-FFF2-40B4-BE49-F238E27FC236}">
                    <a16:creationId xmlns:a16="http://schemas.microsoft.com/office/drawing/2014/main" id="{B45DC29C-B25E-B458-5CF3-7669CF01350F}"/>
                  </a:ext>
                </a:extLst>
              </p:cNvPr>
              <p:cNvSpPr txBox="1">
                <a:spLocks noRot="1" noChangeAspect="1" noMove="1" noResize="1" noEditPoints="1" noAdjustHandles="1" noChangeArrowheads="1" noChangeShapeType="1" noTextEdit="1"/>
              </p:cNvSpPr>
              <p:nvPr/>
            </p:nvSpPr>
            <p:spPr>
              <a:xfrm>
                <a:off x="-337931" y="3213546"/>
                <a:ext cx="4198289" cy="1293624"/>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292548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217">
          <a:extLst>
            <a:ext uri="{FF2B5EF4-FFF2-40B4-BE49-F238E27FC236}">
              <a16:creationId xmlns:a16="http://schemas.microsoft.com/office/drawing/2014/main" id="{DC29672D-5165-453F-C250-E6477F56C170}"/>
            </a:ext>
          </a:extLst>
        </p:cNvPr>
        <p:cNvGrpSpPr/>
        <p:nvPr/>
      </p:nvGrpSpPr>
      <p:grpSpPr>
        <a:xfrm>
          <a:off x="0" y="0"/>
          <a:ext cx="0" cy="0"/>
          <a:chOff x="0" y="0"/>
          <a:chExt cx="0" cy="0"/>
        </a:xfrm>
      </p:grpSpPr>
      <p:sp>
        <p:nvSpPr>
          <p:cNvPr id="2218" name="Google Shape;2218;p58">
            <a:extLst>
              <a:ext uri="{FF2B5EF4-FFF2-40B4-BE49-F238E27FC236}">
                <a16:creationId xmlns:a16="http://schemas.microsoft.com/office/drawing/2014/main" id="{731F33C9-EE66-C904-87F6-6A3DAD5F7FEC}"/>
              </a:ext>
            </a:extLst>
          </p:cNvPr>
          <p:cNvSpPr txBox="1">
            <a:spLocks noGrp="1"/>
          </p:cNvSpPr>
          <p:nvPr>
            <p:ph type="title"/>
          </p:nvPr>
        </p:nvSpPr>
        <p:spPr>
          <a:xfrm>
            <a:off x="719999" y="445025"/>
            <a:ext cx="809004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a:t>
            </a:r>
          </a:p>
        </p:txBody>
      </p:sp>
      <p:pic>
        <p:nvPicPr>
          <p:cNvPr id="4" name="Picture 3">
            <a:extLst>
              <a:ext uri="{FF2B5EF4-FFF2-40B4-BE49-F238E27FC236}">
                <a16:creationId xmlns:a16="http://schemas.microsoft.com/office/drawing/2014/main" id="{18CEE3C9-55DD-5125-2AED-04BDDC859B68}"/>
              </a:ext>
            </a:extLst>
          </p:cNvPr>
          <p:cNvPicPr>
            <a:picLocks noChangeAspect="1"/>
          </p:cNvPicPr>
          <p:nvPr/>
        </p:nvPicPr>
        <p:blipFill rotWithShape="1">
          <a:blip r:embed="rId3">
            <a:extLst>
              <a:ext uri="{28A0092B-C50C-407E-A947-70E740481C1C}">
                <a14:useLocalDpi xmlns:a14="http://schemas.microsoft.com/office/drawing/2010/main" val="0"/>
              </a:ext>
            </a:extLst>
          </a:blip>
          <a:srcRect l="2413" t="23750" r="8070" b="10044"/>
          <a:stretch/>
        </p:blipFill>
        <p:spPr bwMode="auto">
          <a:xfrm>
            <a:off x="4572000" y="1895033"/>
            <a:ext cx="3696335" cy="196532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3B9C7DD-C011-842F-AF6E-A2E5AA6FC8AE}"/>
                  </a:ext>
                </a:extLst>
              </p:cNvPr>
              <p:cNvSpPr txBox="1"/>
              <p:nvPr/>
            </p:nvSpPr>
            <p:spPr>
              <a:xfrm>
                <a:off x="-1176794" y="1864806"/>
                <a:ext cx="5876014" cy="12936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836967"/>
                              </a:solidFill>
                              <a:latin typeface="Cambria Math" panose="02040503050406030204" pitchFamily="18" charset="0"/>
                            </a:rPr>
                          </m:ctrlPr>
                        </m:sSupPr>
                        <m:e>
                          <m:r>
                            <a:rPr lang="en-US" i="1">
                              <a:latin typeface="Cambria Math" panose="02040503050406030204" pitchFamily="18" charset="0"/>
                            </a:rPr>
                            <m:t>𝐿</m:t>
                          </m:r>
                        </m:e>
                        <m:sup>
                          <m:d>
                            <m:dPr>
                              <m:ctrlPr>
                                <a:rPr lang="en-US" i="1">
                                  <a:latin typeface="Cambria Math" panose="02040503050406030204" pitchFamily="18" charset="0"/>
                                </a:rPr>
                              </m:ctrlPr>
                            </m:dPr>
                            <m:e>
                              <m:r>
                                <a:rPr lang="en-US" i="0">
                                  <a:latin typeface="Cambria Math" panose="02040503050406030204" pitchFamily="18" charset="0"/>
                                </a:rPr>
                                <m:t>3</m:t>
                              </m:r>
                            </m:e>
                          </m:d>
                          <m:r>
                            <a:rPr lang="en-US" i="0">
                              <a:latin typeface="Cambria Math" panose="02040503050406030204" pitchFamily="18" charset="0"/>
                            </a:rPr>
                            <m:t> </m:t>
                          </m:r>
                        </m:sup>
                      </m:sSup>
                      <m:r>
                        <a:rPr lang="en-US" i="0">
                          <a:latin typeface="Cambria Math" panose="02040503050406030204" pitchFamily="18" charset="0"/>
                        </a:rPr>
                        <m:t>=  </m:t>
                      </m:r>
                      <m:d>
                        <m:dPr>
                          <m:begChr m:val="["/>
                          <m:endChr m:val="]"/>
                          <m:ctrlPr>
                            <a:rPr lang="en-US" i="1">
                              <a:solidFill>
                                <a:srgbClr val="836967"/>
                              </a:solidFill>
                              <a:latin typeface="Cambria Math" panose="02040503050406030204" pitchFamily="18" charset="0"/>
                            </a:rPr>
                          </m:ctrlPr>
                        </m:dPr>
                        <m:e>
                          <m:m>
                            <m:mPr>
                              <m:plcHide m:val="on"/>
                              <m:mcs>
                                <m:mc>
                                  <m:mcPr>
                                    <m:count m:val="6"/>
                                    <m:mcJc m:val="center"/>
                                  </m:mcPr>
                                </m:mc>
                              </m:mcs>
                              <m:ctrlPr>
                                <a:rPr lang="en-US" i="1">
                                  <a:solidFill>
                                    <a:srgbClr val="836967"/>
                                  </a:solidFill>
                                  <a:latin typeface="Cambria Math" panose="02040503050406030204" pitchFamily="18" charset="0"/>
                                </a:rPr>
                              </m:ctrlPr>
                            </m:mPr>
                            <m:mr>
                              <m:e>
                                <m:r>
                                  <a:rPr lang="en-US" i="0">
                                    <a:latin typeface="Cambria Math" panose="02040503050406030204" pitchFamily="18" charset="0"/>
                                  </a:rPr>
                                  <m:t> 0</m:t>
                                </m:r>
                              </m:e>
                              <m:e>
                                <m:r>
                                  <a:rPr lang="en-US" i="0">
                                    <a:latin typeface="Cambria Math" panose="02040503050406030204" pitchFamily="18" charset="0"/>
                                  </a:rPr>
                                  <m:t>6</m:t>
                                </m:r>
                              </m:e>
                              <m:e>
                                <m:r>
                                  <a:rPr lang="en-US" i="0">
                                    <a:latin typeface="Cambria Math" panose="02040503050406030204" pitchFamily="18" charset="0"/>
                                  </a:rPr>
                                  <m:t>∞</m:t>
                                </m:r>
                              </m:e>
                              <m:e>
                                <m:r>
                                  <a:rPr lang="en-US" i="0">
                                    <a:latin typeface="Cambria Math" panose="02040503050406030204" pitchFamily="18" charset="0"/>
                                  </a:rPr>
                                  <m:t>8</m:t>
                                </m:r>
                              </m:e>
                              <m:e>
                                <m:r>
                                  <a:rPr lang="en-US" i="0">
                                    <a:latin typeface="Cambria Math" panose="02040503050406030204" pitchFamily="18" charset="0"/>
                                  </a:rPr>
                                  <m:t>−1</m:t>
                                </m:r>
                              </m:e>
                              <m:e>
                                <m:r>
                                  <a:rPr lang="en-US" i="0">
                                    <a:latin typeface="Cambria Math" panose="02040503050406030204" pitchFamily="18" charset="0"/>
                                  </a:rPr>
                                  <m:t> ∞ </m:t>
                                </m:r>
                              </m:e>
                            </m:mr>
                            <m:mr>
                              <m:e>
                                <m:r>
                                  <a:rPr lang="en-US" i="0">
                                    <a:latin typeface="Cambria Math" panose="02040503050406030204" pitchFamily="18" charset="0"/>
                                  </a:rPr>
                                  <m:t>−2</m:t>
                                </m:r>
                              </m:e>
                              <m:e>
                                <m:r>
                                  <a:rPr lang="en-US" i="0">
                                    <a:latin typeface="Cambria Math" panose="02040503050406030204" pitchFamily="18" charset="0"/>
                                  </a:rPr>
                                  <m:t>0</m:t>
                                </m:r>
                              </m:e>
                              <m:e>
                                <m:r>
                                  <a:rPr lang="en-US" i="0">
                                    <a:latin typeface="Cambria Math" panose="02040503050406030204" pitchFamily="18" charset="0"/>
                                  </a:rPr>
                                  <m:t>∞</m:t>
                                </m:r>
                              </m:e>
                              <m:e>
                                <m:r>
                                  <a:rPr lang="en-US" i="0">
                                    <a:latin typeface="Cambria Math" panose="02040503050406030204" pitchFamily="18" charset="0"/>
                                  </a:rPr>
                                  <m:t>2</m:t>
                                </m:r>
                              </m:e>
                              <m:e>
                                <m:r>
                                  <a:rPr lang="en-US" i="0">
                                    <a:latin typeface="Cambria Math" panose="02040503050406030204" pitchFamily="18" charset="0"/>
                                  </a:rPr>
                                  <m:t>−3</m:t>
                                </m:r>
                              </m:e>
                              <m:e>
                                <m:r>
                                  <a:rPr lang="en-US" i="0">
                                    <a:latin typeface="Cambria Math" panose="02040503050406030204" pitchFamily="18" charset="0"/>
                                  </a:rPr>
                                  <m:t>∞</m:t>
                                </m:r>
                              </m:e>
                            </m:mr>
                            <m:mr>
                              <m:e>
                                <m:r>
                                  <a:rPr lang="en-US" i="0">
                                    <a:latin typeface="Cambria Math" panose="02040503050406030204" pitchFamily="18" charset="0"/>
                                  </a:rPr>
                                  <m:t>−2</m:t>
                                </m:r>
                              </m:e>
                              <m:e>
                                <m:r>
                                  <a:rPr lang="en-US" i="0">
                                    <a:latin typeface="Cambria Math" panose="02040503050406030204" pitchFamily="18" charset="0"/>
                                  </a:rPr>
                                  <m:t>−3</m:t>
                                </m:r>
                              </m:e>
                              <m:e>
                                <m:r>
                                  <a:rPr lang="en-US" i="0">
                                    <a:latin typeface="Cambria Math" panose="02040503050406030204" pitchFamily="18" charset="0"/>
                                  </a:rPr>
                                  <m:t>0</m:t>
                                </m:r>
                              </m:e>
                              <m:e>
                                <m:r>
                                  <a:rPr lang="en-US" i="0">
                                    <a:latin typeface="Cambria Math" panose="02040503050406030204" pitchFamily="18" charset="0"/>
                                  </a:rPr>
                                  <m:t>−1</m:t>
                                </m:r>
                              </m:e>
                              <m:e>
                                <m:r>
                                  <a:rPr lang="en-US" i="0">
                                    <a:latin typeface="Cambria Math" panose="02040503050406030204" pitchFamily="18" charset="0"/>
                                  </a:rPr>
                                  <m:t>2</m:t>
                                </m:r>
                              </m:e>
                              <m:e>
                                <m:r>
                                  <a:rPr lang="en-US" i="0">
                                    <a:latin typeface="Cambria Math" panose="02040503050406030204" pitchFamily="18" charset="0"/>
                                  </a:rPr>
                                  <m:t>−8</m:t>
                                </m:r>
                              </m:e>
                            </m:mr>
                            <m:mr>
                              <m:e>
                                <m:r>
                                  <a:rPr lang="en-US" i="0">
                                    <a:latin typeface="Cambria Math" panose="02040503050406030204" pitchFamily="18" charset="0"/>
                                  </a:rPr>
                                  <m:t>−4</m:t>
                                </m:r>
                              </m:e>
                              <m:e>
                                <m:r>
                                  <a:rPr lang="en-US" i="0">
                                    <a:latin typeface="Cambria Math" panose="02040503050406030204" pitchFamily="18" charset="0"/>
                                  </a:rPr>
                                  <m:t>2</m:t>
                                </m:r>
                              </m:e>
                              <m:e>
                                <m:r>
                                  <a:rPr lang="en-US" i="0">
                                    <a:latin typeface="Cambria Math" panose="02040503050406030204" pitchFamily="18" charset="0"/>
                                  </a:rPr>
                                  <m:t>∞</m:t>
                                </m:r>
                              </m:e>
                              <m:e>
                                <m:r>
                                  <a:rPr lang="en-US" i="0">
                                    <a:latin typeface="Cambria Math" panose="02040503050406030204" pitchFamily="18" charset="0"/>
                                  </a:rPr>
                                  <m:t>0</m:t>
                                </m:r>
                              </m:e>
                              <m:e>
                                <m:r>
                                  <a:rPr lang="en-US" i="0">
                                    <a:latin typeface="Cambria Math" panose="02040503050406030204" pitchFamily="18" charset="0"/>
                                  </a:rPr>
                                  <m:t>−5</m:t>
                                </m:r>
                              </m:e>
                              <m:e>
                                <m:r>
                                  <a:rPr lang="en-US" i="0">
                                    <a:latin typeface="Cambria Math" panose="02040503050406030204" pitchFamily="18" charset="0"/>
                                  </a:rPr>
                                  <m:t>∞</m:t>
                                </m:r>
                              </m:e>
                            </m:mr>
                            <m:mr>
                              <m:e>
                                <m:r>
                                  <a:rPr lang="en-US" i="0">
                                    <a:latin typeface="Cambria Math" panose="02040503050406030204" pitchFamily="18" charset="0"/>
                                  </a:rPr>
                                  <m:t>5</m:t>
                                </m:r>
                              </m:e>
                              <m:e>
                                <m:r>
                                  <a:rPr lang="en-US" i="0">
                                    <a:latin typeface="Cambria Math" panose="02040503050406030204" pitchFamily="18" charset="0"/>
                                  </a:rPr>
                                  <m:t>7</m:t>
                                </m:r>
                              </m:e>
                              <m:e>
                                <m:r>
                                  <a:rPr lang="en-US" i="0">
                                    <a:latin typeface="Cambria Math" panose="02040503050406030204" pitchFamily="18" charset="0"/>
                                  </a:rPr>
                                  <m:t>∞</m:t>
                                </m:r>
                              </m:e>
                              <m:e>
                                <m:r>
                                  <a:rPr lang="en-US" i="0">
                                    <a:latin typeface="Cambria Math" panose="02040503050406030204" pitchFamily="18" charset="0"/>
                                  </a:rPr>
                                  <m:t>9</m:t>
                                </m:r>
                              </m:e>
                              <m:e>
                                <m:r>
                                  <a:rPr lang="en-US" i="0">
                                    <a:latin typeface="Cambria Math" panose="02040503050406030204" pitchFamily="18" charset="0"/>
                                  </a:rPr>
                                  <m:t>0</m:t>
                                </m:r>
                              </m:e>
                              <m:e>
                                <m:r>
                                  <a:rPr lang="en-US" i="0">
                                    <a:latin typeface="Cambria Math" panose="02040503050406030204" pitchFamily="18" charset="0"/>
                                  </a:rPr>
                                  <m:t>∞</m:t>
                                </m:r>
                              </m:e>
                            </m:mr>
                            <m:mr>
                              <m:e>
                                <m:r>
                                  <a:rPr lang="en-US" i="0">
                                    <a:latin typeface="Cambria Math" panose="02040503050406030204" pitchFamily="18" charset="0"/>
                                  </a:rPr>
                                  <m:t>3</m:t>
                                </m:r>
                              </m:e>
                              <m:e>
                                <m:r>
                                  <a:rPr lang="en-US" i="0">
                                    <a:latin typeface="Cambria Math" panose="02040503050406030204" pitchFamily="18" charset="0"/>
                                  </a:rPr>
                                  <m:t>5</m:t>
                                </m:r>
                              </m:e>
                              <m:e>
                                <m:r>
                                  <a:rPr lang="en-US" i="0">
                                    <a:latin typeface="Cambria Math" panose="02040503050406030204" pitchFamily="18" charset="0"/>
                                  </a:rPr>
                                  <m:t>10</m:t>
                                </m:r>
                              </m:e>
                              <m:e>
                                <m:r>
                                  <a:rPr lang="en-US" i="0">
                                    <a:latin typeface="Cambria Math" panose="02040503050406030204" pitchFamily="18" charset="0"/>
                                  </a:rPr>
                                  <m:t>7</m:t>
                                </m:r>
                              </m:e>
                              <m:e>
                                <m:r>
                                  <a:rPr lang="en-US" i="0">
                                    <a:latin typeface="Cambria Math" panose="02040503050406030204" pitchFamily="18" charset="0"/>
                                  </a:rPr>
                                  <m:t>5</m:t>
                                </m:r>
                              </m:e>
                              <m:e>
                                <m:r>
                                  <a:rPr lang="en-US" i="0">
                                    <a:latin typeface="Cambria Math" panose="02040503050406030204" pitchFamily="18" charset="0"/>
                                  </a:rPr>
                                  <m:t>0</m:t>
                                </m:r>
                              </m:e>
                            </m:mr>
                          </m:m>
                        </m:e>
                      </m:d>
                    </m:oMath>
                  </m:oMathPara>
                </a14:m>
                <a:endParaRPr lang="en-US" dirty="0"/>
              </a:p>
            </p:txBody>
          </p:sp>
        </mc:Choice>
        <mc:Fallback xmlns="">
          <p:sp>
            <p:nvSpPr>
              <p:cNvPr id="5" name="TextBox 4">
                <a:extLst>
                  <a:ext uri="{FF2B5EF4-FFF2-40B4-BE49-F238E27FC236}">
                    <a16:creationId xmlns:a16="http://schemas.microsoft.com/office/drawing/2014/main" id="{53B9C7DD-C011-842F-AF6E-A2E5AA6FC8AE}"/>
                  </a:ext>
                </a:extLst>
              </p:cNvPr>
              <p:cNvSpPr txBox="1">
                <a:spLocks noRot="1" noChangeAspect="1" noMove="1" noResize="1" noEditPoints="1" noAdjustHandles="1" noChangeArrowheads="1" noChangeShapeType="1" noTextEdit="1"/>
              </p:cNvSpPr>
              <p:nvPr/>
            </p:nvSpPr>
            <p:spPr>
              <a:xfrm>
                <a:off x="-1176794" y="1864806"/>
                <a:ext cx="5876014" cy="129362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947C667-8CE8-5047-4077-BB47F1A31DB7}"/>
                  </a:ext>
                </a:extLst>
              </p:cNvPr>
              <p:cNvSpPr txBox="1"/>
              <p:nvPr/>
            </p:nvSpPr>
            <p:spPr>
              <a:xfrm>
                <a:off x="-1184745" y="3358699"/>
                <a:ext cx="5891916" cy="12936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836967"/>
                              </a:solidFill>
                              <a:latin typeface="Cambria Math" panose="02040503050406030204" pitchFamily="18" charset="0"/>
                            </a:rPr>
                          </m:ctrlPr>
                        </m:sSupPr>
                        <m:e>
                          <m:r>
                            <a:rPr lang="en-US" i="1">
                              <a:latin typeface="Cambria Math" panose="02040503050406030204" pitchFamily="18" charset="0"/>
                            </a:rPr>
                            <m:t>𝐿</m:t>
                          </m:r>
                        </m:e>
                        <m:sup>
                          <m:d>
                            <m:dPr>
                              <m:ctrlPr>
                                <a:rPr lang="en-US" i="1">
                                  <a:latin typeface="Cambria Math" panose="02040503050406030204" pitchFamily="18" charset="0"/>
                                </a:rPr>
                              </m:ctrlPr>
                            </m:dPr>
                            <m:e>
                              <m:r>
                                <a:rPr lang="en-US" i="0">
                                  <a:latin typeface="Cambria Math" panose="02040503050406030204" pitchFamily="18" charset="0"/>
                                </a:rPr>
                                <m:t>4</m:t>
                              </m:r>
                            </m:e>
                          </m:d>
                          <m:r>
                            <a:rPr lang="en-US" i="0">
                              <a:latin typeface="Cambria Math" panose="02040503050406030204" pitchFamily="18" charset="0"/>
                            </a:rPr>
                            <m:t> </m:t>
                          </m:r>
                        </m:sup>
                      </m:sSup>
                      <m:r>
                        <a:rPr lang="en-US" i="0">
                          <a:latin typeface="Cambria Math" panose="02040503050406030204" pitchFamily="18" charset="0"/>
                        </a:rPr>
                        <m:t>=  </m:t>
                      </m:r>
                      <m:d>
                        <m:dPr>
                          <m:begChr m:val="["/>
                          <m:endChr m:val="]"/>
                          <m:ctrlPr>
                            <a:rPr lang="en-US" i="1">
                              <a:solidFill>
                                <a:srgbClr val="836967"/>
                              </a:solidFill>
                              <a:latin typeface="Cambria Math" panose="02040503050406030204" pitchFamily="18" charset="0"/>
                            </a:rPr>
                          </m:ctrlPr>
                        </m:dPr>
                        <m:e>
                          <m:m>
                            <m:mPr>
                              <m:plcHide m:val="on"/>
                              <m:mcs>
                                <m:mc>
                                  <m:mcPr>
                                    <m:count m:val="6"/>
                                    <m:mcJc m:val="center"/>
                                  </m:mcPr>
                                </m:mc>
                              </m:mcs>
                              <m:ctrlPr>
                                <a:rPr lang="en-US" i="1">
                                  <a:solidFill>
                                    <a:srgbClr val="836967"/>
                                  </a:solidFill>
                                  <a:latin typeface="Cambria Math" panose="02040503050406030204" pitchFamily="18" charset="0"/>
                                </a:rPr>
                              </m:ctrlPr>
                            </m:mPr>
                            <m:mr>
                              <m:e>
                                <m:r>
                                  <a:rPr lang="en-US" i="0">
                                    <a:latin typeface="Cambria Math" panose="02040503050406030204" pitchFamily="18" charset="0"/>
                                  </a:rPr>
                                  <m:t>0</m:t>
                                </m:r>
                              </m:e>
                              <m:e>
                                <m:r>
                                  <a:rPr lang="en-US" i="0">
                                    <a:latin typeface="Cambria Math" panose="02040503050406030204" pitchFamily="18" charset="0"/>
                                  </a:rPr>
                                  <m:t>6</m:t>
                                </m:r>
                              </m:e>
                              <m:e>
                                <m:r>
                                  <a:rPr lang="en-US" i="0">
                                    <a:latin typeface="Cambria Math" panose="02040503050406030204" pitchFamily="18" charset="0"/>
                                  </a:rPr>
                                  <m:t>∞</m:t>
                                </m:r>
                              </m:e>
                              <m:e>
                                <m:r>
                                  <a:rPr lang="en-US" i="0">
                                    <a:latin typeface="Cambria Math" panose="02040503050406030204" pitchFamily="18" charset="0"/>
                                  </a:rPr>
                                  <m:t>8</m:t>
                                </m:r>
                              </m:e>
                              <m:e>
                                <m:r>
                                  <a:rPr lang="en-US" i="0">
                                    <a:latin typeface="Cambria Math" panose="02040503050406030204" pitchFamily="18" charset="0"/>
                                  </a:rPr>
                                  <m:t>−1</m:t>
                                </m:r>
                              </m:e>
                              <m:e>
                                <m:r>
                                  <a:rPr lang="en-US" i="0">
                                    <a:latin typeface="Cambria Math" panose="02040503050406030204" pitchFamily="18" charset="0"/>
                                  </a:rPr>
                                  <m:t> ∞ </m:t>
                                </m:r>
                              </m:e>
                            </m:mr>
                            <m:mr>
                              <m:e>
                                <m:r>
                                  <a:rPr lang="en-US" i="0">
                                    <a:latin typeface="Cambria Math" panose="02040503050406030204" pitchFamily="18" charset="0"/>
                                  </a:rPr>
                                  <m:t>−2</m:t>
                                </m:r>
                              </m:e>
                              <m:e>
                                <m:r>
                                  <a:rPr lang="en-US" i="0">
                                    <a:latin typeface="Cambria Math" panose="02040503050406030204" pitchFamily="18" charset="0"/>
                                  </a:rPr>
                                  <m:t>0</m:t>
                                </m:r>
                              </m:e>
                              <m:e>
                                <m:r>
                                  <a:rPr lang="en-US" i="0">
                                    <a:latin typeface="Cambria Math" panose="02040503050406030204" pitchFamily="18" charset="0"/>
                                  </a:rPr>
                                  <m:t>∞</m:t>
                                </m:r>
                              </m:e>
                              <m:e>
                                <m:r>
                                  <a:rPr lang="en-US" i="0">
                                    <a:latin typeface="Cambria Math" panose="02040503050406030204" pitchFamily="18" charset="0"/>
                                  </a:rPr>
                                  <m:t>2</m:t>
                                </m:r>
                              </m:e>
                              <m:e>
                                <m:r>
                                  <a:rPr lang="en-US" i="0">
                                    <a:latin typeface="Cambria Math" panose="02040503050406030204" pitchFamily="18" charset="0"/>
                                  </a:rPr>
                                  <m:t>−3</m:t>
                                </m:r>
                              </m:e>
                              <m:e>
                                <m:r>
                                  <a:rPr lang="en-US" i="0">
                                    <a:latin typeface="Cambria Math" panose="02040503050406030204" pitchFamily="18" charset="0"/>
                                  </a:rPr>
                                  <m:t>∞</m:t>
                                </m:r>
                              </m:e>
                            </m:mr>
                            <m:mr>
                              <m:e>
                                <m:r>
                                  <a:rPr lang="en-US" i="0">
                                    <a:latin typeface="Cambria Math" panose="02040503050406030204" pitchFamily="18" charset="0"/>
                                  </a:rPr>
                                  <m:t>−5</m:t>
                                </m:r>
                              </m:e>
                              <m:e>
                                <m:r>
                                  <a:rPr lang="en-US" i="0">
                                    <a:latin typeface="Cambria Math" panose="02040503050406030204" pitchFamily="18" charset="0"/>
                                  </a:rPr>
                                  <m:t>−3</m:t>
                                </m:r>
                              </m:e>
                              <m:e>
                                <m:r>
                                  <a:rPr lang="en-US" i="0">
                                    <a:latin typeface="Cambria Math" panose="02040503050406030204" pitchFamily="18" charset="0"/>
                                  </a:rPr>
                                  <m:t>0</m:t>
                                </m:r>
                              </m:e>
                              <m:e>
                                <m:r>
                                  <a:rPr lang="en-US" i="0">
                                    <a:latin typeface="Cambria Math" panose="02040503050406030204" pitchFamily="18" charset="0"/>
                                  </a:rPr>
                                  <m:t>−1</m:t>
                                </m:r>
                              </m:e>
                              <m:e>
                                <m:r>
                                  <a:rPr lang="en-US" i="0">
                                    <a:latin typeface="Cambria Math" panose="02040503050406030204" pitchFamily="18" charset="0"/>
                                  </a:rPr>
                                  <m:t>−3</m:t>
                                </m:r>
                              </m:e>
                              <m:e>
                                <m:r>
                                  <a:rPr lang="en-US" i="0">
                                    <a:latin typeface="Cambria Math" panose="02040503050406030204" pitchFamily="18" charset="0"/>
                                  </a:rPr>
                                  <m:t>−8</m:t>
                                </m:r>
                              </m:e>
                            </m:mr>
                            <m:mr>
                              <m:e>
                                <m:r>
                                  <a:rPr lang="en-US" i="0">
                                    <a:latin typeface="Cambria Math" panose="02040503050406030204" pitchFamily="18" charset="0"/>
                                  </a:rPr>
                                  <m:t>−4</m:t>
                                </m:r>
                              </m:e>
                              <m:e>
                                <m:r>
                                  <a:rPr lang="en-US" i="0">
                                    <a:latin typeface="Cambria Math" panose="02040503050406030204" pitchFamily="18" charset="0"/>
                                  </a:rPr>
                                  <m:t>2</m:t>
                                </m:r>
                              </m:e>
                              <m:e>
                                <m:r>
                                  <a:rPr lang="en-US" i="0">
                                    <a:latin typeface="Cambria Math" panose="02040503050406030204" pitchFamily="18" charset="0"/>
                                  </a:rPr>
                                  <m:t>∞</m:t>
                                </m:r>
                              </m:e>
                              <m:e>
                                <m:r>
                                  <a:rPr lang="en-US" i="0">
                                    <a:latin typeface="Cambria Math" panose="02040503050406030204" pitchFamily="18" charset="0"/>
                                  </a:rPr>
                                  <m:t>0</m:t>
                                </m:r>
                              </m:e>
                              <m:e>
                                <m:r>
                                  <a:rPr lang="en-US" i="0">
                                    <a:latin typeface="Cambria Math" panose="02040503050406030204" pitchFamily="18" charset="0"/>
                                  </a:rPr>
                                  <m:t>−5</m:t>
                                </m:r>
                              </m:e>
                              <m:e>
                                <m:r>
                                  <a:rPr lang="en-US" i="0">
                                    <a:latin typeface="Cambria Math" panose="02040503050406030204" pitchFamily="18" charset="0"/>
                                  </a:rPr>
                                  <m:t>∞</m:t>
                                </m:r>
                              </m:e>
                            </m:mr>
                            <m:mr>
                              <m:e>
                                <m:r>
                                  <a:rPr lang="en-US" i="0">
                                    <a:latin typeface="Cambria Math" panose="02040503050406030204" pitchFamily="18" charset="0"/>
                                  </a:rPr>
                                  <m:t>5</m:t>
                                </m:r>
                              </m:e>
                              <m:e>
                                <m:r>
                                  <a:rPr lang="en-US" i="0">
                                    <a:latin typeface="Cambria Math" panose="02040503050406030204" pitchFamily="18" charset="0"/>
                                  </a:rPr>
                                  <m:t>7</m:t>
                                </m:r>
                              </m:e>
                              <m:e>
                                <m:r>
                                  <a:rPr lang="en-US" i="0">
                                    <a:latin typeface="Cambria Math" panose="02040503050406030204" pitchFamily="18" charset="0"/>
                                  </a:rPr>
                                  <m:t>∞</m:t>
                                </m:r>
                              </m:e>
                              <m:e>
                                <m:r>
                                  <a:rPr lang="en-US" i="0">
                                    <a:latin typeface="Cambria Math" panose="02040503050406030204" pitchFamily="18" charset="0"/>
                                  </a:rPr>
                                  <m:t>9</m:t>
                                </m:r>
                              </m:e>
                              <m:e>
                                <m:r>
                                  <a:rPr lang="en-US" i="0">
                                    <a:latin typeface="Cambria Math" panose="02040503050406030204" pitchFamily="18" charset="0"/>
                                  </a:rPr>
                                  <m:t>0</m:t>
                                </m:r>
                              </m:e>
                              <m:e>
                                <m:r>
                                  <a:rPr lang="en-US" i="0">
                                    <a:latin typeface="Cambria Math" panose="02040503050406030204" pitchFamily="18" charset="0"/>
                                  </a:rPr>
                                  <m:t>∞</m:t>
                                </m:r>
                              </m:e>
                            </m:mr>
                            <m:mr>
                              <m:e>
                                <m:r>
                                  <a:rPr lang="en-US" i="0">
                                    <a:latin typeface="Cambria Math" panose="02040503050406030204" pitchFamily="18" charset="0"/>
                                  </a:rPr>
                                  <m:t>3</m:t>
                                </m:r>
                              </m:e>
                              <m:e>
                                <m:r>
                                  <a:rPr lang="en-US" i="0">
                                    <a:latin typeface="Cambria Math" panose="02040503050406030204" pitchFamily="18" charset="0"/>
                                  </a:rPr>
                                  <m:t>5</m:t>
                                </m:r>
                              </m:e>
                              <m:e>
                                <m:r>
                                  <a:rPr lang="en-US" i="0">
                                    <a:latin typeface="Cambria Math" panose="02040503050406030204" pitchFamily="18" charset="0"/>
                                  </a:rPr>
                                  <m:t>10</m:t>
                                </m:r>
                              </m:e>
                              <m:e>
                                <m:r>
                                  <a:rPr lang="en-US" i="0">
                                    <a:latin typeface="Cambria Math" panose="02040503050406030204" pitchFamily="18" charset="0"/>
                                  </a:rPr>
                                  <m:t>7</m:t>
                                </m:r>
                              </m:e>
                              <m:e>
                                <m:r>
                                  <a:rPr lang="en-US" i="0">
                                    <a:latin typeface="Cambria Math" panose="02040503050406030204" pitchFamily="18" charset="0"/>
                                  </a:rPr>
                                  <m:t>2</m:t>
                                </m:r>
                              </m:e>
                              <m:e>
                                <m:r>
                                  <a:rPr lang="en-US" i="0">
                                    <a:latin typeface="Cambria Math" panose="02040503050406030204" pitchFamily="18" charset="0"/>
                                  </a:rPr>
                                  <m:t>0</m:t>
                                </m:r>
                              </m:e>
                            </m:mr>
                          </m:m>
                        </m:e>
                      </m:d>
                    </m:oMath>
                  </m:oMathPara>
                </a14:m>
                <a:endParaRPr lang="en-US" dirty="0"/>
              </a:p>
            </p:txBody>
          </p:sp>
        </mc:Choice>
        <mc:Fallback xmlns="">
          <p:sp>
            <p:nvSpPr>
              <p:cNvPr id="8" name="TextBox 7">
                <a:extLst>
                  <a:ext uri="{FF2B5EF4-FFF2-40B4-BE49-F238E27FC236}">
                    <a16:creationId xmlns:a16="http://schemas.microsoft.com/office/drawing/2014/main" id="{8947C667-8CE8-5047-4077-BB47F1A31DB7}"/>
                  </a:ext>
                </a:extLst>
              </p:cNvPr>
              <p:cNvSpPr txBox="1">
                <a:spLocks noRot="1" noChangeAspect="1" noMove="1" noResize="1" noEditPoints="1" noAdjustHandles="1" noChangeArrowheads="1" noChangeShapeType="1" noTextEdit="1"/>
              </p:cNvSpPr>
              <p:nvPr/>
            </p:nvSpPr>
            <p:spPr>
              <a:xfrm>
                <a:off x="-1184745" y="3358699"/>
                <a:ext cx="5891916" cy="1293624"/>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80074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217">
          <a:extLst>
            <a:ext uri="{FF2B5EF4-FFF2-40B4-BE49-F238E27FC236}">
              <a16:creationId xmlns:a16="http://schemas.microsoft.com/office/drawing/2014/main" id="{E83F6418-259F-8154-6E52-CEFB956E698F}"/>
            </a:ext>
          </a:extLst>
        </p:cNvPr>
        <p:cNvGrpSpPr/>
        <p:nvPr/>
      </p:nvGrpSpPr>
      <p:grpSpPr>
        <a:xfrm>
          <a:off x="0" y="0"/>
          <a:ext cx="0" cy="0"/>
          <a:chOff x="0" y="0"/>
          <a:chExt cx="0" cy="0"/>
        </a:xfrm>
      </p:grpSpPr>
      <p:sp>
        <p:nvSpPr>
          <p:cNvPr id="2218" name="Google Shape;2218;p58">
            <a:extLst>
              <a:ext uri="{FF2B5EF4-FFF2-40B4-BE49-F238E27FC236}">
                <a16:creationId xmlns:a16="http://schemas.microsoft.com/office/drawing/2014/main" id="{219EFAB8-246F-FBAB-AD7D-B19986B1C584}"/>
              </a:ext>
            </a:extLst>
          </p:cNvPr>
          <p:cNvSpPr txBox="1">
            <a:spLocks noGrp="1"/>
          </p:cNvSpPr>
          <p:nvPr>
            <p:ph type="title"/>
          </p:nvPr>
        </p:nvSpPr>
        <p:spPr>
          <a:xfrm>
            <a:off x="719999" y="445025"/>
            <a:ext cx="809004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a:t>
            </a:r>
          </a:p>
        </p:txBody>
      </p:sp>
      <p:pic>
        <p:nvPicPr>
          <p:cNvPr id="4" name="Picture 3">
            <a:extLst>
              <a:ext uri="{FF2B5EF4-FFF2-40B4-BE49-F238E27FC236}">
                <a16:creationId xmlns:a16="http://schemas.microsoft.com/office/drawing/2014/main" id="{6F9C14DD-172F-D3C5-A22D-20CAB8AA3822}"/>
              </a:ext>
            </a:extLst>
          </p:cNvPr>
          <p:cNvPicPr>
            <a:picLocks noChangeAspect="1"/>
          </p:cNvPicPr>
          <p:nvPr/>
        </p:nvPicPr>
        <p:blipFill rotWithShape="1">
          <a:blip r:embed="rId3">
            <a:extLst>
              <a:ext uri="{28A0092B-C50C-407E-A947-70E740481C1C}">
                <a14:useLocalDpi xmlns:a14="http://schemas.microsoft.com/office/drawing/2010/main" val="0"/>
              </a:ext>
            </a:extLst>
          </a:blip>
          <a:srcRect l="2413" t="23750" r="8070" b="10044"/>
          <a:stretch/>
        </p:blipFill>
        <p:spPr bwMode="auto">
          <a:xfrm>
            <a:off x="4572000" y="1895033"/>
            <a:ext cx="3696335" cy="196532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DAD96F-5448-5A77-B9C4-218F8167AD0E}"/>
                  </a:ext>
                </a:extLst>
              </p:cNvPr>
              <p:cNvSpPr txBox="1"/>
              <p:nvPr/>
            </p:nvSpPr>
            <p:spPr>
              <a:xfrm>
                <a:off x="-1110993" y="1950149"/>
                <a:ext cx="5876014" cy="12936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836967"/>
                              </a:solidFill>
                              <a:latin typeface="Cambria Math" panose="02040503050406030204" pitchFamily="18" charset="0"/>
                            </a:rPr>
                          </m:ctrlPr>
                        </m:sSupPr>
                        <m:e>
                          <m:r>
                            <a:rPr lang="en-US" i="1">
                              <a:latin typeface="Cambria Math" panose="02040503050406030204" pitchFamily="18" charset="0"/>
                            </a:rPr>
                            <m:t>𝐿</m:t>
                          </m:r>
                        </m:e>
                        <m:sup>
                          <m:d>
                            <m:dPr>
                              <m:ctrlPr>
                                <a:rPr lang="en-US" i="1">
                                  <a:latin typeface="Cambria Math" panose="02040503050406030204" pitchFamily="18" charset="0"/>
                                </a:rPr>
                              </m:ctrlPr>
                            </m:dPr>
                            <m:e>
                              <m:r>
                                <a:rPr lang="en-US" i="0">
                                  <a:latin typeface="Cambria Math" panose="02040503050406030204" pitchFamily="18" charset="0"/>
                                </a:rPr>
                                <m:t>5</m:t>
                              </m:r>
                            </m:e>
                          </m:d>
                          <m:r>
                            <a:rPr lang="en-US" i="0">
                              <a:latin typeface="Cambria Math" panose="02040503050406030204" pitchFamily="18" charset="0"/>
                            </a:rPr>
                            <m:t> </m:t>
                          </m:r>
                        </m:sup>
                      </m:sSup>
                      <m:r>
                        <a:rPr lang="en-US" i="0">
                          <a:latin typeface="Cambria Math" panose="02040503050406030204" pitchFamily="18" charset="0"/>
                        </a:rPr>
                        <m:t>=  </m:t>
                      </m:r>
                      <m:d>
                        <m:dPr>
                          <m:begChr m:val="["/>
                          <m:endChr m:val="]"/>
                          <m:ctrlPr>
                            <a:rPr lang="en-US" i="1">
                              <a:solidFill>
                                <a:srgbClr val="836967"/>
                              </a:solidFill>
                              <a:latin typeface="Cambria Math" panose="02040503050406030204" pitchFamily="18" charset="0"/>
                            </a:rPr>
                          </m:ctrlPr>
                        </m:dPr>
                        <m:e>
                          <m:m>
                            <m:mPr>
                              <m:plcHide m:val="on"/>
                              <m:mcs>
                                <m:mc>
                                  <m:mcPr>
                                    <m:count m:val="6"/>
                                    <m:mcJc m:val="center"/>
                                  </m:mcPr>
                                </m:mc>
                              </m:mcs>
                              <m:ctrlPr>
                                <a:rPr lang="en-US" i="1">
                                  <a:solidFill>
                                    <a:srgbClr val="836967"/>
                                  </a:solidFill>
                                  <a:latin typeface="Cambria Math" panose="02040503050406030204" pitchFamily="18" charset="0"/>
                                </a:rPr>
                              </m:ctrlPr>
                            </m:mPr>
                            <m:mr>
                              <m:e>
                                <m:r>
                                  <a:rPr lang="en-US" i="0">
                                    <a:latin typeface="Cambria Math" panose="02040503050406030204" pitchFamily="18" charset="0"/>
                                  </a:rPr>
                                  <m:t> 0</m:t>
                                </m:r>
                              </m:e>
                              <m:e>
                                <m:r>
                                  <a:rPr lang="en-US" i="0">
                                    <a:latin typeface="Cambria Math" panose="02040503050406030204" pitchFamily="18" charset="0"/>
                                  </a:rPr>
                                  <m:t>6</m:t>
                                </m:r>
                              </m:e>
                              <m:e>
                                <m:r>
                                  <a:rPr lang="en-US" i="0">
                                    <a:latin typeface="Cambria Math" panose="02040503050406030204" pitchFamily="18" charset="0"/>
                                  </a:rPr>
                                  <m:t>∞</m:t>
                                </m:r>
                              </m:e>
                              <m:e>
                                <m:r>
                                  <a:rPr lang="en-US" i="0">
                                    <a:latin typeface="Cambria Math" panose="02040503050406030204" pitchFamily="18" charset="0"/>
                                  </a:rPr>
                                  <m:t>8</m:t>
                                </m:r>
                              </m:e>
                              <m:e>
                                <m:r>
                                  <a:rPr lang="en-US" i="0">
                                    <a:latin typeface="Cambria Math" panose="02040503050406030204" pitchFamily="18" charset="0"/>
                                  </a:rPr>
                                  <m:t>−1</m:t>
                                </m:r>
                              </m:e>
                              <m:e>
                                <m:r>
                                  <a:rPr lang="en-US" i="0">
                                    <a:latin typeface="Cambria Math" panose="02040503050406030204" pitchFamily="18" charset="0"/>
                                  </a:rPr>
                                  <m:t> ∞ </m:t>
                                </m:r>
                              </m:e>
                            </m:mr>
                            <m:mr>
                              <m:e>
                                <m:r>
                                  <a:rPr lang="en-US" i="0">
                                    <a:latin typeface="Cambria Math" panose="02040503050406030204" pitchFamily="18" charset="0"/>
                                  </a:rPr>
                                  <m:t>−2</m:t>
                                </m:r>
                              </m:e>
                              <m:e>
                                <m:r>
                                  <a:rPr lang="en-US" i="0">
                                    <a:latin typeface="Cambria Math" panose="02040503050406030204" pitchFamily="18" charset="0"/>
                                  </a:rPr>
                                  <m:t>0</m:t>
                                </m:r>
                              </m:e>
                              <m:e>
                                <m:r>
                                  <a:rPr lang="en-US" i="0">
                                    <a:latin typeface="Cambria Math" panose="02040503050406030204" pitchFamily="18" charset="0"/>
                                  </a:rPr>
                                  <m:t>∞</m:t>
                                </m:r>
                              </m:e>
                              <m:e>
                                <m:r>
                                  <a:rPr lang="en-US" i="0">
                                    <a:latin typeface="Cambria Math" panose="02040503050406030204" pitchFamily="18" charset="0"/>
                                  </a:rPr>
                                  <m:t>2</m:t>
                                </m:r>
                              </m:e>
                              <m:e>
                                <m:r>
                                  <a:rPr lang="en-US" i="0">
                                    <a:latin typeface="Cambria Math" panose="02040503050406030204" pitchFamily="18" charset="0"/>
                                  </a:rPr>
                                  <m:t>−3</m:t>
                                </m:r>
                              </m:e>
                              <m:e>
                                <m:r>
                                  <a:rPr lang="en-US" i="0">
                                    <a:latin typeface="Cambria Math" panose="02040503050406030204" pitchFamily="18" charset="0"/>
                                  </a:rPr>
                                  <m:t>∞</m:t>
                                </m:r>
                              </m:e>
                            </m:mr>
                            <m:mr>
                              <m:e>
                                <m:r>
                                  <a:rPr lang="en-US" i="0">
                                    <a:latin typeface="Cambria Math" panose="02040503050406030204" pitchFamily="18" charset="0"/>
                                  </a:rPr>
                                  <m:t>−5</m:t>
                                </m:r>
                              </m:e>
                              <m:e>
                                <m:r>
                                  <a:rPr lang="en-US" i="0">
                                    <a:latin typeface="Cambria Math" panose="02040503050406030204" pitchFamily="18" charset="0"/>
                                  </a:rPr>
                                  <m:t>−3</m:t>
                                </m:r>
                              </m:e>
                              <m:e>
                                <m:r>
                                  <a:rPr lang="en-US" i="0">
                                    <a:latin typeface="Cambria Math" panose="02040503050406030204" pitchFamily="18" charset="0"/>
                                  </a:rPr>
                                  <m:t>0</m:t>
                                </m:r>
                              </m:e>
                              <m:e>
                                <m:r>
                                  <a:rPr lang="en-US" i="0">
                                    <a:latin typeface="Cambria Math" panose="02040503050406030204" pitchFamily="18" charset="0"/>
                                  </a:rPr>
                                  <m:t>−1</m:t>
                                </m:r>
                              </m:e>
                              <m:e>
                                <m:r>
                                  <a:rPr lang="en-US" i="0">
                                    <a:latin typeface="Cambria Math" panose="02040503050406030204" pitchFamily="18" charset="0"/>
                                  </a:rPr>
                                  <m:t>−6</m:t>
                                </m:r>
                              </m:e>
                              <m:e>
                                <m:r>
                                  <a:rPr lang="en-US" i="0">
                                    <a:latin typeface="Cambria Math" panose="02040503050406030204" pitchFamily="18" charset="0"/>
                                  </a:rPr>
                                  <m:t>−8</m:t>
                                </m:r>
                              </m:e>
                            </m:mr>
                            <m:mr>
                              <m:e>
                                <m:r>
                                  <a:rPr lang="en-US" i="0">
                                    <a:latin typeface="Cambria Math" panose="02040503050406030204" pitchFamily="18" charset="0"/>
                                  </a:rPr>
                                  <m:t>−4</m:t>
                                </m:r>
                              </m:e>
                              <m:e>
                                <m:r>
                                  <a:rPr lang="en-US" i="0">
                                    <a:latin typeface="Cambria Math" panose="02040503050406030204" pitchFamily="18" charset="0"/>
                                  </a:rPr>
                                  <m:t>2</m:t>
                                </m:r>
                              </m:e>
                              <m:e>
                                <m:r>
                                  <a:rPr lang="en-US" i="0">
                                    <a:latin typeface="Cambria Math" panose="02040503050406030204" pitchFamily="18" charset="0"/>
                                  </a:rPr>
                                  <m:t>∞</m:t>
                                </m:r>
                              </m:e>
                              <m:e>
                                <m:r>
                                  <a:rPr lang="en-US" i="0">
                                    <a:latin typeface="Cambria Math" panose="02040503050406030204" pitchFamily="18" charset="0"/>
                                  </a:rPr>
                                  <m:t>0</m:t>
                                </m:r>
                              </m:e>
                              <m:e>
                                <m:r>
                                  <a:rPr lang="en-US" i="0">
                                    <a:latin typeface="Cambria Math" panose="02040503050406030204" pitchFamily="18" charset="0"/>
                                  </a:rPr>
                                  <m:t>−5</m:t>
                                </m:r>
                              </m:e>
                              <m:e>
                                <m:r>
                                  <a:rPr lang="en-US" i="0">
                                    <a:latin typeface="Cambria Math" panose="02040503050406030204" pitchFamily="18" charset="0"/>
                                  </a:rPr>
                                  <m:t>∞</m:t>
                                </m:r>
                              </m:e>
                            </m:mr>
                            <m:mr>
                              <m:e>
                                <m:r>
                                  <a:rPr lang="en-US" i="0">
                                    <a:latin typeface="Cambria Math" panose="02040503050406030204" pitchFamily="18" charset="0"/>
                                  </a:rPr>
                                  <m:t>5</m:t>
                                </m:r>
                              </m:e>
                              <m:e>
                                <m:r>
                                  <a:rPr lang="en-US" i="0">
                                    <a:latin typeface="Cambria Math" panose="02040503050406030204" pitchFamily="18" charset="0"/>
                                  </a:rPr>
                                  <m:t>7</m:t>
                                </m:r>
                              </m:e>
                              <m:e>
                                <m:r>
                                  <a:rPr lang="en-US" i="0">
                                    <a:latin typeface="Cambria Math" panose="02040503050406030204" pitchFamily="18" charset="0"/>
                                  </a:rPr>
                                  <m:t>∞</m:t>
                                </m:r>
                              </m:e>
                              <m:e>
                                <m:r>
                                  <a:rPr lang="en-US" i="0">
                                    <a:latin typeface="Cambria Math" panose="02040503050406030204" pitchFamily="18" charset="0"/>
                                  </a:rPr>
                                  <m:t>9</m:t>
                                </m:r>
                              </m:e>
                              <m:e>
                                <m:r>
                                  <a:rPr lang="en-US" i="0">
                                    <a:latin typeface="Cambria Math" panose="02040503050406030204" pitchFamily="18" charset="0"/>
                                  </a:rPr>
                                  <m:t>0</m:t>
                                </m:r>
                              </m:e>
                              <m:e>
                                <m:r>
                                  <a:rPr lang="en-US" i="0">
                                    <a:latin typeface="Cambria Math" panose="02040503050406030204" pitchFamily="18" charset="0"/>
                                  </a:rPr>
                                  <m:t>∞</m:t>
                                </m:r>
                              </m:e>
                            </m:mr>
                            <m:mr>
                              <m:e>
                                <m:r>
                                  <a:rPr lang="en-US" i="0">
                                    <a:latin typeface="Cambria Math" panose="02040503050406030204" pitchFamily="18" charset="0"/>
                                  </a:rPr>
                                  <m:t>3</m:t>
                                </m:r>
                              </m:e>
                              <m:e>
                                <m:r>
                                  <a:rPr lang="en-US" i="0">
                                    <a:latin typeface="Cambria Math" panose="02040503050406030204" pitchFamily="18" charset="0"/>
                                  </a:rPr>
                                  <m:t>5</m:t>
                                </m:r>
                              </m:e>
                              <m:e>
                                <m:r>
                                  <a:rPr lang="en-US" i="0">
                                    <a:latin typeface="Cambria Math" panose="02040503050406030204" pitchFamily="18" charset="0"/>
                                  </a:rPr>
                                  <m:t>10</m:t>
                                </m:r>
                              </m:e>
                              <m:e>
                                <m:r>
                                  <a:rPr lang="en-US" i="0">
                                    <a:latin typeface="Cambria Math" panose="02040503050406030204" pitchFamily="18" charset="0"/>
                                  </a:rPr>
                                  <m:t>7</m:t>
                                </m:r>
                              </m:e>
                              <m:e>
                                <m:r>
                                  <a:rPr lang="en-US" i="0">
                                    <a:latin typeface="Cambria Math" panose="02040503050406030204" pitchFamily="18" charset="0"/>
                                  </a:rPr>
                                  <m:t>2</m:t>
                                </m:r>
                              </m:e>
                              <m:e>
                                <m:r>
                                  <a:rPr lang="en-US" i="0">
                                    <a:latin typeface="Cambria Math" panose="02040503050406030204" pitchFamily="18" charset="0"/>
                                  </a:rPr>
                                  <m:t>0</m:t>
                                </m:r>
                              </m:e>
                            </m:mr>
                          </m:m>
                        </m:e>
                      </m:d>
                    </m:oMath>
                  </m:oMathPara>
                </a14:m>
                <a:endParaRPr lang="en-US" dirty="0"/>
              </a:p>
            </p:txBody>
          </p:sp>
        </mc:Choice>
        <mc:Fallback xmlns="">
          <p:sp>
            <p:nvSpPr>
              <p:cNvPr id="5" name="TextBox 4">
                <a:extLst>
                  <a:ext uri="{FF2B5EF4-FFF2-40B4-BE49-F238E27FC236}">
                    <a16:creationId xmlns:a16="http://schemas.microsoft.com/office/drawing/2014/main" id="{73DAD96F-5448-5A77-B9C4-218F8167AD0E}"/>
                  </a:ext>
                </a:extLst>
              </p:cNvPr>
              <p:cNvSpPr txBox="1">
                <a:spLocks noRot="1" noChangeAspect="1" noMove="1" noResize="1" noEditPoints="1" noAdjustHandles="1" noChangeArrowheads="1" noChangeShapeType="1" noTextEdit="1"/>
              </p:cNvSpPr>
              <p:nvPr/>
            </p:nvSpPr>
            <p:spPr>
              <a:xfrm>
                <a:off x="-1110993" y="1950149"/>
                <a:ext cx="5876014" cy="129362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6582200-5CDA-7D77-3D5E-8AEB77D98291}"/>
                  </a:ext>
                </a:extLst>
              </p:cNvPr>
              <p:cNvSpPr txBox="1"/>
              <p:nvPr/>
            </p:nvSpPr>
            <p:spPr>
              <a:xfrm>
                <a:off x="719999" y="3570136"/>
                <a:ext cx="3061252" cy="3484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bg1">
                                  <a:lumMod val="50000"/>
                                </a:schemeClr>
                              </a:solidFill>
                              <a:latin typeface="Cambria Math" panose="02040503050406030204" pitchFamily="18" charset="0"/>
                            </a:rPr>
                          </m:ctrlPr>
                        </m:sSubPr>
                        <m:e>
                          <m:sSup>
                            <m:sSupPr>
                              <m:ctrlPr>
                                <a:rPr lang="en-US" i="1">
                                  <a:solidFill>
                                    <a:schemeClr val="bg1">
                                      <a:lumMod val="50000"/>
                                    </a:schemeClr>
                                  </a:solidFill>
                                  <a:latin typeface="Cambria Math" panose="02040503050406030204" pitchFamily="18" charset="0"/>
                                </a:rPr>
                              </m:ctrlPr>
                            </m:sSupPr>
                            <m:e>
                              <m:r>
                                <a:rPr lang="en-US" i="1">
                                  <a:solidFill>
                                    <a:schemeClr val="bg1">
                                      <a:lumMod val="50000"/>
                                    </a:schemeClr>
                                  </a:solidFill>
                                  <a:latin typeface="Cambria Math" panose="02040503050406030204" pitchFamily="18" charset="0"/>
                                </a:rPr>
                                <m:t>𝐿</m:t>
                              </m:r>
                            </m:e>
                            <m:sup>
                              <m:d>
                                <m:dPr>
                                  <m:ctrlPr>
                                    <a:rPr lang="en-US" i="1">
                                      <a:solidFill>
                                        <a:schemeClr val="bg1">
                                          <a:lumMod val="50000"/>
                                        </a:schemeClr>
                                      </a:solidFill>
                                      <a:latin typeface="Cambria Math" panose="02040503050406030204" pitchFamily="18" charset="0"/>
                                    </a:rPr>
                                  </m:ctrlPr>
                                </m:dPr>
                                <m:e>
                                  <m:r>
                                    <a:rPr lang="en-US">
                                      <a:solidFill>
                                        <a:schemeClr val="bg1">
                                          <a:lumMod val="50000"/>
                                        </a:schemeClr>
                                      </a:solidFill>
                                      <a:latin typeface="Cambria Math" panose="02040503050406030204" pitchFamily="18" charset="0"/>
                                    </a:rPr>
                                    <m:t>5</m:t>
                                  </m:r>
                                </m:e>
                              </m:d>
                              <m:r>
                                <a:rPr lang="en-US">
                                  <a:solidFill>
                                    <a:schemeClr val="bg1">
                                      <a:lumMod val="50000"/>
                                    </a:schemeClr>
                                  </a:solidFill>
                                  <a:latin typeface="Cambria Math" panose="02040503050406030204" pitchFamily="18" charset="0"/>
                                </a:rPr>
                                <m:t> </m:t>
                              </m:r>
                            </m:sup>
                          </m:sSup>
                        </m:e>
                        <m:sub>
                          <m:r>
                            <a:rPr lang="en-US" b="0" i="1" smtClean="0">
                              <a:solidFill>
                                <a:schemeClr val="bg1">
                                  <a:lumMod val="50000"/>
                                </a:schemeClr>
                              </a:solidFill>
                              <a:latin typeface="Cambria Math" panose="02040503050406030204" pitchFamily="18" charset="0"/>
                            </a:rPr>
                            <m:t>𝑖</m:t>
                          </m:r>
                          <m:r>
                            <a:rPr lang="en-US" b="0" i="1" smtClean="0">
                              <a:solidFill>
                                <a:schemeClr val="bg1">
                                  <a:lumMod val="50000"/>
                                </a:schemeClr>
                              </a:solidFill>
                              <a:latin typeface="Cambria Math" panose="02040503050406030204" pitchFamily="18" charset="0"/>
                            </a:rPr>
                            <m:t>,</m:t>
                          </m:r>
                          <m:r>
                            <a:rPr lang="en-US" b="0" i="1" smtClean="0">
                              <a:solidFill>
                                <a:schemeClr val="bg1">
                                  <a:lumMod val="50000"/>
                                </a:schemeClr>
                              </a:solidFill>
                              <a:latin typeface="Cambria Math" panose="02040503050406030204" pitchFamily="18" charset="0"/>
                            </a:rPr>
                            <m:t>𝑗</m:t>
                          </m:r>
                        </m:sub>
                      </m:sSub>
                      <m:r>
                        <a:rPr lang="en-US" b="0" i="1" smtClean="0">
                          <a:solidFill>
                            <a:schemeClr val="bg1">
                              <a:lumMod val="50000"/>
                            </a:schemeClr>
                          </a:solidFill>
                          <a:latin typeface="Cambria Math" panose="02040503050406030204" pitchFamily="18" charset="0"/>
                        </a:rPr>
                        <m:t>=</m:t>
                      </m:r>
                      <m:r>
                        <m:rPr>
                          <m:sty m:val="p"/>
                        </m:rPr>
                        <a:rPr lang="en-US" b="0" i="0" smtClean="0">
                          <a:solidFill>
                            <a:schemeClr val="bg1">
                              <a:lumMod val="50000"/>
                            </a:schemeClr>
                          </a:solidFill>
                          <a:latin typeface="Cambria Math" panose="02040503050406030204" pitchFamily="18" charset="0"/>
                        </a:rPr>
                        <m:t>min</m:t>
                      </m:r>
                      <m:r>
                        <a:rPr lang="en-US" b="0" i="1" smtClean="0">
                          <a:solidFill>
                            <a:schemeClr val="bg1">
                              <a:lumMod val="50000"/>
                            </a:schemeClr>
                          </a:solidFill>
                          <a:latin typeface="Cambria Math" panose="02040503050406030204" pitchFamily="18" charset="0"/>
                        </a:rPr>
                        <m:t>⁡(</m:t>
                      </m:r>
                      <m:sSub>
                        <m:sSubPr>
                          <m:ctrlPr>
                            <a:rPr lang="en-US" i="1" smtClean="0">
                              <a:solidFill>
                                <a:schemeClr val="bg1">
                                  <a:lumMod val="50000"/>
                                </a:schemeClr>
                              </a:solidFill>
                              <a:latin typeface="Cambria Math" panose="02040503050406030204" pitchFamily="18" charset="0"/>
                            </a:rPr>
                          </m:ctrlPr>
                        </m:sSubPr>
                        <m:e>
                          <m:sSup>
                            <m:sSupPr>
                              <m:ctrlPr>
                                <a:rPr lang="en-US" i="1">
                                  <a:solidFill>
                                    <a:schemeClr val="bg1">
                                      <a:lumMod val="50000"/>
                                    </a:schemeClr>
                                  </a:solidFill>
                                  <a:latin typeface="Cambria Math" panose="02040503050406030204" pitchFamily="18" charset="0"/>
                                </a:rPr>
                              </m:ctrlPr>
                            </m:sSupPr>
                            <m:e>
                              <m:r>
                                <a:rPr lang="en-US" i="1">
                                  <a:solidFill>
                                    <a:schemeClr val="bg1">
                                      <a:lumMod val="50000"/>
                                    </a:schemeClr>
                                  </a:solidFill>
                                  <a:latin typeface="Cambria Math" panose="02040503050406030204" pitchFamily="18" charset="0"/>
                                </a:rPr>
                                <m:t>𝐿</m:t>
                              </m:r>
                            </m:e>
                            <m:sup>
                              <m:d>
                                <m:dPr>
                                  <m:ctrlPr>
                                    <a:rPr lang="en-US" i="1">
                                      <a:solidFill>
                                        <a:schemeClr val="bg1">
                                          <a:lumMod val="50000"/>
                                        </a:schemeClr>
                                      </a:solidFill>
                                      <a:latin typeface="Cambria Math" panose="02040503050406030204" pitchFamily="18" charset="0"/>
                                    </a:rPr>
                                  </m:ctrlPr>
                                </m:dPr>
                                <m:e>
                                  <m:r>
                                    <a:rPr lang="en-US" b="0" i="0" smtClean="0">
                                      <a:solidFill>
                                        <a:schemeClr val="bg1">
                                          <a:lumMod val="50000"/>
                                        </a:schemeClr>
                                      </a:solidFill>
                                      <a:latin typeface="Cambria Math" panose="02040503050406030204" pitchFamily="18" charset="0"/>
                                    </a:rPr>
                                    <m:t>4</m:t>
                                  </m:r>
                                </m:e>
                              </m:d>
                              <m:r>
                                <a:rPr lang="en-US">
                                  <a:solidFill>
                                    <a:schemeClr val="bg1">
                                      <a:lumMod val="50000"/>
                                    </a:schemeClr>
                                  </a:solidFill>
                                  <a:latin typeface="Cambria Math" panose="02040503050406030204" pitchFamily="18" charset="0"/>
                                </a:rPr>
                                <m:t> </m:t>
                              </m:r>
                            </m:sup>
                          </m:sSup>
                        </m:e>
                        <m:sub>
                          <m:r>
                            <a:rPr lang="en-US" i="1">
                              <a:solidFill>
                                <a:schemeClr val="bg1">
                                  <a:lumMod val="50000"/>
                                </a:schemeClr>
                              </a:solidFill>
                              <a:latin typeface="Cambria Math" panose="02040503050406030204" pitchFamily="18" charset="0"/>
                            </a:rPr>
                            <m:t>𝑖</m:t>
                          </m:r>
                          <m:r>
                            <a:rPr lang="en-US" i="1">
                              <a:solidFill>
                                <a:schemeClr val="bg1">
                                  <a:lumMod val="50000"/>
                                </a:schemeClr>
                              </a:solidFill>
                              <a:latin typeface="Cambria Math" panose="02040503050406030204" pitchFamily="18" charset="0"/>
                            </a:rPr>
                            <m:t>,</m:t>
                          </m:r>
                          <m:r>
                            <a:rPr lang="en-US" b="0" i="1" smtClean="0">
                              <a:solidFill>
                                <a:schemeClr val="bg1">
                                  <a:lumMod val="50000"/>
                                </a:schemeClr>
                              </a:solidFill>
                              <a:latin typeface="Cambria Math" panose="02040503050406030204" pitchFamily="18" charset="0"/>
                            </a:rPr>
                            <m:t>𝑘</m:t>
                          </m:r>
                        </m:sub>
                      </m:sSub>
                      <m:r>
                        <a:rPr lang="en-US" b="0" i="1" smtClean="0">
                          <a:solidFill>
                            <a:schemeClr val="bg1">
                              <a:lumMod val="50000"/>
                            </a:schemeClr>
                          </a:solidFill>
                          <a:latin typeface="Cambria Math" panose="02040503050406030204" pitchFamily="18" charset="0"/>
                        </a:rPr>
                        <m:t>,</m:t>
                      </m:r>
                      <m:sSub>
                        <m:sSubPr>
                          <m:ctrlPr>
                            <a:rPr lang="en-US" i="1">
                              <a:solidFill>
                                <a:schemeClr val="bg1">
                                  <a:lumMod val="50000"/>
                                </a:schemeClr>
                              </a:solidFill>
                              <a:latin typeface="Cambria Math" panose="02040503050406030204" pitchFamily="18" charset="0"/>
                            </a:rPr>
                          </m:ctrlPr>
                        </m:sSubPr>
                        <m:e>
                          <m:sSup>
                            <m:sSupPr>
                              <m:ctrlPr>
                                <a:rPr lang="en-US" i="1">
                                  <a:solidFill>
                                    <a:schemeClr val="bg1">
                                      <a:lumMod val="50000"/>
                                    </a:schemeClr>
                                  </a:solidFill>
                                  <a:latin typeface="Cambria Math" panose="02040503050406030204" pitchFamily="18" charset="0"/>
                                </a:rPr>
                              </m:ctrlPr>
                            </m:sSupPr>
                            <m:e>
                              <m:r>
                                <a:rPr lang="en-US" i="1">
                                  <a:solidFill>
                                    <a:schemeClr val="bg1">
                                      <a:lumMod val="50000"/>
                                    </a:schemeClr>
                                  </a:solidFill>
                                  <a:latin typeface="Cambria Math" panose="02040503050406030204" pitchFamily="18" charset="0"/>
                                </a:rPr>
                                <m:t>𝐿</m:t>
                              </m:r>
                            </m:e>
                            <m:sup>
                              <m:d>
                                <m:dPr>
                                  <m:ctrlPr>
                                    <a:rPr lang="en-US" i="1">
                                      <a:solidFill>
                                        <a:schemeClr val="bg1">
                                          <a:lumMod val="50000"/>
                                        </a:schemeClr>
                                      </a:solidFill>
                                      <a:latin typeface="Cambria Math" panose="02040503050406030204" pitchFamily="18" charset="0"/>
                                    </a:rPr>
                                  </m:ctrlPr>
                                </m:dPr>
                                <m:e>
                                  <m:r>
                                    <a:rPr lang="en-US" b="0" i="0" smtClean="0">
                                      <a:solidFill>
                                        <a:schemeClr val="bg1">
                                          <a:lumMod val="50000"/>
                                        </a:schemeClr>
                                      </a:solidFill>
                                      <a:latin typeface="Cambria Math" panose="02040503050406030204" pitchFamily="18" charset="0"/>
                                    </a:rPr>
                                    <m:t>1</m:t>
                                  </m:r>
                                </m:e>
                              </m:d>
                              <m:r>
                                <a:rPr lang="en-US">
                                  <a:solidFill>
                                    <a:schemeClr val="bg1">
                                      <a:lumMod val="50000"/>
                                    </a:schemeClr>
                                  </a:solidFill>
                                  <a:latin typeface="Cambria Math" panose="02040503050406030204" pitchFamily="18" charset="0"/>
                                </a:rPr>
                                <m:t> </m:t>
                              </m:r>
                            </m:sup>
                          </m:sSup>
                        </m:e>
                        <m:sub>
                          <m:r>
                            <a:rPr lang="en-US" b="0" i="1" smtClean="0">
                              <a:solidFill>
                                <a:schemeClr val="bg1">
                                  <a:lumMod val="50000"/>
                                </a:schemeClr>
                              </a:solidFill>
                              <a:latin typeface="Cambria Math" panose="02040503050406030204" pitchFamily="18" charset="0"/>
                            </a:rPr>
                            <m:t>𝑘</m:t>
                          </m:r>
                          <m:r>
                            <a:rPr lang="en-US" i="1">
                              <a:solidFill>
                                <a:schemeClr val="bg1">
                                  <a:lumMod val="50000"/>
                                </a:schemeClr>
                              </a:solidFill>
                              <a:latin typeface="Cambria Math" panose="02040503050406030204" pitchFamily="18" charset="0"/>
                            </a:rPr>
                            <m:t>,</m:t>
                          </m:r>
                          <m:r>
                            <a:rPr lang="en-US" i="1">
                              <a:solidFill>
                                <a:schemeClr val="bg1">
                                  <a:lumMod val="50000"/>
                                </a:schemeClr>
                              </a:solidFill>
                              <a:latin typeface="Cambria Math" panose="02040503050406030204" pitchFamily="18" charset="0"/>
                            </a:rPr>
                            <m:t>𝑗</m:t>
                          </m:r>
                        </m:sub>
                      </m:sSub>
                      <m:r>
                        <a:rPr lang="en-US" b="0" i="1" smtClean="0">
                          <a:solidFill>
                            <a:schemeClr val="bg1">
                              <a:lumMod val="50000"/>
                            </a:schemeClr>
                          </a:solidFill>
                          <a:latin typeface="Cambria Math" panose="02040503050406030204" pitchFamily="18" charset="0"/>
                        </a:rPr>
                        <m:t>)</m:t>
                      </m:r>
                    </m:oMath>
                  </m:oMathPara>
                </a14:m>
                <a:endParaRPr lang="en-US" dirty="0">
                  <a:solidFill>
                    <a:schemeClr val="bg1">
                      <a:lumMod val="50000"/>
                    </a:schemeClr>
                  </a:solidFill>
                </a:endParaRPr>
              </a:p>
            </p:txBody>
          </p:sp>
        </mc:Choice>
        <mc:Fallback xmlns="">
          <p:sp>
            <p:nvSpPr>
              <p:cNvPr id="24" name="TextBox 23">
                <a:extLst>
                  <a:ext uri="{FF2B5EF4-FFF2-40B4-BE49-F238E27FC236}">
                    <a16:creationId xmlns:a16="http://schemas.microsoft.com/office/drawing/2014/main" id="{06582200-5CDA-7D77-3D5E-8AEB77D98291}"/>
                  </a:ext>
                </a:extLst>
              </p:cNvPr>
              <p:cNvSpPr txBox="1">
                <a:spLocks noRot="1" noChangeAspect="1" noMove="1" noResize="1" noEditPoints="1" noAdjustHandles="1" noChangeArrowheads="1" noChangeShapeType="1" noTextEdit="1"/>
              </p:cNvSpPr>
              <p:nvPr/>
            </p:nvSpPr>
            <p:spPr>
              <a:xfrm>
                <a:off x="719999" y="3570136"/>
                <a:ext cx="3061252" cy="348429"/>
              </a:xfrm>
              <a:prstGeom prst="rect">
                <a:avLst/>
              </a:prstGeom>
              <a:blipFill>
                <a:blip r:embed="rId5"/>
                <a:stretch>
                  <a:fillRect b="-1754"/>
                </a:stretch>
              </a:blipFill>
            </p:spPr>
            <p:txBody>
              <a:bodyPr/>
              <a:lstStyle/>
              <a:p>
                <a:r>
                  <a:rPr lang="en-US">
                    <a:noFill/>
                  </a:rPr>
                  <a:t> </a:t>
                </a:r>
              </a:p>
            </p:txBody>
          </p:sp>
        </mc:Fallback>
      </mc:AlternateContent>
    </p:spTree>
    <p:extLst>
      <p:ext uri="{BB962C8B-B14F-4D97-AF65-F5344CB8AC3E}">
        <p14:creationId xmlns:p14="http://schemas.microsoft.com/office/powerpoint/2010/main" val="25023439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217">
          <a:extLst>
            <a:ext uri="{FF2B5EF4-FFF2-40B4-BE49-F238E27FC236}">
              <a16:creationId xmlns:a16="http://schemas.microsoft.com/office/drawing/2014/main" id="{D392A6DA-4465-549D-7A1A-62A315BECA2E}"/>
            </a:ext>
          </a:extLst>
        </p:cNvPr>
        <p:cNvGrpSpPr/>
        <p:nvPr/>
      </p:nvGrpSpPr>
      <p:grpSpPr>
        <a:xfrm>
          <a:off x="0" y="0"/>
          <a:ext cx="0" cy="0"/>
          <a:chOff x="0" y="0"/>
          <a:chExt cx="0" cy="0"/>
        </a:xfrm>
      </p:grpSpPr>
      <p:sp>
        <p:nvSpPr>
          <p:cNvPr id="2218" name="Google Shape;2218;p58">
            <a:extLst>
              <a:ext uri="{FF2B5EF4-FFF2-40B4-BE49-F238E27FC236}">
                <a16:creationId xmlns:a16="http://schemas.microsoft.com/office/drawing/2014/main" id="{0A90C829-54D0-CDF0-E84D-5BF9054572D7}"/>
              </a:ext>
            </a:extLst>
          </p:cNvPr>
          <p:cNvSpPr txBox="1">
            <a:spLocks noGrp="1"/>
          </p:cNvSpPr>
          <p:nvPr>
            <p:ph type="title"/>
          </p:nvPr>
        </p:nvSpPr>
        <p:spPr>
          <a:xfrm>
            <a:off x="719999" y="445025"/>
            <a:ext cx="809004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Fast-All-Pairs-Shortest-Path</a:t>
            </a:r>
          </a:p>
        </p:txBody>
      </p:sp>
      <p:sp>
        <p:nvSpPr>
          <p:cNvPr id="2219" name="Google Shape;2219;p58">
            <a:extLst>
              <a:ext uri="{FF2B5EF4-FFF2-40B4-BE49-F238E27FC236}">
                <a16:creationId xmlns:a16="http://schemas.microsoft.com/office/drawing/2014/main" id="{E1C45F33-0B72-1567-F8CA-B898721F9C08}"/>
              </a:ext>
            </a:extLst>
          </p:cNvPr>
          <p:cNvSpPr txBox="1">
            <a:spLocks noGrp="1"/>
          </p:cNvSpPr>
          <p:nvPr>
            <p:ph type="subTitle" idx="1"/>
          </p:nvPr>
        </p:nvSpPr>
        <p:spPr>
          <a:xfrm>
            <a:off x="713225" y="2041525"/>
            <a:ext cx="5578500" cy="6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fast algorithm is the same as the slow one, </a:t>
            </a:r>
            <a:r>
              <a:rPr lang="en-US" b="1" dirty="0"/>
              <a:t>except</a:t>
            </a:r>
            <a:r>
              <a:rPr lang="en-US" dirty="0"/>
              <a:t> that the </a:t>
            </a:r>
            <a:r>
              <a:rPr lang="en-US" b="1" dirty="0"/>
              <a:t>matrices are computed for the powers of 2</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5900B5C-84DD-1B82-C42F-1C8A95A7F7E3}"/>
                  </a:ext>
                </a:extLst>
              </p:cNvPr>
              <p:cNvSpPr txBox="1"/>
              <p:nvPr/>
            </p:nvSpPr>
            <p:spPr>
              <a:xfrm>
                <a:off x="719999" y="2648125"/>
                <a:ext cx="5876014" cy="320409"/>
              </a:xfrm>
              <a:prstGeom prst="rect">
                <a:avLst/>
              </a:prstGeom>
              <a:noFill/>
            </p:spPr>
            <p:txBody>
              <a:bodyPr wrap="square">
                <a:spAutoFit/>
              </a:bodyPr>
              <a:lstStyle/>
              <a:p>
                <a:pPr>
                  <a:lnSpc>
                    <a:spcPct val="107000"/>
                  </a:lnSpc>
                  <a:spcAft>
                    <a:spcPts val="800"/>
                  </a:spcAft>
                </a:pPr>
                <a:r>
                  <a:rPr lang="en-US" dirty="0">
                    <a:effectLst/>
                    <a:latin typeface="Poppins" panose="00000500000000000000" pitchFamily="2" charset="0"/>
                    <a:ea typeface="Aptos" panose="020B0004020202020204" pitchFamily="34" charset="0"/>
                    <a:cs typeface="Poppins" panose="00000500000000000000" pitchFamily="2" charset="0"/>
                  </a:rPr>
                  <a:t>i.e. </a:t>
                </a:r>
                <a:r>
                  <a:rPr lang="en-US" i="1" dirty="0">
                    <a:effectLst/>
                    <a:latin typeface="Poppins" panose="00000500000000000000" pitchFamily="2" charset="0"/>
                    <a:ea typeface="Aptos" panose="020B0004020202020204" pitchFamily="34" charset="0"/>
                    <a:cs typeface="Poppins" panose="00000500000000000000" pitchFamily="2" charset="0"/>
                  </a:rPr>
                  <a:t> </a:t>
                </a:r>
                <a14:m>
                  <m:oMath xmlns:m="http://schemas.openxmlformats.org/officeDocument/2006/math">
                    <m:sSup>
                      <m:sSupPr>
                        <m:ctrlPr>
                          <a:rPr lang="en-US" i="1">
                            <a:effectLst/>
                            <a:latin typeface="Cambria Math" panose="02040503050406030204" pitchFamily="18" charset="0"/>
                          </a:rPr>
                        </m:ctrlPr>
                      </m:sSupPr>
                      <m:e>
                        <m:r>
                          <a:rPr lang="en-US" i="1">
                            <a:effectLst/>
                            <a:latin typeface="Cambria Math" panose="02040503050406030204" pitchFamily="18" charset="0"/>
                            <a:ea typeface="Aptos" panose="020B0004020202020204" pitchFamily="34" charset="0"/>
                            <a:cs typeface="Arial" panose="020B0604020202020204" pitchFamily="34" charset="0"/>
                          </a:rPr>
                          <m:t>𝐿</m:t>
                        </m:r>
                      </m:e>
                      <m:sup>
                        <m:r>
                          <a:rPr lang="en-US" i="1">
                            <a:effectLst/>
                            <a:latin typeface="Cambria Math" panose="02040503050406030204" pitchFamily="18" charset="0"/>
                            <a:ea typeface="Aptos" panose="020B0004020202020204" pitchFamily="34" charset="0"/>
                            <a:cs typeface="Arial" panose="020B0604020202020204" pitchFamily="34" charset="0"/>
                          </a:rPr>
                          <m:t>(1) </m:t>
                        </m:r>
                      </m:sup>
                    </m:sSup>
                  </m:oMath>
                </a14:m>
                <a:r>
                  <a:rPr lang="en-US" dirty="0">
                    <a:effectLst/>
                    <a:latin typeface="Poppins" panose="00000500000000000000" pitchFamily="2" charset="0"/>
                    <a:ea typeface="Aptos" panose="020B0004020202020204" pitchFamily="34" charset="0"/>
                    <a:cs typeface="Poppins" panose="00000500000000000000" pitchFamily="2" charset="0"/>
                  </a:rPr>
                  <a:t>,</a:t>
                </a:r>
                <a:r>
                  <a:rPr lang="en-US" i="1" dirty="0">
                    <a:effectLst/>
                    <a:latin typeface="Poppins" panose="00000500000000000000" pitchFamily="2" charset="0"/>
                    <a:ea typeface="Aptos" panose="020B0004020202020204" pitchFamily="34" charset="0"/>
                    <a:cs typeface="Poppins" panose="00000500000000000000" pitchFamily="2" charset="0"/>
                  </a:rPr>
                  <a:t> </a:t>
                </a:r>
                <a14:m>
                  <m:oMath xmlns:m="http://schemas.openxmlformats.org/officeDocument/2006/math">
                    <m:sSup>
                      <m:sSupPr>
                        <m:ctrlPr>
                          <a:rPr lang="en-US" i="1">
                            <a:effectLst/>
                            <a:latin typeface="Cambria Math" panose="02040503050406030204" pitchFamily="18" charset="0"/>
                          </a:rPr>
                        </m:ctrlPr>
                      </m:sSupPr>
                      <m:e>
                        <m:r>
                          <a:rPr lang="en-US" i="1">
                            <a:effectLst/>
                            <a:latin typeface="Cambria Math" panose="02040503050406030204" pitchFamily="18" charset="0"/>
                            <a:ea typeface="Aptos" panose="020B0004020202020204" pitchFamily="34" charset="0"/>
                            <a:cs typeface="Arial" panose="020B0604020202020204" pitchFamily="34" charset="0"/>
                          </a:rPr>
                          <m:t>𝐿</m:t>
                        </m:r>
                      </m:e>
                      <m:sup>
                        <m:r>
                          <a:rPr lang="en-US" i="1">
                            <a:effectLst/>
                            <a:latin typeface="Cambria Math" panose="02040503050406030204" pitchFamily="18" charset="0"/>
                            <a:ea typeface="Aptos" panose="020B0004020202020204" pitchFamily="34" charset="0"/>
                            <a:cs typeface="Arial" panose="020B0604020202020204" pitchFamily="34" charset="0"/>
                          </a:rPr>
                          <m:t>(2) </m:t>
                        </m:r>
                      </m:sup>
                    </m:sSup>
                  </m:oMath>
                </a14:m>
                <a:r>
                  <a:rPr lang="en-US" dirty="0">
                    <a:effectLst/>
                    <a:latin typeface="Poppins" panose="00000500000000000000" pitchFamily="2" charset="0"/>
                    <a:ea typeface="Aptos" panose="020B0004020202020204" pitchFamily="34" charset="0"/>
                    <a:cs typeface="Poppins" panose="00000500000000000000" pitchFamily="2" charset="0"/>
                  </a:rPr>
                  <a:t>,</a:t>
                </a:r>
                <a:r>
                  <a:rPr lang="en-US" i="1" dirty="0">
                    <a:effectLst/>
                    <a:latin typeface="Poppins" panose="00000500000000000000" pitchFamily="2" charset="0"/>
                    <a:ea typeface="Aptos" panose="020B0004020202020204" pitchFamily="34" charset="0"/>
                    <a:cs typeface="Poppins" panose="00000500000000000000" pitchFamily="2" charset="0"/>
                  </a:rPr>
                  <a:t> </a:t>
                </a:r>
                <a14:m>
                  <m:oMath xmlns:m="http://schemas.openxmlformats.org/officeDocument/2006/math">
                    <m:sSup>
                      <m:sSupPr>
                        <m:ctrlPr>
                          <a:rPr lang="en-US" i="1">
                            <a:effectLst/>
                            <a:latin typeface="Cambria Math" panose="02040503050406030204" pitchFamily="18" charset="0"/>
                          </a:rPr>
                        </m:ctrlPr>
                      </m:sSupPr>
                      <m:e>
                        <m:r>
                          <a:rPr lang="en-US" i="1">
                            <a:effectLst/>
                            <a:latin typeface="Cambria Math" panose="02040503050406030204" pitchFamily="18" charset="0"/>
                            <a:ea typeface="Aptos" panose="020B0004020202020204" pitchFamily="34" charset="0"/>
                            <a:cs typeface="Arial" panose="020B0604020202020204" pitchFamily="34" charset="0"/>
                          </a:rPr>
                          <m:t>𝐿</m:t>
                        </m:r>
                      </m:e>
                      <m:sup>
                        <m:r>
                          <a:rPr lang="en-US" i="1">
                            <a:effectLst/>
                            <a:latin typeface="Cambria Math" panose="02040503050406030204" pitchFamily="18" charset="0"/>
                            <a:ea typeface="Aptos" panose="020B0004020202020204" pitchFamily="34" charset="0"/>
                            <a:cs typeface="Arial" panose="020B0604020202020204" pitchFamily="34" charset="0"/>
                          </a:rPr>
                          <m:t>(4) </m:t>
                        </m:r>
                      </m:sup>
                    </m:sSup>
                  </m:oMath>
                </a14:m>
                <a:r>
                  <a:rPr lang="en-US" dirty="0">
                    <a:effectLst/>
                    <a:latin typeface="Poppins" panose="00000500000000000000" pitchFamily="2" charset="0"/>
                    <a:ea typeface="Aptos" panose="020B0004020202020204" pitchFamily="34" charset="0"/>
                    <a:cs typeface="Poppins" panose="00000500000000000000" pitchFamily="2" charset="0"/>
                  </a:rPr>
                  <a:t> , </a:t>
                </a:r>
                <a14:m>
                  <m:oMath xmlns:m="http://schemas.openxmlformats.org/officeDocument/2006/math">
                    <m:sSup>
                      <m:sSupPr>
                        <m:ctrlPr>
                          <a:rPr lang="en-US" i="1">
                            <a:effectLst/>
                            <a:latin typeface="Cambria Math" panose="02040503050406030204" pitchFamily="18" charset="0"/>
                          </a:rPr>
                        </m:ctrlPr>
                      </m:sSupPr>
                      <m:e>
                        <m:r>
                          <a:rPr lang="en-US" i="1">
                            <a:effectLst/>
                            <a:latin typeface="Cambria Math" panose="02040503050406030204" pitchFamily="18" charset="0"/>
                            <a:ea typeface="Aptos" panose="020B0004020202020204" pitchFamily="34" charset="0"/>
                            <a:cs typeface="Arial" panose="020B0604020202020204" pitchFamily="34" charset="0"/>
                          </a:rPr>
                          <m:t>𝐿</m:t>
                        </m:r>
                      </m:e>
                      <m:sup>
                        <m:r>
                          <a:rPr lang="en-US" i="1">
                            <a:effectLst/>
                            <a:latin typeface="Cambria Math" panose="02040503050406030204" pitchFamily="18" charset="0"/>
                            <a:ea typeface="Aptos" panose="020B0004020202020204" pitchFamily="34" charset="0"/>
                            <a:cs typeface="Arial" panose="020B0604020202020204" pitchFamily="34" charset="0"/>
                          </a:rPr>
                          <m:t>(8) </m:t>
                        </m:r>
                      </m:sup>
                    </m:sSup>
                  </m:oMath>
                </a14:m>
                <a:r>
                  <a:rPr lang="en-US" dirty="0">
                    <a:effectLst/>
                    <a:latin typeface="Poppins" panose="00000500000000000000" pitchFamily="2" charset="0"/>
                    <a:ea typeface="Aptos" panose="020B0004020202020204" pitchFamily="34" charset="0"/>
                    <a:cs typeface="Poppins" panose="00000500000000000000" pitchFamily="2" charset="0"/>
                  </a:rPr>
                  <a:t>…</a:t>
                </a:r>
                <a:endParaRPr lang="en-US" kern="100" dirty="0">
                  <a:effectLst/>
                  <a:latin typeface="Poppins" panose="00000500000000000000" pitchFamily="2" charset="0"/>
                  <a:ea typeface="Aptos" panose="020B0004020202020204" pitchFamily="34" charset="0"/>
                  <a:cs typeface="Poppins" panose="00000500000000000000" pitchFamily="2" charset="0"/>
                </a:endParaRPr>
              </a:p>
            </p:txBody>
          </p:sp>
        </mc:Choice>
        <mc:Fallback xmlns="">
          <p:sp>
            <p:nvSpPr>
              <p:cNvPr id="3" name="TextBox 2">
                <a:extLst>
                  <a:ext uri="{FF2B5EF4-FFF2-40B4-BE49-F238E27FC236}">
                    <a16:creationId xmlns:a16="http://schemas.microsoft.com/office/drawing/2014/main" id="{75900B5C-84DD-1B82-C42F-1C8A95A7F7E3}"/>
                  </a:ext>
                </a:extLst>
              </p:cNvPr>
              <p:cNvSpPr txBox="1">
                <a:spLocks noRot="1" noChangeAspect="1" noMove="1" noResize="1" noEditPoints="1" noAdjustHandles="1" noChangeArrowheads="1" noChangeShapeType="1" noTextEdit="1"/>
              </p:cNvSpPr>
              <p:nvPr/>
            </p:nvSpPr>
            <p:spPr>
              <a:xfrm>
                <a:off x="719999" y="2648125"/>
                <a:ext cx="5876014" cy="320409"/>
              </a:xfrm>
              <a:prstGeom prst="rect">
                <a:avLst/>
              </a:prstGeom>
              <a:blipFill>
                <a:blip r:embed="rId3"/>
                <a:stretch>
                  <a:fillRect l="-311" b="-188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1A722B3-23C0-C6C3-54F7-42B348C5D07E}"/>
                  </a:ext>
                </a:extLst>
              </p:cNvPr>
              <p:cNvSpPr txBox="1"/>
              <p:nvPr/>
            </p:nvSpPr>
            <p:spPr>
              <a:xfrm>
                <a:off x="719998" y="3530628"/>
                <a:ext cx="8169559" cy="747897"/>
              </a:xfrm>
              <a:prstGeom prst="rect">
                <a:avLst/>
              </a:prstGeom>
              <a:noFill/>
            </p:spPr>
            <p:txBody>
              <a:bodyPr wrap="square">
                <a:spAutoFit/>
              </a:bodyPr>
              <a:lstStyle/>
              <a:p>
                <a:pPr lvl="0">
                  <a:lnSpc>
                    <a:spcPct val="107000"/>
                  </a:lnSpc>
                  <a:spcAft>
                    <a:spcPts val="800"/>
                  </a:spcAft>
                  <a:buSzPts val="1000"/>
                  <a:tabLst>
                    <a:tab pos="457200" algn="l"/>
                    <a:tab pos="2127885" algn="l"/>
                  </a:tabLst>
                </a:pPr>
                <a:r>
                  <a:rPr lang="en-US" sz="1600" kern="100" dirty="0">
                    <a:effectLst/>
                    <a:latin typeface="Poppins" panose="00000500000000000000" pitchFamily="2" charset="0"/>
                    <a:ea typeface="Aptos" panose="020B0004020202020204" pitchFamily="34" charset="0"/>
                    <a:cs typeface="Poppins" panose="00000500000000000000" pitchFamily="2" charset="0"/>
                  </a:rPr>
                  <a:t>For each matrix,	 </a:t>
                </a:r>
                <a14:m>
                  <m:oMath xmlns:m="http://schemas.openxmlformats.org/officeDocument/2006/math">
                    <m:sSub>
                      <m:sSubPr>
                        <m:ctrlPr>
                          <a:rPr lang="en-US" sz="1600" b="1" i="1" kern="100" smtClean="0">
                            <a:solidFill>
                              <a:schemeClr val="bg1">
                                <a:lumMod val="50000"/>
                              </a:schemeClr>
                            </a:solidFill>
                            <a:effectLst/>
                            <a:latin typeface="Cambria Math" panose="02040503050406030204" pitchFamily="18" charset="0"/>
                            <a:cs typeface="Poppins" panose="00000500000000000000" pitchFamily="2" charset="0"/>
                          </a:rPr>
                        </m:ctrlPr>
                      </m:sSubPr>
                      <m:e>
                        <m:sSup>
                          <m:sSupPr>
                            <m:ctrlPr>
                              <a:rPr lang="en-US" sz="1600" b="1" i="1" kern="100">
                                <a:solidFill>
                                  <a:schemeClr val="bg1">
                                    <a:lumMod val="50000"/>
                                  </a:schemeClr>
                                </a:solidFill>
                                <a:latin typeface="Cambria Math" panose="02040503050406030204" pitchFamily="18" charset="0"/>
                                <a:cs typeface="Poppins" panose="00000500000000000000" pitchFamily="2" charset="0"/>
                              </a:rPr>
                            </m:ctrlPr>
                          </m:sSupPr>
                          <m:e>
                            <m:r>
                              <a:rPr lang="en-US" sz="1600" b="1" i="1" kern="100">
                                <a:solidFill>
                                  <a:schemeClr val="bg1">
                                    <a:lumMod val="50000"/>
                                  </a:schemeClr>
                                </a:solidFill>
                                <a:latin typeface="Cambria Math" panose="02040503050406030204" pitchFamily="18" charset="0"/>
                                <a:cs typeface="Poppins" panose="00000500000000000000" pitchFamily="2" charset="0"/>
                              </a:rPr>
                              <m:t>𝑳</m:t>
                            </m:r>
                          </m:e>
                          <m:sup>
                            <m:r>
                              <a:rPr lang="en-US" sz="1600" b="1" i="1" kern="100">
                                <a:solidFill>
                                  <a:schemeClr val="bg1">
                                    <a:lumMod val="50000"/>
                                  </a:schemeClr>
                                </a:solidFill>
                                <a:latin typeface="Cambria Math" panose="02040503050406030204" pitchFamily="18" charset="0"/>
                                <a:cs typeface="Poppins" panose="00000500000000000000" pitchFamily="2" charset="0"/>
                              </a:rPr>
                              <m:t>𝑴</m:t>
                            </m:r>
                          </m:sup>
                        </m:sSup>
                      </m:e>
                      <m:sub>
                        <m:r>
                          <a:rPr lang="en-US" sz="1600" b="1" i="1" kern="100" smtClean="0">
                            <a:solidFill>
                              <a:schemeClr val="bg1">
                                <a:lumMod val="50000"/>
                              </a:schemeClr>
                            </a:solidFill>
                            <a:effectLst/>
                            <a:latin typeface="Cambria Math" panose="02040503050406030204" pitchFamily="18" charset="0"/>
                            <a:cs typeface="Poppins" panose="00000500000000000000" pitchFamily="2" charset="0"/>
                          </a:rPr>
                          <m:t>𝒊</m:t>
                        </m:r>
                        <m:r>
                          <a:rPr lang="en-US" sz="1600" b="1" i="1" kern="100" smtClean="0">
                            <a:solidFill>
                              <a:schemeClr val="bg1">
                                <a:lumMod val="50000"/>
                              </a:schemeClr>
                            </a:solidFill>
                            <a:effectLst/>
                            <a:latin typeface="Cambria Math" panose="02040503050406030204" pitchFamily="18" charset="0"/>
                            <a:cs typeface="Poppins" panose="00000500000000000000" pitchFamily="2" charset="0"/>
                          </a:rPr>
                          <m:t>,</m:t>
                        </m:r>
                        <m:r>
                          <a:rPr lang="en-US" sz="1600" b="1" i="1" kern="100" smtClean="0">
                            <a:solidFill>
                              <a:schemeClr val="bg1">
                                <a:lumMod val="50000"/>
                              </a:schemeClr>
                            </a:solidFill>
                            <a:effectLst/>
                            <a:latin typeface="Cambria Math" panose="02040503050406030204" pitchFamily="18" charset="0"/>
                            <a:cs typeface="Poppins" panose="00000500000000000000" pitchFamily="2" charset="0"/>
                          </a:rPr>
                          <m:t>𝒋</m:t>
                        </m:r>
                      </m:sub>
                    </m:sSub>
                    <m:r>
                      <a:rPr lang="en-US" sz="1600" b="1" i="1" kern="100" smtClean="0">
                        <a:solidFill>
                          <a:schemeClr val="bg1">
                            <a:lumMod val="50000"/>
                          </a:schemeClr>
                        </a:solidFill>
                        <a:effectLst/>
                        <a:latin typeface="Cambria Math" panose="02040503050406030204" pitchFamily="18" charset="0"/>
                        <a:cs typeface="Poppins" panose="00000500000000000000" pitchFamily="2" charset="0"/>
                      </a:rPr>
                      <m:t>=</m:t>
                    </m:r>
                    <m:r>
                      <a:rPr lang="en-US" sz="1600" b="1" i="0" kern="100" smtClean="0">
                        <a:solidFill>
                          <a:schemeClr val="bg1">
                            <a:lumMod val="50000"/>
                          </a:schemeClr>
                        </a:solidFill>
                        <a:effectLst/>
                        <a:latin typeface="Cambria Math" panose="02040503050406030204" pitchFamily="18" charset="0"/>
                        <a:cs typeface="Poppins" panose="00000500000000000000" pitchFamily="2" charset="0"/>
                      </a:rPr>
                      <m:t>𝐦𝐢𝐧</m:t>
                    </m:r>
                    <m:r>
                      <a:rPr lang="en-US" sz="1600" b="1" i="1" kern="100" smtClean="0">
                        <a:solidFill>
                          <a:schemeClr val="bg1">
                            <a:lumMod val="50000"/>
                          </a:schemeClr>
                        </a:solidFill>
                        <a:effectLst/>
                        <a:latin typeface="Cambria Math" panose="02040503050406030204" pitchFamily="18" charset="0"/>
                        <a:cs typeface="Poppins" panose="00000500000000000000" pitchFamily="2" charset="0"/>
                      </a:rPr>
                      <m:t>⁡(</m:t>
                    </m:r>
                    <m:sSub>
                      <m:sSubPr>
                        <m:ctrlPr>
                          <a:rPr lang="en-US" sz="1600" b="1" i="1" kern="100" smtClean="0">
                            <a:solidFill>
                              <a:schemeClr val="bg1">
                                <a:lumMod val="50000"/>
                              </a:schemeClr>
                            </a:solidFill>
                            <a:latin typeface="Cambria Math" panose="02040503050406030204" pitchFamily="18" charset="0"/>
                            <a:cs typeface="Poppins" panose="00000500000000000000" pitchFamily="2" charset="0"/>
                          </a:rPr>
                        </m:ctrlPr>
                      </m:sSubPr>
                      <m:e>
                        <m:sSup>
                          <m:sSupPr>
                            <m:ctrlPr>
                              <a:rPr lang="en-US" sz="1600" b="1" i="1" kern="100">
                                <a:solidFill>
                                  <a:schemeClr val="bg1">
                                    <a:lumMod val="50000"/>
                                  </a:schemeClr>
                                </a:solidFill>
                                <a:latin typeface="Cambria Math" panose="02040503050406030204" pitchFamily="18" charset="0"/>
                                <a:cs typeface="Poppins" panose="00000500000000000000" pitchFamily="2" charset="0"/>
                              </a:rPr>
                            </m:ctrlPr>
                          </m:sSupPr>
                          <m:e>
                            <m:r>
                              <a:rPr lang="en-US" sz="1600" b="1" i="1" kern="100">
                                <a:solidFill>
                                  <a:schemeClr val="bg1">
                                    <a:lumMod val="50000"/>
                                  </a:schemeClr>
                                </a:solidFill>
                                <a:latin typeface="Cambria Math" panose="02040503050406030204" pitchFamily="18" charset="0"/>
                                <a:cs typeface="Poppins" panose="00000500000000000000" pitchFamily="2" charset="0"/>
                              </a:rPr>
                              <m:t>𝑳</m:t>
                            </m:r>
                          </m:e>
                          <m:sup>
                            <m:r>
                              <a:rPr lang="en-US" sz="1600" b="1" i="1" kern="100">
                                <a:solidFill>
                                  <a:schemeClr val="bg1">
                                    <a:lumMod val="50000"/>
                                  </a:schemeClr>
                                </a:solidFill>
                                <a:latin typeface="Cambria Math" panose="02040503050406030204" pitchFamily="18" charset="0"/>
                                <a:cs typeface="Poppins" panose="00000500000000000000" pitchFamily="2" charset="0"/>
                              </a:rPr>
                              <m:t>𝑴</m:t>
                            </m:r>
                            <m:r>
                              <a:rPr lang="en-US" sz="1600" b="1" i="1" kern="100" smtClean="0">
                                <a:solidFill>
                                  <a:schemeClr val="bg1">
                                    <a:lumMod val="50000"/>
                                  </a:schemeClr>
                                </a:solidFill>
                                <a:latin typeface="Cambria Math" panose="02040503050406030204" pitchFamily="18" charset="0"/>
                                <a:cs typeface="Poppins" panose="00000500000000000000" pitchFamily="2" charset="0"/>
                              </a:rPr>
                              <m:t>−</m:t>
                            </m:r>
                            <m:r>
                              <a:rPr lang="en-US" sz="1600" b="1" i="1" kern="100" smtClean="0">
                                <a:solidFill>
                                  <a:schemeClr val="bg1">
                                    <a:lumMod val="50000"/>
                                  </a:schemeClr>
                                </a:solidFill>
                                <a:latin typeface="Cambria Math" panose="02040503050406030204" pitchFamily="18" charset="0"/>
                                <a:cs typeface="Poppins" panose="00000500000000000000" pitchFamily="2" charset="0"/>
                              </a:rPr>
                              <m:t>𝟏</m:t>
                            </m:r>
                          </m:sup>
                        </m:sSup>
                      </m:e>
                      <m:sub>
                        <m:r>
                          <a:rPr lang="en-US" sz="1600" b="1" i="1" kern="100">
                            <a:solidFill>
                              <a:schemeClr val="bg1">
                                <a:lumMod val="50000"/>
                              </a:schemeClr>
                            </a:solidFill>
                            <a:latin typeface="Cambria Math" panose="02040503050406030204" pitchFamily="18" charset="0"/>
                            <a:cs typeface="Poppins" panose="00000500000000000000" pitchFamily="2" charset="0"/>
                          </a:rPr>
                          <m:t>𝒊</m:t>
                        </m:r>
                        <m:r>
                          <a:rPr lang="en-US" sz="1600" b="1" i="1" kern="100">
                            <a:solidFill>
                              <a:schemeClr val="bg1">
                                <a:lumMod val="50000"/>
                              </a:schemeClr>
                            </a:solidFill>
                            <a:latin typeface="Cambria Math" panose="02040503050406030204" pitchFamily="18" charset="0"/>
                            <a:cs typeface="Poppins" panose="00000500000000000000" pitchFamily="2" charset="0"/>
                          </a:rPr>
                          <m:t>,</m:t>
                        </m:r>
                        <m:r>
                          <a:rPr lang="en-US" sz="1600" b="1" i="1" kern="100">
                            <a:solidFill>
                              <a:schemeClr val="bg1">
                                <a:lumMod val="50000"/>
                              </a:schemeClr>
                            </a:solidFill>
                            <a:latin typeface="Cambria Math" panose="02040503050406030204" pitchFamily="18" charset="0"/>
                            <a:cs typeface="Poppins" panose="00000500000000000000" pitchFamily="2" charset="0"/>
                          </a:rPr>
                          <m:t>𝒋</m:t>
                        </m:r>
                      </m:sub>
                    </m:sSub>
                    <m:r>
                      <a:rPr lang="en-US" sz="1600" b="1" i="1" kern="100" smtClean="0">
                        <a:solidFill>
                          <a:schemeClr val="bg1">
                            <a:lumMod val="50000"/>
                          </a:schemeClr>
                        </a:solidFill>
                        <a:latin typeface="Cambria Math" panose="02040503050406030204" pitchFamily="18" charset="0"/>
                        <a:cs typeface="Poppins" panose="00000500000000000000" pitchFamily="2" charset="0"/>
                      </a:rPr>
                      <m:t>,</m:t>
                    </m:r>
                    <m:sSub>
                      <m:sSubPr>
                        <m:ctrlPr>
                          <a:rPr lang="en-US" sz="1600" b="1" i="1" kern="100">
                            <a:solidFill>
                              <a:schemeClr val="bg1">
                                <a:lumMod val="50000"/>
                              </a:schemeClr>
                            </a:solidFill>
                            <a:latin typeface="Cambria Math" panose="02040503050406030204" pitchFamily="18" charset="0"/>
                            <a:cs typeface="Poppins" panose="00000500000000000000" pitchFamily="2" charset="0"/>
                          </a:rPr>
                        </m:ctrlPr>
                      </m:sSubPr>
                      <m:e>
                        <m:sSup>
                          <m:sSupPr>
                            <m:ctrlPr>
                              <a:rPr lang="en-US" sz="1600" b="1" i="1" kern="100">
                                <a:solidFill>
                                  <a:schemeClr val="bg1">
                                    <a:lumMod val="50000"/>
                                  </a:schemeClr>
                                </a:solidFill>
                                <a:latin typeface="Cambria Math" panose="02040503050406030204" pitchFamily="18" charset="0"/>
                                <a:cs typeface="Poppins" panose="00000500000000000000" pitchFamily="2" charset="0"/>
                              </a:rPr>
                            </m:ctrlPr>
                          </m:sSupPr>
                          <m:e>
                            <m:r>
                              <a:rPr lang="en-US" sz="1600" b="1" i="1" kern="100">
                                <a:solidFill>
                                  <a:schemeClr val="bg1">
                                    <a:lumMod val="50000"/>
                                  </a:schemeClr>
                                </a:solidFill>
                                <a:latin typeface="Cambria Math" panose="02040503050406030204" pitchFamily="18" charset="0"/>
                                <a:cs typeface="Poppins" panose="00000500000000000000" pitchFamily="2" charset="0"/>
                              </a:rPr>
                              <m:t>𝑳</m:t>
                            </m:r>
                          </m:e>
                          <m:sup>
                            <m:r>
                              <a:rPr lang="en-US" sz="1600" b="1" i="1" kern="100">
                                <a:solidFill>
                                  <a:schemeClr val="bg1">
                                    <a:lumMod val="50000"/>
                                  </a:schemeClr>
                                </a:solidFill>
                                <a:latin typeface="Cambria Math" panose="02040503050406030204" pitchFamily="18" charset="0"/>
                                <a:cs typeface="Poppins" panose="00000500000000000000" pitchFamily="2" charset="0"/>
                              </a:rPr>
                              <m:t>𝑴</m:t>
                            </m:r>
                            <m:r>
                              <a:rPr lang="en-US" sz="1600" b="1" i="1" kern="100">
                                <a:solidFill>
                                  <a:schemeClr val="bg1">
                                    <a:lumMod val="50000"/>
                                  </a:schemeClr>
                                </a:solidFill>
                                <a:latin typeface="Cambria Math" panose="02040503050406030204" pitchFamily="18" charset="0"/>
                                <a:cs typeface="Poppins" panose="00000500000000000000" pitchFamily="2" charset="0"/>
                              </a:rPr>
                              <m:t>−</m:t>
                            </m:r>
                            <m:r>
                              <a:rPr lang="en-US" sz="1600" b="1" i="1" kern="100">
                                <a:solidFill>
                                  <a:schemeClr val="bg1">
                                    <a:lumMod val="50000"/>
                                  </a:schemeClr>
                                </a:solidFill>
                                <a:latin typeface="Cambria Math" panose="02040503050406030204" pitchFamily="18" charset="0"/>
                                <a:cs typeface="Poppins" panose="00000500000000000000" pitchFamily="2" charset="0"/>
                              </a:rPr>
                              <m:t>𝟏</m:t>
                            </m:r>
                          </m:sup>
                        </m:sSup>
                      </m:e>
                      <m:sub>
                        <m:r>
                          <a:rPr lang="en-US" sz="1600" b="1" i="1" kern="100">
                            <a:solidFill>
                              <a:schemeClr val="bg1">
                                <a:lumMod val="50000"/>
                              </a:schemeClr>
                            </a:solidFill>
                            <a:latin typeface="Cambria Math" panose="02040503050406030204" pitchFamily="18" charset="0"/>
                            <a:cs typeface="Poppins" panose="00000500000000000000" pitchFamily="2" charset="0"/>
                          </a:rPr>
                          <m:t>𝒊</m:t>
                        </m:r>
                        <m:r>
                          <a:rPr lang="en-US" sz="1600" b="1" i="1" kern="100">
                            <a:solidFill>
                              <a:schemeClr val="bg1">
                                <a:lumMod val="50000"/>
                              </a:schemeClr>
                            </a:solidFill>
                            <a:latin typeface="Cambria Math" panose="02040503050406030204" pitchFamily="18" charset="0"/>
                            <a:cs typeface="Poppins" panose="00000500000000000000" pitchFamily="2" charset="0"/>
                          </a:rPr>
                          <m:t>,</m:t>
                        </m:r>
                        <m:r>
                          <a:rPr lang="en-US" sz="1600" b="1" i="1" kern="100" smtClean="0">
                            <a:solidFill>
                              <a:schemeClr val="bg1">
                                <a:lumMod val="50000"/>
                              </a:schemeClr>
                            </a:solidFill>
                            <a:latin typeface="Cambria Math" panose="02040503050406030204" pitchFamily="18" charset="0"/>
                            <a:cs typeface="Poppins" panose="00000500000000000000" pitchFamily="2" charset="0"/>
                          </a:rPr>
                          <m:t>𝒌</m:t>
                        </m:r>
                      </m:sub>
                    </m:sSub>
                    <m:r>
                      <a:rPr lang="en-US" sz="1600" b="1" i="1" kern="100" smtClean="0">
                        <a:solidFill>
                          <a:schemeClr val="bg1">
                            <a:lumMod val="50000"/>
                          </a:schemeClr>
                        </a:solidFill>
                        <a:latin typeface="Cambria Math" panose="02040503050406030204" pitchFamily="18" charset="0"/>
                        <a:cs typeface="Poppins" panose="00000500000000000000" pitchFamily="2" charset="0"/>
                      </a:rPr>
                      <m:t>+</m:t>
                    </m:r>
                    <m:sSub>
                      <m:sSubPr>
                        <m:ctrlPr>
                          <a:rPr lang="en-US" sz="1600" b="1" i="1" kern="100">
                            <a:solidFill>
                              <a:schemeClr val="bg1">
                                <a:lumMod val="50000"/>
                              </a:schemeClr>
                            </a:solidFill>
                            <a:latin typeface="Cambria Math" panose="02040503050406030204" pitchFamily="18" charset="0"/>
                            <a:cs typeface="Poppins" panose="00000500000000000000" pitchFamily="2" charset="0"/>
                          </a:rPr>
                        </m:ctrlPr>
                      </m:sSubPr>
                      <m:e>
                        <m:sSup>
                          <m:sSupPr>
                            <m:ctrlPr>
                              <a:rPr lang="en-US" sz="1600" b="1" i="1" kern="100">
                                <a:solidFill>
                                  <a:schemeClr val="bg1">
                                    <a:lumMod val="50000"/>
                                  </a:schemeClr>
                                </a:solidFill>
                                <a:latin typeface="Cambria Math" panose="02040503050406030204" pitchFamily="18" charset="0"/>
                                <a:cs typeface="Poppins" panose="00000500000000000000" pitchFamily="2" charset="0"/>
                              </a:rPr>
                            </m:ctrlPr>
                          </m:sSupPr>
                          <m:e>
                            <m:r>
                              <a:rPr lang="en-US" sz="1600" b="1" i="1" kern="100">
                                <a:solidFill>
                                  <a:schemeClr val="bg1">
                                    <a:lumMod val="50000"/>
                                  </a:schemeClr>
                                </a:solidFill>
                                <a:latin typeface="Cambria Math" panose="02040503050406030204" pitchFamily="18" charset="0"/>
                                <a:cs typeface="Poppins" panose="00000500000000000000" pitchFamily="2" charset="0"/>
                              </a:rPr>
                              <m:t>𝑳</m:t>
                            </m:r>
                          </m:e>
                          <m:sup>
                            <m:r>
                              <a:rPr lang="en-US" sz="1600" b="1" i="1" kern="100">
                                <a:solidFill>
                                  <a:schemeClr val="bg1">
                                    <a:lumMod val="50000"/>
                                  </a:schemeClr>
                                </a:solidFill>
                                <a:latin typeface="Cambria Math" panose="02040503050406030204" pitchFamily="18" charset="0"/>
                                <a:cs typeface="Poppins" panose="00000500000000000000" pitchFamily="2" charset="0"/>
                              </a:rPr>
                              <m:t>𝑴</m:t>
                            </m:r>
                            <m:r>
                              <a:rPr lang="en-US" sz="1600" b="1" i="1" kern="100">
                                <a:solidFill>
                                  <a:schemeClr val="bg1">
                                    <a:lumMod val="50000"/>
                                  </a:schemeClr>
                                </a:solidFill>
                                <a:latin typeface="Cambria Math" panose="02040503050406030204" pitchFamily="18" charset="0"/>
                                <a:cs typeface="Poppins" panose="00000500000000000000" pitchFamily="2" charset="0"/>
                              </a:rPr>
                              <m:t>−</m:t>
                            </m:r>
                            <m:r>
                              <a:rPr lang="en-US" sz="1600" b="1" i="1" kern="100">
                                <a:solidFill>
                                  <a:schemeClr val="bg1">
                                    <a:lumMod val="50000"/>
                                  </a:schemeClr>
                                </a:solidFill>
                                <a:latin typeface="Cambria Math" panose="02040503050406030204" pitchFamily="18" charset="0"/>
                                <a:cs typeface="Poppins" panose="00000500000000000000" pitchFamily="2" charset="0"/>
                              </a:rPr>
                              <m:t>𝟏</m:t>
                            </m:r>
                          </m:sup>
                        </m:sSup>
                      </m:e>
                      <m:sub>
                        <m:r>
                          <a:rPr lang="en-US" sz="1600" b="1" i="1" kern="100" smtClean="0">
                            <a:solidFill>
                              <a:schemeClr val="bg1">
                                <a:lumMod val="50000"/>
                              </a:schemeClr>
                            </a:solidFill>
                            <a:latin typeface="Cambria Math" panose="02040503050406030204" pitchFamily="18" charset="0"/>
                            <a:cs typeface="Poppins" panose="00000500000000000000" pitchFamily="2" charset="0"/>
                          </a:rPr>
                          <m:t>𝒌</m:t>
                        </m:r>
                        <m:r>
                          <a:rPr lang="en-US" sz="1600" b="1" i="1" kern="100">
                            <a:solidFill>
                              <a:schemeClr val="bg1">
                                <a:lumMod val="50000"/>
                              </a:schemeClr>
                            </a:solidFill>
                            <a:latin typeface="Cambria Math" panose="02040503050406030204" pitchFamily="18" charset="0"/>
                            <a:cs typeface="Poppins" panose="00000500000000000000" pitchFamily="2" charset="0"/>
                          </a:rPr>
                          <m:t>,</m:t>
                        </m:r>
                        <m:r>
                          <a:rPr lang="en-US" sz="1600" b="1" i="1" kern="100">
                            <a:solidFill>
                              <a:schemeClr val="bg1">
                                <a:lumMod val="50000"/>
                              </a:schemeClr>
                            </a:solidFill>
                            <a:latin typeface="Cambria Math" panose="02040503050406030204" pitchFamily="18" charset="0"/>
                            <a:cs typeface="Poppins" panose="00000500000000000000" pitchFamily="2" charset="0"/>
                          </a:rPr>
                          <m:t>𝒋</m:t>
                        </m:r>
                      </m:sub>
                    </m:sSub>
                    <m:r>
                      <a:rPr lang="en-US" sz="1600" b="1" i="1" kern="100" smtClean="0">
                        <a:solidFill>
                          <a:schemeClr val="bg1">
                            <a:lumMod val="50000"/>
                          </a:schemeClr>
                        </a:solidFill>
                        <a:effectLst/>
                        <a:latin typeface="Cambria Math" panose="02040503050406030204" pitchFamily="18" charset="0"/>
                        <a:cs typeface="Poppins" panose="00000500000000000000" pitchFamily="2" charset="0"/>
                      </a:rPr>
                      <m:t>)</m:t>
                    </m:r>
                  </m:oMath>
                </a14:m>
                <a:r>
                  <a:rPr lang="en-US" sz="1600" b="1" kern="100" dirty="0">
                    <a:latin typeface="Poppins" panose="00000500000000000000" pitchFamily="2" charset="0"/>
                    <a:ea typeface="Aptos" panose="020B0004020202020204" pitchFamily="34" charset="0"/>
                    <a:cs typeface="Poppins" panose="00000500000000000000" pitchFamily="2" charset="0"/>
                  </a:rPr>
                  <a:t>	</a:t>
                </a:r>
              </a:p>
              <a:p>
                <a:pPr lvl="0">
                  <a:lnSpc>
                    <a:spcPct val="107000"/>
                  </a:lnSpc>
                  <a:spcAft>
                    <a:spcPts val="800"/>
                  </a:spcAft>
                  <a:buSzPts val="1000"/>
                  <a:tabLst>
                    <a:tab pos="457200" algn="l"/>
                    <a:tab pos="2127885" algn="l"/>
                  </a:tabLst>
                </a:pPr>
                <a:r>
                  <a:rPr lang="en-US" sz="1600" b="1" kern="100" dirty="0">
                    <a:effectLst/>
                    <a:latin typeface="Poppins" panose="00000500000000000000" pitchFamily="2" charset="0"/>
                    <a:ea typeface="Aptos" panose="020B0004020202020204" pitchFamily="34" charset="0"/>
                    <a:cs typeface="Poppins" panose="00000500000000000000" pitchFamily="2" charset="0"/>
                  </a:rPr>
                  <a:t>		</a:t>
                </a:r>
                <a:r>
                  <a:rPr lang="en-US" sz="1600" kern="100" dirty="0">
                    <a:effectLst/>
                    <a:latin typeface="Poppins" panose="00000500000000000000" pitchFamily="2" charset="0"/>
                    <a:ea typeface="Aptos" panose="020B0004020202020204" pitchFamily="34" charset="0"/>
                    <a:cs typeface="Poppins" panose="00000500000000000000" pitchFamily="2" charset="0"/>
                  </a:rPr>
                  <a:t>for all 𝑘 = 1 to 𝑛.</a:t>
                </a:r>
              </a:p>
            </p:txBody>
          </p:sp>
        </mc:Choice>
        <mc:Fallback xmlns="">
          <p:sp>
            <p:nvSpPr>
              <p:cNvPr id="6" name="TextBox 5">
                <a:extLst>
                  <a:ext uri="{FF2B5EF4-FFF2-40B4-BE49-F238E27FC236}">
                    <a16:creationId xmlns:a16="http://schemas.microsoft.com/office/drawing/2014/main" id="{71A722B3-23C0-C6C3-54F7-42B348C5D07E}"/>
                  </a:ext>
                </a:extLst>
              </p:cNvPr>
              <p:cNvSpPr txBox="1">
                <a:spLocks noRot="1" noChangeAspect="1" noMove="1" noResize="1" noEditPoints="1" noAdjustHandles="1" noChangeArrowheads="1" noChangeShapeType="1" noTextEdit="1"/>
              </p:cNvSpPr>
              <p:nvPr/>
            </p:nvSpPr>
            <p:spPr>
              <a:xfrm>
                <a:off x="719998" y="3530628"/>
                <a:ext cx="8169559" cy="747897"/>
              </a:xfrm>
              <a:prstGeom prst="rect">
                <a:avLst/>
              </a:prstGeom>
              <a:blipFill>
                <a:blip r:embed="rId4"/>
                <a:stretch>
                  <a:fillRect l="-373" b="-10569"/>
                </a:stretch>
              </a:blipFill>
            </p:spPr>
            <p:txBody>
              <a:bodyPr/>
              <a:lstStyle/>
              <a:p>
                <a:r>
                  <a:rPr lang="en-US">
                    <a:noFill/>
                  </a:rPr>
                  <a:t> </a:t>
                </a:r>
              </a:p>
            </p:txBody>
          </p:sp>
        </mc:Fallback>
      </mc:AlternateContent>
    </p:spTree>
    <p:extLst>
      <p:ext uri="{BB962C8B-B14F-4D97-AF65-F5344CB8AC3E}">
        <p14:creationId xmlns:p14="http://schemas.microsoft.com/office/powerpoint/2010/main" val="2679898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A943C0CA-731C-A5D4-176E-CDDDE27C98C1}"/>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41EA09E2-9BDB-9ECC-F35D-4427CC0128A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Floyd-</a:t>
            </a:r>
            <a:r>
              <a:rPr lang="en-US" dirty="0" err="1"/>
              <a:t>Warshall</a:t>
            </a:r>
            <a:endParaRPr lang="en-US" dirty="0"/>
          </a:p>
        </p:txBody>
      </p:sp>
      <p:sp>
        <p:nvSpPr>
          <p:cNvPr id="8" name="Google Shape;2219;p58">
            <a:extLst>
              <a:ext uri="{FF2B5EF4-FFF2-40B4-BE49-F238E27FC236}">
                <a16:creationId xmlns:a16="http://schemas.microsoft.com/office/drawing/2014/main" id="{1284B940-9FDC-A91E-7E00-CDBFDBFCD3E8}"/>
              </a:ext>
            </a:extLst>
          </p:cNvPr>
          <p:cNvSpPr txBox="1">
            <a:spLocks/>
          </p:cNvSpPr>
          <p:nvPr/>
        </p:nvSpPr>
        <p:spPr>
          <a:xfrm>
            <a:off x="713225" y="2041525"/>
            <a:ext cx="5578500" cy="606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0" indent="0"/>
            <a:endParaRPr lang="en-US" dirty="0"/>
          </a:p>
        </p:txBody>
      </p:sp>
      <mc:AlternateContent xmlns:mc="http://schemas.openxmlformats.org/markup-compatibility/2006" xmlns:a14="http://schemas.microsoft.com/office/drawing/2010/main">
        <mc:Choice Requires="a14">
          <p:sp>
            <p:nvSpPr>
              <p:cNvPr id="9" name="Google Shape;1741;p43">
                <a:extLst>
                  <a:ext uri="{FF2B5EF4-FFF2-40B4-BE49-F238E27FC236}">
                    <a16:creationId xmlns:a16="http://schemas.microsoft.com/office/drawing/2014/main" id="{9790022F-220D-FA79-B70F-2DA223401783}"/>
                  </a:ext>
                </a:extLst>
              </p:cNvPr>
              <p:cNvSpPr txBox="1">
                <a:spLocks noGrp="1"/>
              </p:cNvSpPr>
              <p:nvPr>
                <p:ph type="subTitle" idx="1"/>
              </p:nvPr>
            </p:nvSpPr>
            <p:spPr>
              <a:xfrm>
                <a:off x="1804750" y="1935217"/>
                <a:ext cx="5177236" cy="1048207"/>
              </a:xfrm>
              <a:prstGeom prst="rect">
                <a:avLst/>
              </a:prstGeom>
            </p:spPr>
            <p:txBody>
              <a:bodyPr spcFirstLastPara="1" wrap="square" lIns="91425" tIns="91425" rIns="91425" bIns="91425" anchor="t" anchorCtr="0">
                <a:noAutofit/>
              </a:bodyPr>
              <a:lstStyle/>
              <a:p>
                <a:pPr marL="0" lvl="0" indent="0" rtl="0">
                  <a:lnSpc>
                    <a:spcPct val="150000"/>
                  </a:lnSpc>
                  <a:buSzPts val="1000"/>
                  <a:tabLst>
                    <a:tab pos="457200" algn="l"/>
                    <a:tab pos="2127885" algn="l"/>
                  </a:tabLst>
                </a:pPr>
                <a:r>
                  <a:rPr lang="en-US" b="1" kern="100" dirty="0">
                    <a:effectLst/>
                    <a:latin typeface="Poppins" panose="00000500000000000000" pitchFamily="2" charset="0"/>
                    <a:ea typeface="Aptos" panose="020B0004020202020204" pitchFamily="34" charset="0"/>
                    <a:cs typeface="Poppins" panose="00000500000000000000" pitchFamily="2" charset="0"/>
                  </a:rPr>
                  <a:t>All-Pairs Shortest Path Algorithm</a:t>
                </a:r>
                <a:r>
                  <a:rPr lang="en-US" kern="100" dirty="0">
                    <a:effectLst/>
                    <a:latin typeface="Poppins" panose="00000500000000000000" pitchFamily="2" charset="0"/>
                    <a:ea typeface="Aptos" panose="020B0004020202020204" pitchFamily="34" charset="0"/>
                    <a:cs typeface="Poppins" panose="00000500000000000000" pitchFamily="2" charset="0"/>
                  </a:rPr>
                  <a:t>, </a:t>
                </a:r>
              </a:p>
              <a:p>
                <a:pPr marL="0" lvl="0" indent="0" rtl="0">
                  <a:lnSpc>
                    <a:spcPct val="150000"/>
                  </a:lnSpc>
                  <a:buSzPts val="1000"/>
                  <a:tabLst>
                    <a:tab pos="457200" algn="l"/>
                    <a:tab pos="2127885" algn="l"/>
                  </a:tabLst>
                </a:pPr>
                <a:r>
                  <a:rPr lang="en-US" kern="100" dirty="0">
                    <a:effectLst/>
                    <a:latin typeface="Poppins" panose="00000500000000000000" pitchFamily="2" charset="0"/>
                    <a:ea typeface="Aptos" panose="020B0004020202020204" pitchFamily="34" charset="0"/>
                    <a:cs typeface="Poppins" panose="00000500000000000000" pitchFamily="2" charset="0"/>
                  </a:rPr>
                  <a:t>computes </a:t>
                </a:r>
                <a14:m>
                  <m:oMath xmlns:m="http://schemas.openxmlformats.org/officeDocument/2006/math">
                    <m:sSup>
                      <m:sSupPr>
                        <m:ctrlPr>
                          <a:rPr lang="en-US" i="1" kern="100">
                            <a:effectLst/>
                            <a:latin typeface="Cambria Math" panose="02040503050406030204" pitchFamily="18" charset="0"/>
                            <a:ea typeface="Aptos" panose="020B0004020202020204" pitchFamily="34" charset="0"/>
                            <a:cs typeface="Arial" panose="020B0604020202020204" pitchFamily="34" charset="0"/>
                          </a:rPr>
                        </m:ctrlPr>
                      </m:sSupPr>
                      <m:e>
                        <m:r>
                          <a:rPr lang="en-US" i="1" kern="100">
                            <a:effectLst/>
                            <a:latin typeface="Cambria Math" panose="02040503050406030204" pitchFamily="18" charset="0"/>
                            <a:ea typeface="Aptos" panose="020B0004020202020204" pitchFamily="34" charset="0"/>
                            <a:cs typeface="Arial" panose="020B0604020202020204" pitchFamily="34" charset="0"/>
                          </a:rPr>
                          <m:t>𝐷</m:t>
                        </m:r>
                      </m:e>
                      <m:sup>
                        <m:r>
                          <a:rPr lang="en-US" i="1" kern="100">
                            <a:effectLst/>
                            <a:latin typeface="Cambria Math" panose="02040503050406030204" pitchFamily="18" charset="0"/>
                            <a:ea typeface="Aptos" panose="020B0004020202020204" pitchFamily="34" charset="0"/>
                            <a:cs typeface="Arial" panose="020B0604020202020204" pitchFamily="34" charset="0"/>
                          </a:rPr>
                          <m:t>(</m:t>
                        </m:r>
                        <m:r>
                          <a:rPr lang="en-US" i="1" kern="100">
                            <a:effectLst/>
                            <a:latin typeface="Cambria Math" panose="02040503050406030204" pitchFamily="18" charset="0"/>
                            <a:ea typeface="Aptos" panose="020B0004020202020204" pitchFamily="34" charset="0"/>
                            <a:cs typeface="Arial" panose="020B0604020202020204" pitchFamily="34" charset="0"/>
                          </a:rPr>
                          <m:t>𝑖</m:t>
                        </m:r>
                        <m:r>
                          <a:rPr lang="en-US" i="1" kern="100">
                            <a:effectLst/>
                            <a:latin typeface="Cambria Math" panose="02040503050406030204" pitchFamily="18" charset="0"/>
                            <a:ea typeface="Aptos" panose="020B0004020202020204" pitchFamily="34" charset="0"/>
                            <a:cs typeface="Arial" panose="020B0604020202020204" pitchFamily="34" charset="0"/>
                          </a:rPr>
                          <m:t>) </m:t>
                        </m:r>
                      </m:sup>
                    </m:sSup>
                  </m:oMath>
                </a14:m>
                <a:r>
                  <a:rPr lang="en-US" kern="100" dirty="0">
                    <a:effectLst/>
                    <a:latin typeface="Poppins" panose="00000500000000000000" pitchFamily="2" charset="0"/>
                    <a:ea typeface="Aptos" panose="020B0004020202020204" pitchFamily="34" charset="0"/>
                    <a:cs typeface="Poppins" panose="00000500000000000000" pitchFamily="2" charset="0"/>
                  </a:rPr>
                  <a:t> matrices, </a:t>
                </a:r>
              </a:p>
              <a:p>
                <a:pPr marL="0" lvl="0" indent="0" rtl="0">
                  <a:lnSpc>
                    <a:spcPct val="150000"/>
                  </a:lnSpc>
                  <a:buSzPts val="1000"/>
                  <a:tabLst>
                    <a:tab pos="457200" algn="l"/>
                    <a:tab pos="2127885" algn="l"/>
                  </a:tabLst>
                </a:pPr>
                <a:r>
                  <a:rPr lang="en-US" kern="100" dirty="0">
                    <a:effectLst/>
                    <a:latin typeface="Poppins" panose="00000500000000000000" pitchFamily="2" charset="0"/>
                    <a:ea typeface="Aptos" panose="020B0004020202020204" pitchFamily="34" charset="0"/>
                    <a:cs typeface="Poppins" panose="00000500000000000000" pitchFamily="2" charset="0"/>
                  </a:rPr>
                  <a:t>where </a:t>
                </a:r>
                <a14:m>
                  <m:oMath xmlns:m="http://schemas.openxmlformats.org/officeDocument/2006/math">
                    <m:r>
                      <a:rPr lang="en-US" i="1" kern="100" smtClean="0">
                        <a:effectLst/>
                        <a:latin typeface="Cambria Math" panose="02040503050406030204" pitchFamily="18" charset="0"/>
                        <a:ea typeface="Aptos" panose="020B0004020202020204" pitchFamily="34" charset="0"/>
                        <a:cs typeface="Arial" panose="020B0604020202020204" pitchFamily="34" charset="0"/>
                      </a:rPr>
                      <m:t>𝑖</m:t>
                    </m:r>
                  </m:oMath>
                </a14:m>
                <a:r>
                  <a:rPr lang="en-US" kern="100" dirty="0">
                    <a:effectLst/>
                    <a:latin typeface="Poppins" panose="00000500000000000000" pitchFamily="2" charset="0"/>
                    <a:ea typeface="Aptos" panose="020B0004020202020204" pitchFamily="34" charset="0"/>
                    <a:cs typeface="Poppins" panose="00000500000000000000" pitchFamily="2" charset="0"/>
                  </a:rPr>
                  <a:t> = 1  → Number of nodes.</a:t>
                </a:r>
              </a:p>
            </p:txBody>
          </p:sp>
        </mc:Choice>
        <mc:Fallback xmlns="">
          <p:sp>
            <p:nvSpPr>
              <p:cNvPr id="9" name="Google Shape;1741;p43">
                <a:extLst>
                  <a:ext uri="{FF2B5EF4-FFF2-40B4-BE49-F238E27FC236}">
                    <a16:creationId xmlns:a16="http://schemas.microsoft.com/office/drawing/2014/main" id="{9790022F-220D-FA79-B70F-2DA223401783}"/>
                  </a:ext>
                </a:extLst>
              </p:cNvPr>
              <p:cNvSpPr txBox="1">
                <a:spLocks noGrp="1" noRot="1" noChangeAspect="1" noMove="1" noResize="1" noEditPoints="1" noAdjustHandles="1" noChangeArrowheads="1" noChangeShapeType="1" noTextEdit="1"/>
              </p:cNvSpPr>
              <p:nvPr>
                <p:ph type="subTitle" idx="1"/>
              </p:nvPr>
            </p:nvSpPr>
            <p:spPr>
              <a:xfrm>
                <a:off x="1804750" y="1935217"/>
                <a:ext cx="5177236" cy="1048207"/>
              </a:xfrm>
              <a:prstGeom prst="rect">
                <a:avLst/>
              </a:prstGeom>
              <a:blipFill>
                <a:blip r:embed="rId3"/>
                <a:stretch>
                  <a:fillRect l="-353" b="-93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Google Shape;1741;p43">
                <a:extLst>
                  <a:ext uri="{FF2B5EF4-FFF2-40B4-BE49-F238E27FC236}">
                    <a16:creationId xmlns:a16="http://schemas.microsoft.com/office/drawing/2014/main" id="{3987FE08-59D6-BD99-97D5-5F2C74620565}"/>
                  </a:ext>
                </a:extLst>
              </p:cNvPr>
              <p:cNvSpPr txBox="1">
                <a:spLocks/>
              </p:cNvSpPr>
              <p:nvPr/>
            </p:nvSpPr>
            <p:spPr>
              <a:xfrm>
                <a:off x="1678369" y="3147821"/>
                <a:ext cx="4966010" cy="10482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14:m>
                  <m:oMath xmlns:m="http://schemas.openxmlformats.org/officeDocument/2006/math">
                    <m:sSup>
                      <m:sSupPr>
                        <m:ctrlPr>
                          <a:rPr lang="en-US" sz="1400" i="1" smtClean="0">
                            <a:effectLst/>
                            <a:latin typeface="Cambria Math" panose="02040503050406030204" pitchFamily="18" charset="0"/>
                          </a:rPr>
                        </m:ctrlPr>
                      </m:sSupPr>
                      <m:e>
                        <m:r>
                          <a:rPr lang="en-US" sz="1400" i="1">
                            <a:effectLst/>
                            <a:latin typeface="Cambria Math" panose="02040503050406030204" pitchFamily="18" charset="0"/>
                            <a:ea typeface="Aptos" panose="020B0004020202020204" pitchFamily="34" charset="0"/>
                            <a:cs typeface="Arial" panose="020B0604020202020204" pitchFamily="34" charset="0"/>
                          </a:rPr>
                          <m:t>𝐷</m:t>
                        </m:r>
                      </m:e>
                      <m:sup>
                        <m:r>
                          <a:rPr lang="en-US" sz="1400" i="1">
                            <a:effectLst/>
                            <a:latin typeface="Cambria Math" panose="02040503050406030204" pitchFamily="18" charset="0"/>
                            <a:ea typeface="Aptos" panose="020B0004020202020204" pitchFamily="34" charset="0"/>
                            <a:cs typeface="Arial" panose="020B0604020202020204" pitchFamily="34" charset="0"/>
                          </a:rPr>
                          <m:t>(</m:t>
                        </m:r>
                        <m:r>
                          <a:rPr lang="en-US" sz="1400" i="1">
                            <a:effectLst/>
                            <a:latin typeface="Cambria Math" panose="02040503050406030204" pitchFamily="18" charset="0"/>
                            <a:ea typeface="Aptos" panose="020B0004020202020204" pitchFamily="34" charset="0"/>
                            <a:cs typeface="Arial" panose="020B0604020202020204" pitchFamily="34" charset="0"/>
                          </a:rPr>
                          <m:t>𝑖</m:t>
                        </m:r>
                        <m:r>
                          <a:rPr lang="en-US" sz="1400" i="1">
                            <a:effectLst/>
                            <a:latin typeface="Cambria Math" panose="02040503050406030204" pitchFamily="18" charset="0"/>
                            <a:ea typeface="Aptos" panose="020B0004020202020204" pitchFamily="34" charset="0"/>
                            <a:cs typeface="Arial" panose="020B0604020202020204" pitchFamily="34" charset="0"/>
                          </a:rPr>
                          <m:t>) </m:t>
                        </m:r>
                      </m:sup>
                    </m:sSup>
                  </m:oMath>
                </a14:m>
                <a:r>
                  <a:rPr lang="en-US" sz="1400" dirty="0">
                    <a:effectLst/>
                    <a:latin typeface="Poppins" panose="00000500000000000000" pitchFamily="2" charset="0"/>
                    <a:ea typeface="Aptos" panose="020B0004020202020204" pitchFamily="34" charset="0"/>
                    <a:cs typeface="Poppins" panose="00000500000000000000" pitchFamily="2" charset="0"/>
                  </a:rPr>
                  <a:t>computes the shortest path by</a:t>
                </a:r>
                <a:r>
                  <a:rPr lang="en-US" dirty="0">
                    <a:latin typeface="Poppins" panose="00000500000000000000" pitchFamily="2" charset="0"/>
                    <a:ea typeface="Aptos" panose="020B0004020202020204" pitchFamily="34" charset="0"/>
                    <a:cs typeface="Poppins" panose="00000500000000000000" pitchFamily="2" charset="0"/>
                  </a:rPr>
                  <a:t> </a:t>
                </a:r>
                <a:r>
                  <a:rPr lang="en-US" sz="1400" dirty="0">
                    <a:effectLst/>
                    <a:latin typeface="Poppins" panose="00000500000000000000" pitchFamily="2" charset="0"/>
                    <a:ea typeface="Aptos" panose="020B0004020202020204" pitchFamily="34" charset="0"/>
                    <a:cs typeface="Poppins" panose="00000500000000000000" pitchFamily="2" charset="0"/>
                  </a:rPr>
                  <a:t>setting</a:t>
                </a:r>
                <a14:m>
                  <m:oMath xmlns:m="http://schemas.openxmlformats.org/officeDocument/2006/math">
                    <m:r>
                      <a:rPr lang="en-US" sz="1400" i="1">
                        <a:effectLst/>
                        <a:latin typeface="Cambria Math" panose="02040503050406030204" pitchFamily="18" charset="0"/>
                        <a:ea typeface="Aptos" panose="020B0004020202020204" pitchFamily="34" charset="0"/>
                        <a:cs typeface="Arial" panose="020B0604020202020204" pitchFamily="34" charset="0"/>
                      </a:rPr>
                      <m:t> </m:t>
                    </m:r>
                  </m:oMath>
                </a14:m>
                <a:endParaRPr lang="en-US" sz="1400" i="1" dirty="0">
                  <a:effectLst/>
                  <a:latin typeface="Cambria Math" panose="02040503050406030204" pitchFamily="18" charset="0"/>
                  <a:ea typeface="Aptos" panose="020B0004020202020204" pitchFamily="34" charset="0"/>
                  <a:cs typeface="Arial" panose="020B0604020202020204" pitchFamily="34" charset="0"/>
                </a:endParaRPr>
              </a:p>
              <a:p>
                <a14:m>
                  <m:oMath xmlns:m="http://schemas.openxmlformats.org/officeDocument/2006/math">
                    <m:sSup>
                      <m:sSupPr>
                        <m:ctrlPr>
                          <a:rPr lang="en-US" sz="1400" i="1">
                            <a:effectLst/>
                            <a:latin typeface="Cambria Math" panose="02040503050406030204" pitchFamily="18" charset="0"/>
                          </a:rPr>
                        </m:ctrlPr>
                      </m:sSupPr>
                      <m:e>
                        <m:r>
                          <a:rPr lang="en-US" sz="1400" i="1">
                            <a:effectLst/>
                            <a:latin typeface="Cambria Math" panose="02040503050406030204" pitchFamily="18" charset="0"/>
                            <a:ea typeface="Aptos" panose="020B0004020202020204" pitchFamily="34" charset="0"/>
                            <a:cs typeface="Arial" panose="020B0604020202020204" pitchFamily="34" charset="0"/>
                          </a:rPr>
                          <m:t>𝑁𝑜𝑑𝑒</m:t>
                        </m:r>
                      </m:e>
                      <m:sup>
                        <m:r>
                          <a:rPr lang="en-US" sz="1400" i="1">
                            <a:effectLst/>
                            <a:latin typeface="Cambria Math" panose="02040503050406030204" pitchFamily="18" charset="0"/>
                            <a:ea typeface="Aptos" panose="020B0004020202020204" pitchFamily="34" charset="0"/>
                            <a:cs typeface="Arial" panose="020B0604020202020204" pitchFamily="34" charset="0"/>
                          </a:rPr>
                          <m:t>(</m:t>
                        </m:r>
                        <m:r>
                          <a:rPr lang="en-US" sz="1400" i="1">
                            <a:effectLst/>
                            <a:latin typeface="Cambria Math" panose="02040503050406030204" pitchFamily="18" charset="0"/>
                            <a:ea typeface="Aptos" panose="020B0004020202020204" pitchFamily="34" charset="0"/>
                            <a:cs typeface="Arial" panose="020B0604020202020204" pitchFamily="34" charset="0"/>
                          </a:rPr>
                          <m:t>𝑖</m:t>
                        </m:r>
                        <m:r>
                          <a:rPr lang="en-US" sz="1400" i="1">
                            <a:effectLst/>
                            <a:latin typeface="Cambria Math" panose="02040503050406030204" pitchFamily="18" charset="0"/>
                            <a:ea typeface="Aptos" panose="020B0004020202020204" pitchFamily="34" charset="0"/>
                            <a:cs typeface="Arial" panose="020B0604020202020204" pitchFamily="34" charset="0"/>
                          </a:rPr>
                          <m:t>) </m:t>
                        </m:r>
                      </m:sup>
                    </m:sSup>
                  </m:oMath>
                </a14:m>
                <a:r>
                  <a:rPr lang="en-US" sz="1400" dirty="0">
                    <a:effectLst/>
                    <a:latin typeface="Poppins" panose="00000500000000000000" pitchFamily="2" charset="0"/>
                    <a:ea typeface="Aptos" panose="020B0004020202020204" pitchFamily="34" charset="0"/>
                    <a:cs typeface="Poppins" panose="00000500000000000000" pitchFamily="2" charset="0"/>
                  </a:rPr>
                  <a:t>as the intermediate node.</a:t>
                </a:r>
                <a:endParaRPr lang="en-US" dirty="0">
                  <a:latin typeface="Poppins" panose="00000500000000000000" pitchFamily="2" charset="0"/>
                  <a:cs typeface="Poppins" panose="00000500000000000000" pitchFamily="2" charset="0"/>
                </a:endParaRPr>
              </a:p>
            </p:txBody>
          </p:sp>
        </mc:Choice>
        <mc:Fallback>
          <p:sp>
            <p:nvSpPr>
              <p:cNvPr id="10" name="Google Shape;1741;p43">
                <a:extLst>
                  <a:ext uri="{FF2B5EF4-FFF2-40B4-BE49-F238E27FC236}">
                    <a16:creationId xmlns:a16="http://schemas.microsoft.com/office/drawing/2014/main" id="{3987FE08-59D6-BD99-97D5-5F2C74620565}"/>
                  </a:ext>
                </a:extLst>
              </p:cNvPr>
              <p:cNvSpPr txBox="1">
                <a:spLocks noRot="1" noChangeAspect="1" noMove="1" noResize="1" noEditPoints="1" noAdjustHandles="1" noChangeArrowheads="1" noChangeShapeType="1" noTextEdit="1"/>
              </p:cNvSpPr>
              <p:nvPr/>
            </p:nvSpPr>
            <p:spPr>
              <a:xfrm>
                <a:off x="1678369" y="3147821"/>
                <a:ext cx="4966010" cy="1048207"/>
              </a:xfrm>
              <a:prstGeom prst="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9512770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A7D83F20-571F-6D6B-43A1-4B3E255A73DD}"/>
            </a:ext>
          </a:extLst>
        </p:cNvPr>
        <p:cNvGrpSpPr/>
        <p:nvPr/>
      </p:nvGrpSpPr>
      <p:grpSpPr>
        <a:xfrm>
          <a:off x="0" y="0"/>
          <a:ext cx="0" cy="0"/>
          <a:chOff x="0" y="0"/>
          <a:chExt cx="0" cy="0"/>
        </a:xfrm>
      </p:grpSpPr>
      <p:grpSp>
        <p:nvGrpSpPr>
          <p:cNvPr id="1484" name="Google Shape;1484;p38">
            <a:extLst>
              <a:ext uri="{FF2B5EF4-FFF2-40B4-BE49-F238E27FC236}">
                <a16:creationId xmlns:a16="http://schemas.microsoft.com/office/drawing/2014/main" id="{2823AB64-D3BF-24FB-8AC2-ECF001E09624}"/>
              </a:ext>
            </a:extLst>
          </p:cNvPr>
          <p:cNvGrpSpPr/>
          <p:nvPr/>
        </p:nvGrpSpPr>
        <p:grpSpPr>
          <a:xfrm>
            <a:off x="6487513" y="-1301175"/>
            <a:ext cx="4268216" cy="6666030"/>
            <a:chOff x="6128138" y="-1301175"/>
            <a:chExt cx="4268216" cy="6666030"/>
          </a:xfrm>
        </p:grpSpPr>
        <p:sp>
          <p:nvSpPr>
            <p:cNvPr id="1485" name="Google Shape;1485;p38">
              <a:extLst>
                <a:ext uri="{FF2B5EF4-FFF2-40B4-BE49-F238E27FC236}">
                  <a16:creationId xmlns:a16="http://schemas.microsoft.com/office/drawing/2014/main" id="{3DD38B4B-0A96-9D40-B2E4-B79F6B4BEDA7}"/>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a:extLst>
                <a:ext uri="{FF2B5EF4-FFF2-40B4-BE49-F238E27FC236}">
                  <a16:creationId xmlns:a16="http://schemas.microsoft.com/office/drawing/2014/main" id="{8EE452E4-DA88-264B-3548-66B67C160AE3}"/>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a:extLst>
                <a:ext uri="{FF2B5EF4-FFF2-40B4-BE49-F238E27FC236}">
                  <a16:creationId xmlns:a16="http://schemas.microsoft.com/office/drawing/2014/main" id="{5E876DE9-E05D-3881-52BB-EA5D37580471}"/>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a:extLst>
                <a:ext uri="{FF2B5EF4-FFF2-40B4-BE49-F238E27FC236}">
                  <a16:creationId xmlns:a16="http://schemas.microsoft.com/office/drawing/2014/main" id="{2568F201-C446-911F-488A-A50A20527476}"/>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a:extLst>
                <a:ext uri="{FF2B5EF4-FFF2-40B4-BE49-F238E27FC236}">
                  <a16:creationId xmlns:a16="http://schemas.microsoft.com/office/drawing/2014/main" id="{B725F3D7-B90C-6997-5DB5-BAFCB1037198}"/>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0" name="Google Shape;1490;p38">
              <a:extLst>
                <a:ext uri="{FF2B5EF4-FFF2-40B4-BE49-F238E27FC236}">
                  <a16:creationId xmlns:a16="http://schemas.microsoft.com/office/drawing/2014/main" id="{3748B4B7-E293-4773-0845-721EBA488D5C}"/>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1" name="Google Shape;1491;p38">
              <a:extLst>
                <a:ext uri="{FF2B5EF4-FFF2-40B4-BE49-F238E27FC236}">
                  <a16:creationId xmlns:a16="http://schemas.microsoft.com/office/drawing/2014/main" id="{59C82A65-153E-314A-E256-212189A49A6C}"/>
                </a:ext>
              </a:extLst>
            </p:cNvPr>
            <p:cNvGrpSpPr/>
            <p:nvPr/>
          </p:nvGrpSpPr>
          <p:grpSpPr>
            <a:xfrm rot="5400000">
              <a:off x="7873341" y="4254316"/>
              <a:ext cx="708100" cy="708500"/>
              <a:chOff x="3678700" y="407275"/>
              <a:chExt cx="708100" cy="708500"/>
            </a:xfrm>
          </p:grpSpPr>
          <p:sp>
            <p:nvSpPr>
              <p:cNvPr id="1492" name="Google Shape;1492;p38">
                <a:extLst>
                  <a:ext uri="{FF2B5EF4-FFF2-40B4-BE49-F238E27FC236}">
                    <a16:creationId xmlns:a16="http://schemas.microsoft.com/office/drawing/2014/main" id="{C7562A72-E6AE-5918-A569-BF0C6FB977CA}"/>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a:extLst>
                  <a:ext uri="{FF2B5EF4-FFF2-40B4-BE49-F238E27FC236}">
                    <a16:creationId xmlns:a16="http://schemas.microsoft.com/office/drawing/2014/main" id="{15361490-ABEA-AE4A-7015-F400DEEFFCAE}"/>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a:extLst>
                  <a:ext uri="{FF2B5EF4-FFF2-40B4-BE49-F238E27FC236}">
                    <a16:creationId xmlns:a16="http://schemas.microsoft.com/office/drawing/2014/main" id="{E8DD7CAE-AA7A-A94E-513E-E7E9834E3102}"/>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B41ADC9A-9652-6AF9-9B2D-5C7A71AE6BE4}"/>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229D59D4-12E6-59AF-9B5F-367BC6B3CE4E}"/>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CC39353B-8E0A-CE2F-A69E-6EBDBA17C7C8}"/>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31798C73-8438-B7A7-C3EE-659EAC66E1CA}"/>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9" name="Google Shape;1499;p38">
              <a:extLst>
                <a:ext uri="{FF2B5EF4-FFF2-40B4-BE49-F238E27FC236}">
                  <a16:creationId xmlns:a16="http://schemas.microsoft.com/office/drawing/2014/main" id="{78487080-745F-6315-B05A-96F4A079C183}"/>
                </a:ext>
              </a:extLst>
            </p:cNvPr>
            <p:cNvGrpSpPr/>
            <p:nvPr/>
          </p:nvGrpSpPr>
          <p:grpSpPr>
            <a:xfrm rot="5400000">
              <a:off x="8639847" y="3354200"/>
              <a:ext cx="457787" cy="458045"/>
              <a:chOff x="3678700" y="407275"/>
              <a:chExt cx="708100" cy="708500"/>
            </a:xfrm>
          </p:grpSpPr>
          <p:sp>
            <p:nvSpPr>
              <p:cNvPr id="1500" name="Google Shape;1500;p38">
                <a:extLst>
                  <a:ext uri="{FF2B5EF4-FFF2-40B4-BE49-F238E27FC236}">
                    <a16:creationId xmlns:a16="http://schemas.microsoft.com/office/drawing/2014/main" id="{BF515870-8E0C-F1F8-84BB-4E40329F1BA5}"/>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a:extLst>
                  <a:ext uri="{FF2B5EF4-FFF2-40B4-BE49-F238E27FC236}">
                    <a16:creationId xmlns:a16="http://schemas.microsoft.com/office/drawing/2014/main" id="{86EE500D-D66A-A280-F08C-22EF57DEBB98}"/>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3B157191-5DFB-4D1A-C0D1-CDC3DB393EC1}"/>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30774519-C8D7-6FD3-9E81-B85FC48C7A70}"/>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0E40C51B-91F0-A0B5-5ECF-E3100E8F91FE}"/>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7168703A-EEEA-5639-CB16-45B15F1F5AB0}"/>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4B917D7B-EE03-41AD-B4C8-0EEDF7820F0F}"/>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a:extLst>
                <a:ext uri="{FF2B5EF4-FFF2-40B4-BE49-F238E27FC236}">
                  <a16:creationId xmlns:a16="http://schemas.microsoft.com/office/drawing/2014/main" id="{AA12D235-F2FC-088A-B823-A535DCB7B0A4}"/>
                </a:ext>
              </a:extLst>
            </p:cNvPr>
            <p:cNvGrpSpPr/>
            <p:nvPr/>
          </p:nvGrpSpPr>
          <p:grpSpPr>
            <a:xfrm>
              <a:off x="7787267" y="539497"/>
              <a:ext cx="208184" cy="208184"/>
              <a:chOff x="8356813" y="1074288"/>
              <a:chExt cx="351900" cy="351900"/>
            </a:xfrm>
          </p:grpSpPr>
          <p:sp>
            <p:nvSpPr>
              <p:cNvPr id="1508" name="Google Shape;1508;p38">
                <a:extLst>
                  <a:ext uri="{FF2B5EF4-FFF2-40B4-BE49-F238E27FC236}">
                    <a16:creationId xmlns:a16="http://schemas.microsoft.com/office/drawing/2014/main" id="{D25DFF78-98E0-E2A7-60F8-6EC4C9EBE84F}"/>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a:extLst>
                  <a:ext uri="{FF2B5EF4-FFF2-40B4-BE49-F238E27FC236}">
                    <a16:creationId xmlns:a16="http://schemas.microsoft.com/office/drawing/2014/main" id="{9C2FB7BB-B1A7-49CC-D628-F500A4FF7DDD}"/>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0" name="Google Shape;1510;p38">
              <a:extLst>
                <a:ext uri="{FF2B5EF4-FFF2-40B4-BE49-F238E27FC236}">
                  <a16:creationId xmlns:a16="http://schemas.microsoft.com/office/drawing/2014/main" id="{E7A14F9E-BBD2-62D8-10F6-FDE9C452460E}"/>
                </a:ext>
              </a:extLst>
            </p:cNvPr>
            <p:cNvGrpSpPr/>
            <p:nvPr/>
          </p:nvGrpSpPr>
          <p:grpSpPr>
            <a:xfrm>
              <a:off x="7194842" y="2467660"/>
              <a:ext cx="208184" cy="208184"/>
              <a:chOff x="8356813" y="1074288"/>
              <a:chExt cx="351900" cy="351900"/>
            </a:xfrm>
          </p:grpSpPr>
          <p:sp>
            <p:nvSpPr>
              <p:cNvPr id="1511" name="Google Shape;1511;p38">
                <a:extLst>
                  <a:ext uri="{FF2B5EF4-FFF2-40B4-BE49-F238E27FC236}">
                    <a16:creationId xmlns:a16="http://schemas.microsoft.com/office/drawing/2014/main" id="{7D7B6D12-C5F0-2857-01DD-7D4272F5C62A}"/>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026C5971-5EB5-5719-A6CE-0316CB8AE4F5}"/>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3" name="Google Shape;1513;p38">
              <a:extLst>
                <a:ext uri="{FF2B5EF4-FFF2-40B4-BE49-F238E27FC236}">
                  <a16:creationId xmlns:a16="http://schemas.microsoft.com/office/drawing/2014/main" id="{D57C54E3-994E-6E85-25C2-A2A1266AF7E1}"/>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38">
            <a:extLst>
              <a:ext uri="{FF2B5EF4-FFF2-40B4-BE49-F238E27FC236}">
                <a16:creationId xmlns:a16="http://schemas.microsoft.com/office/drawing/2014/main" id="{779EFDE1-B5D3-1820-9AD8-0EE9CAFE4DC3}"/>
              </a:ext>
            </a:extLst>
          </p:cNvPr>
          <p:cNvSpPr txBox="1">
            <a:spLocks noGrp="1"/>
          </p:cNvSpPr>
          <p:nvPr>
            <p:ph type="title" idx="2"/>
          </p:nvPr>
        </p:nvSpPr>
        <p:spPr>
          <a:xfrm>
            <a:off x="719999" y="920100"/>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08</a:t>
            </a:r>
            <a:endParaRPr dirty="0"/>
          </a:p>
        </p:txBody>
      </p:sp>
      <p:sp>
        <p:nvSpPr>
          <p:cNvPr id="1515" name="Google Shape;1515;p38">
            <a:extLst>
              <a:ext uri="{FF2B5EF4-FFF2-40B4-BE49-F238E27FC236}">
                <a16:creationId xmlns:a16="http://schemas.microsoft.com/office/drawing/2014/main" id="{4DC45E36-877B-4689-9B02-6EBBE89D82EF}"/>
              </a:ext>
            </a:extLst>
          </p:cNvPr>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22" name="Google Shape;1522;p38">
            <a:extLst>
              <a:ext uri="{FF2B5EF4-FFF2-40B4-BE49-F238E27FC236}">
                <a16:creationId xmlns:a16="http://schemas.microsoft.com/office/drawing/2014/main" id="{E4E7A268-DC45-7B95-EE41-6A4AA1DCD2BE}"/>
              </a:ext>
            </a:extLst>
          </p:cNvPr>
          <p:cNvSpPr txBox="1">
            <a:spLocks noGrp="1"/>
          </p:cNvSpPr>
          <p:nvPr>
            <p:ph type="title"/>
          </p:nvPr>
        </p:nvSpPr>
        <p:spPr>
          <a:xfrm>
            <a:off x="719999" y="2079325"/>
            <a:ext cx="10964001"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5400" dirty="0"/>
              <a:t>Flow Networks</a:t>
            </a:r>
          </a:p>
        </p:txBody>
      </p:sp>
      <p:grpSp>
        <p:nvGrpSpPr>
          <p:cNvPr id="1523" name="Google Shape;1523;p38">
            <a:extLst>
              <a:ext uri="{FF2B5EF4-FFF2-40B4-BE49-F238E27FC236}">
                <a16:creationId xmlns:a16="http://schemas.microsoft.com/office/drawing/2014/main" id="{44601EDD-7967-5133-A6FD-9FD4604DE48F}"/>
              </a:ext>
            </a:extLst>
          </p:cNvPr>
          <p:cNvGrpSpPr/>
          <p:nvPr/>
        </p:nvGrpSpPr>
        <p:grpSpPr>
          <a:xfrm>
            <a:off x="823957" y="3019701"/>
            <a:ext cx="6387123" cy="231449"/>
            <a:chOff x="796100" y="3019701"/>
            <a:chExt cx="4558967" cy="134100"/>
          </a:xfrm>
        </p:grpSpPr>
        <p:sp>
          <p:nvSpPr>
            <p:cNvPr id="1524" name="Google Shape;1524;p38">
              <a:extLst>
                <a:ext uri="{FF2B5EF4-FFF2-40B4-BE49-F238E27FC236}">
                  <a16:creationId xmlns:a16="http://schemas.microsoft.com/office/drawing/2014/main" id="{5675F7EA-B427-77E5-F18D-AD070EC75D36}"/>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D721DB60-35E9-8780-442A-B600709FC008}"/>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C8F51498-DDC1-C40F-8EF4-C4524F18A7DB}"/>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001424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A0B9ED52-F1B2-897C-FC29-614E3B5E13DD}"/>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8B4DAAAD-D5E9-659C-6952-3162B1D1BF2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a:t>
            </a:r>
          </a:p>
        </p:txBody>
      </p:sp>
      <p:sp>
        <p:nvSpPr>
          <p:cNvPr id="1741" name="Google Shape;1741;p43">
            <a:extLst>
              <a:ext uri="{FF2B5EF4-FFF2-40B4-BE49-F238E27FC236}">
                <a16:creationId xmlns:a16="http://schemas.microsoft.com/office/drawing/2014/main" id="{EC46F049-775F-3DE7-EA94-A7E5C1884335}"/>
              </a:ext>
            </a:extLst>
          </p:cNvPr>
          <p:cNvSpPr txBox="1">
            <a:spLocks noGrp="1"/>
          </p:cNvSpPr>
          <p:nvPr>
            <p:ph type="subTitle" idx="1"/>
          </p:nvPr>
        </p:nvSpPr>
        <p:spPr>
          <a:xfrm>
            <a:off x="1804750" y="1935218"/>
            <a:ext cx="541139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Ford-Fulkerson algorithm to compute the </a:t>
            </a:r>
            <a:r>
              <a:rPr lang="en-US" b="1" dirty="0"/>
              <a:t>maximum flow </a:t>
            </a:r>
            <a:r>
              <a:rPr lang="en-US" dirty="0"/>
              <a:t>between s and t</a:t>
            </a:r>
          </a:p>
        </p:txBody>
      </p:sp>
    </p:spTree>
    <p:extLst>
      <p:ext uri="{BB962C8B-B14F-4D97-AF65-F5344CB8AC3E}">
        <p14:creationId xmlns:p14="http://schemas.microsoft.com/office/powerpoint/2010/main" val="9963809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73A5A1C2-567B-E040-73DC-263F1FA5D6D5}"/>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F91D1DD6-B1D2-FCF6-C246-8AFA10499C3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l"/>
            <a:r>
              <a:rPr lang="en-US" dirty="0"/>
              <a:t>Flow Network’s Example</a:t>
            </a:r>
          </a:p>
        </p:txBody>
      </p:sp>
      <p:sp>
        <p:nvSpPr>
          <p:cNvPr id="4" name="Subtitle 3">
            <a:extLst>
              <a:ext uri="{FF2B5EF4-FFF2-40B4-BE49-F238E27FC236}">
                <a16:creationId xmlns:a16="http://schemas.microsoft.com/office/drawing/2014/main" id="{158EA134-F119-7798-A365-82CB224E782B}"/>
              </a:ext>
            </a:extLst>
          </p:cNvPr>
          <p:cNvSpPr>
            <a:spLocks noGrp="1"/>
          </p:cNvSpPr>
          <p:nvPr>
            <p:ph type="subTitle" idx="5"/>
          </p:nvPr>
        </p:nvSpPr>
        <p:spPr/>
        <p:txBody>
          <a:bodyPr/>
          <a:lstStyle/>
          <a:p>
            <a:r>
              <a:rPr lang="en-US" dirty="0"/>
              <a:t>Iteration 1 </a:t>
            </a:r>
          </a:p>
        </p:txBody>
      </p:sp>
      <p:grpSp>
        <p:nvGrpSpPr>
          <p:cNvPr id="1758" name="Group 1757">
            <a:extLst>
              <a:ext uri="{FF2B5EF4-FFF2-40B4-BE49-F238E27FC236}">
                <a16:creationId xmlns:a16="http://schemas.microsoft.com/office/drawing/2014/main" id="{895C2CFA-7CD4-03F4-6146-FDCE1650AD03}"/>
              </a:ext>
            </a:extLst>
          </p:cNvPr>
          <p:cNvGrpSpPr/>
          <p:nvPr/>
        </p:nvGrpSpPr>
        <p:grpSpPr>
          <a:xfrm>
            <a:off x="1719406" y="2214802"/>
            <a:ext cx="4955714" cy="2022809"/>
            <a:chOff x="1804750" y="2228725"/>
            <a:chExt cx="4824095" cy="2022809"/>
          </a:xfrm>
        </p:grpSpPr>
        <p:sp>
          <p:nvSpPr>
            <p:cNvPr id="10" name="Oval 9">
              <a:extLst>
                <a:ext uri="{FF2B5EF4-FFF2-40B4-BE49-F238E27FC236}">
                  <a16:creationId xmlns:a16="http://schemas.microsoft.com/office/drawing/2014/main" id="{40EE9782-937F-1F04-D582-9FDA0BCDA12F}"/>
                </a:ext>
              </a:extLst>
            </p:cNvPr>
            <p:cNvSpPr/>
            <p:nvPr/>
          </p:nvSpPr>
          <p:spPr>
            <a:xfrm>
              <a:off x="1804750"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11" name="Oval 10">
              <a:extLst>
                <a:ext uri="{FF2B5EF4-FFF2-40B4-BE49-F238E27FC236}">
                  <a16:creationId xmlns:a16="http://schemas.microsoft.com/office/drawing/2014/main" id="{9C4EC9F7-C0A7-BF20-69A3-CFDFC302C8AA}"/>
                </a:ext>
              </a:extLst>
            </p:cNvPr>
            <p:cNvSpPr/>
            <p:nvPr/>
          </p:nvSpPr>
          <p:spPr>
            <a:xfrm>
              <a:off x="2780110" y="234081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12" name="Oval 11">
              <a:extLst>
                <a:ext uri="{FF2B5EF4-FFF2-40B4-BE49-F238E27FC236}">
                  <a16:creationId xmlns:a16="http://schemas.microsoft.com/office/drawing/2014/main" id="{B73ABB54-C5C2-CF7E-4BD4-830726C0E2F5}"/>
                </a:ext>
              </a:extLst>
            </p:cNvPr>
            <p:cNvSpPr/>
            <p:nvPr/>
          </p:nvSpPr>
          <p:spPr>
            <a:xfrm>
              <a:off x="4067239" y="234658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3" name="Oval 12">
              <a:extLst>
                <a:ext uri="{FF2B5EF4-FFF2-40B4-BE49-F238E27FC236}">
                  <a16:creationId xmlns:a16="http://schemas.microsoft.com/office/drawing/2014/main" id="{7B20E6E4-1E51-460B-DEAE-E6B5FB15CB96}"/>
                </a:ext>
              </a:extLst>
            </p:cNvPr>
            <p:cNvSpPr/>
            <p:nvPr/>
          </p:nvSpPr>
          <p:spPr>
            <a:xfrm>
              <a:off x="5354368" y="235235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14" name="Oval 13">
              <a:extLst>
                <a:ext uri="{FF2B5EF4-FFF2-40B4-BE49-F238E27FC236}">
                  <a16:creationId xmlns:a16="http://schemas.microsoft.com/office/drawing/2014/main" id="{957413CF-B549-477D-A36F-2F4A17D2500C}"/>
                </a:ext>
              </a:extLst>
            </p:cNvPr>
            <p:cNvSpPr/>
            <p:nvPr/>
          </p:nvSpPr>
          <p:spPr>
            <a:xfrm>
              <a:off x="6225864"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15" name="Oval 14">
              <a:extLst>
                <a:ext uri="{FF2B5EF4-FFF2-40B4-BE49-F238E27FC236}">
                  <a16:creationId xmlns:a16="http://schemas.microsoft.com/office/drawing/2014/main" id="{B35D30E3-3CBB-FC4D-98B1-C00970549FEC}"/>
                </a:ext>
              </a:extLst>
            </p:cNvPr>
            <p:cNvSpPr/>
            <p:nvPr/>
          </p:nvSpPr>
          <p:spPr>
            <a:xfrm>
              <a:off x="2764994" y="371521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17" name="Oval 16">
              <a:extLst>
                <a:ext uri="{FF2B5EF4-FFF2-40B4-BE49-F238E27FC236}">
                  <a16:creationId xmlns:a16="http://schemas.microsoft.com/office/drawing/2014/main" id="{A9017948-860D-FBB7-FF0E-EF4CAE2E3405}"/>
                </a:ext>
              </a:extLst>
            </p:cNvPr>
            <p:cNvSpPr/>
            <p:nvPr/>
          </p:nvSpPr>
          <p:spPr>
            <a:xfrm>
              <a:off x="3418776" y="307335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8" name="Oval 17">
              <a:extLst>
                <a:ext uri="{FF2B5EF4-FFF2-40B4-BE49-F238E27FC236}">
                  <a16:creationId xmlns:a16="http://schemas.microsoft.com/office/drawing/2014/main" id="{31942508-1779-18DC-8FBF-7FE5D218B04B}"/>
                </a:ext>
              </a:extLst>
            </p:cNvPr>
            <p:cNvSpPr/>
            <p:nvPr/>
          </p:nvSpPr>
          <p:spPr>
            <a:xfrm>
              <a:off x="406723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9" name="Oval 18">
              <a:extLst>
                <a:ext uri="{FF2B5EF4-FFF2-40B4-BE49-F238E27FC236}">
                  <a16:creationId xmlns:a16="http://schemas.microsoft.com/office/drawing/2014/main" id="{77F7E8F8-BA85-2E31-22EF-BD1B1AF5FEBA}"/>
                </a:ext>
              </a:extLst>
            </p:cNvPr>
            <p:cNvSpPr/>
            <p:nvPr/>
          </p:nvSpPr>
          <p:spPr>
            <a:xfrm>
              <a:off x="535436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21" name="Straight Arrow Connector 20">
              <a:extLst>
                <a:ext uri="{FF2B5EF4-FFF2-40B4-BE49-F238E27FC236}">
                  <a16:creationId xmlns:a16="http://schemas.microsoft.com/office/drawing/2014/main" id="{AF013149-57AA-94FC-8915-8198935841F9}"/>
                </a:ext>
              </a:extLst>
            </p:cNvPr>
            <p:cNvCxnSpPr>
              <a:cxnSpLocks/>
              <a:stCxn id="10" idx="7"/>
            </p:cNvCxnSpPr>
            <p:nvPr/>
          </p:nvCxnSpPr>
          <p:spPr>
            <a:xfrm flipV="1">
              <a:off x="2148716" y="2599425"/>
              <a:ext cx="631394"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8F1A1352-883D-42CF-74CF-DAC9CB476544}"/>
                </a:ext>
              </a:extLst>
            </p:cNvPr>
            <p:cNvCxnSpPr>
              <a:cxnSpLocks/>
              <a:stCxn id="10" idx="5"/>
            </p:cNvCxnSpPr>
            <p:nvPr/>
          </p:nvCxnSpPr>
          <p:spPr>
            <a:xfrm>
              <a:off x="2148716" y="3338801"/>
              <a:ext cx="631394"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8030C94E-6CC4-ACB5-DA67-DBAB5E77A903}"/>
                </a:ext>
              </a:extLst>
            </p:cNvPr>
            <p:cNvCxnSpPr>
              <a:stCxn id="11" idx="6"/>
              <a:endCxn id="12" idx="2"/>
            </p:cNvCxnSpPr>
            <p:nvPr/>
          </p:nvCxnSpPr>
          <p:spPr>
            <a:xfrm>
              <a:off x="3183091" y="2527138"/>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487A73EC-E6B7-6E28-B116-AF01A13F98E9}"/>
                </a:ext>
              </a:extLst>
            </p:cNvPr>
            <p:cNvCxnSpPr>
              <a:cxnSpLocks/>
            </p:cNvCxnSpPr>
            <p:nvPr/>
          </p:nvCxnSpPr>
          <p:spPr>
            <a:xfrm flipV="1">
              <a:off x="3748852" y="2646430"/>
              <a:ext cx="363512"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4AA44CE1-271A-8822-D6CA-0CEEBF7F69CF}"/>
                </a:ext>
              </a:extLst>
            </p:cNvPr>
            <p:cNvCxnSpPr/>
            <p:nvPr/>
          </p:nvCxnSpPr>
          <p:spPr>
            <a:xfrm>
              <a:off x="4470220" y="2527138"/>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7AD4501D-06A4-A5EE-A574-B4F31FF1D33D}"/>
                </a:ext>
              </a:extLst>
            </p:cNvPr>
            <p:cNvCxnSpPr>
              <a:cxnSpLocks/>
              <a:stCxn id="13" idx="6"/>
              <a:endCxn id="14" idx="0"/>
            </p:cNvCxnSpPr>
            <p:nvPr/>
          </p:nvCxnSpPr>
          <p:spPr>
            <a:xfrm>
              <a:off x="5757349" y="2538678"/>
              <a:ext cx="67000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259AA707-0293-4F45-5A42-92B1DD867DB4}"/>
                </a:ext>
              </a:extLst>
            </p:cNvPr>
            <p:cNvCxnSpPr>
              <a:cxnSpLocks/>
              <a:stCxn id="19" idx="6"/>
              <a:endCxn id="14" idx="4"/>
            </p:cNvCxnSpPr>
            <p:nvPr/>
          </p:nvCxnSpPr>
          <p:spPr>
            <a:xfrm flipV="1">
              <a:off x="5757349" y="3393373"/>
              <a:ext cx="670006" cy="530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28BA79D7-2153-2864-3E60-BE6DD0EF2F7B}"/>
                </a:ext>
              </a:extLst>
            </p:cNvPr>
            <p:cNvCxnSpPr>
              <a:cxnSpLocks/>
              <a:stCxn id="15" idx="6"/>
            </p:cNvCxnSpPr>
            <p:nvPr/>
          </p:nvCxnSpPr>
          <p:spPr>
            <a:xfrm>
              <a:off x="3167975" y="3901536"/>
              <a:ext cx="878387" cy="9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8" name="Straight Arrow Connector 1727">
              <a:extLst>
                <a:ext uri="{FF2B5EF4-FFF2-40B4-BE49-F238E27FC236}">
                  <a16:creationId xmlns:a16="http://schemas.microsoft.com/office/drawing/2014/main" id="{446C35CE-160E-EC55-BA95-A6A78D7D319C}"/>
                </a:ext>
              </a:extLst>
            </p:cNvPr>
            <p:cNvCxnSpPr/>
            <p:nvPr/>
          </p:nvCxnSpPr>
          <p:spPr>
            <a:xfrm>
              <a:off x="4470220" y="3931275"/>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ED99B61C-7D07-CB16-5C50-46422FC908CD}"/>
                </a:ext>
              </a:extLst>
            </p:cNvPr>
            <p:cNvCxnSpPr>
              <a:cxnSpLocks/>
              <a:endCxn id="19" idx="1"/>
            </p:cNvCxnSpPr>
            <p:nvPr/>
          </p:nvCxnSpPr>
          <p:spPr>
            <a:xfrm>
              <a:off x="4386002" y="2701918"/>
              <a:ext cx="1027381"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1" name="TextBox 1730">
              <a:extLst>
                <a:ext uri="{FF2B5EF4-FFF2-40B4-BE49-F238E27FC236}">
                  <a16:creationId xmlns:a16="http://schemas.microsoft.com/office/drawing/2014/main" id="{F3724951-924F-BD31-543D-5668D823E6C3}"/>
                </a:ext>
              </a:extLst>
            </p:cNvPr>
            <p:cNvSpPr txBox="1"/>
            <p:nvPr/>
          </p:nvSpPr>
          <p:spPr>
            <a:xfrm>
              <a:off x="2141809" y="2602504"/>
              <a:ext cx="409887"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10</a:t>
              </a:r>
            </a:p>
          </p:txBody>
        </p:sp>
        <p:sp>
          <p:nvSpPr>
            <p:cNvPr id="1732" name="TextBox 1731">
              <a:extLst>
                <a:ext uri="{FF2B5EF4-FFF2-40B4-BE49-F238E27FC236}">
                  <a16:creationId xmlns:a16="http://schemas.microsoft.com/office/drawing/2014/main" id="{CE122500-F449-2F66-7F3C-3F680FFEDECC}"/>
                </a:ext>
              </a:extLst>
            </p:cNvPr>
            <p:cNvSpPr txBox="1"/>
            <p:nvPr/>
          </p:nvSpPr>
          <p:spPr>
            <a:xfrm>
              <a:off x="3384579" y="2228725"/>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33" name="TextBox 1732">
              <a:extLst>
                <a:ext uri="{FF2B5EF4-FFF2-40B4-BE49-F238E27FC236}">
                  <a16:creationId xmlns:a16="http://schemas.microsoft.com/office/drawing/2014/main" id="{7B720512-DED9-276E-D252-E67757A11317}"/>
                </a:ext>
              </a:extLst>
            </p:cNvPr>
            <p:cNvSpPr txBox="1"/>
            <p:nvPr/>
          </p:nvSpPr>
          <p:spPr>
            <a:xfrm>
              <a:off x="4684362" y="2228725"/>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34" name="TextBox 1733">
              <a:extLst>
                <a:ext uri="{FF2B5EF4-FFF2-40B4-BE49-F238E27FC236}">
                  <a16:creationId xmlns:a16="http://schemas.microsoft.com/office/drawing/2014/main" id="{A62D9A4C-31CD-BF59-23AD-25F9D409AAD5}"/>
                </a:ext>
              </a:extLst>
            </p:cNvPr>
            <p:cNvSpPr txBox="1"/>
            <p:nvPr/>
          </p:nvSpPr>
          <p:spPr>
            <a:xfrm>
              <a:off x="5977628" y="252037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1737" name="TextBox 1736">
              <a:extLst>
                <a:ext uri="{FF2B5EF4-FFF2-40B4-BE49-F238E27FC236}">
                  <a16:creationId xmlns:a16="http://schemas.microsoft.com/office/drawing/2014/main" id="{DB4200A3-0F8B-5D92-0FCC-CAFC76BD22F5}"/>
                </a:ext>
              </a:extLst>
            </p:cNvPr>
            <p:cNvSpPr txBox="1"/>
            <p:nvPr/>
          </p:nvSpPr>
          <p:spPr>
            <a:xfrm>
              <a:off x="5972742" y="356765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11</a:t>
              </a:r>
            </a:p>
          </p:txBody>
        </p:sp>
        <p:sp>
          <p:nvSpPr>
            <p:cNvPr id="1738" name="TextBox 1737">
              <a:extLst>
                <a:ext uri="{FF2B5EF4-FFF2-40B4-BE49-F238E27FC236}">
                  <a16:creationId xmlns:a16="http://schemas.microsoft.com/office/drawing/2014/main" id="{7D3F3004-ACEA-3F54-90C6-A10BDC07CDBD}"/>
                </a:ext>
              </a:extLst>
            </p:cNvPr>
            <p:cNvSpPr txBox="1"/>
            <p:nvPr/>
          </p:nvSpPr>
          <p:spPr>
            <a:xfrm>
              <a:off x="4684361" y="3943757"/>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6</a:t>
              </a:r>
            </a:p>
          </p:txBody>
        </p:sp>
        <p:sp>
          <p:nvSpPr>
            <p:cNvPr id="1739" name="TextBox 1738">
              <a:extLst>
                <a:ext uri="{FF2B5EF4-FFF2-40B4-BE49-F238E27FC236}">
                  <a16:creationId xmlns:a16="http://schemas.microsoft.com/office/drawing/2014/main" id="{17C80219-39AB-B16D-1544-E08761E91CAE}"/>
                </a:ext>
              </a:extLst>
            </p:cNvPr>
            <p:cNvSpPr txBox="1"/>
            <p:nvPr/>
          </p:nvSpPr>
          <p:spPr>
            <a:xfrm>
              <a:off x="3374013" y="391546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40" name="TextBox 1739">
              <a:extLst>
                <a:ext uri="{FF2B5EF4-FFF2-40B4-BE49-F238E27FC236}">
                  <a16:creationId xmlns:a16="http://schemas.microsoft.com/office/drawing/2014/main" id="{C95B3A01-FCEE-924A-7408-2A4418057936}"/>
                </a:ext>
              </a:extLst>
            </p:cNvPr>
            <p:cNvSpPr txBox="1"/>
            <p:nvPr/>
          </p:nvSpPr>
          <p:spPr>
            <a:xfrm>
              <a:off x="2082321" y="3583502"/>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12</a:t>
              </a:r>
            </a:p>
          </p:txBody>
        </p:sp>
        <p:sp>
          <p:nvSpPr>
            <p:cNvPr id="1742" name="TextBox 1741">
              <a:extLst>
                <a:ext uri="{FF2B5EF4-FFF2-40B4-BE49-F238E27FC236}">
                  <a16:creationId xmlns:a16="http://schemas.microsoft.com/office/drawing/2014/main" id="{B85CCD6C-0136-FB0F-C34C-8718893505B4}"/>
                </a:ext>
              </a:extLst>
            </p:cNvPr>
            <p:cNvSpPr txBox="1"/>
            <p:nvPr/>
          </p:nvSpPr>
          <p:spPr>
            <a:xfrm>
              <a:off x="3520062" y="270859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1743" name="TextBox 1742">
              <a:extLst>
                <a:ext uri="{FF2B5EF4-FFF2-40B4-BE49-F238E27FC236}">
                  <a16:creationId xmlns:a16="http://schemas.microsoft.com/office/drawing/2014/main" id="{2C4A7448-BF02-53EB-81D4-08C6B8EED3B6}"/>
                </a:ext>
              </a:extLst>
            </p:cNvPr>
            <p:cNvSpPr txBox="1"/>
            <p:nvPr/>
          </p:nvSpPr>
          <p:spPr>
            <a:xfrm>
              <a:off x="3074810" y="336892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44" name="TextBox 1743">
              <a:extLst>
                <a:ext uri="{FF2B5EF4-FFF2-40B4-BE49-F238E27FC236}">
                  <a16:creationId xmlns:a16="http://schemas.microsoft.com/office/drawing/2014/main" id="{92C9B38B-CF86-60E7-BDF9-D24A4654479A}"/>
                </a:ext>
              </a:extLst>
            </p:cNvPr>
            <p:cNvSpPr txBox="1"/>
            <p:nvPr/>
          </p:nvSpPr>
          <p:spPr>
            <a:xfrm>
              <a:off x="2652229" y="3103790"/>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1745" name="Straight Arrow Connector 1744">
              <a:extLst>
                <a:ext uri="{FF2B5EF4-FFF2-40B4-BE49-F238E27FC236}">
                  <a16:creationId xmlns:a16="http://schemas.microsoft.com/office/drawing/2014/main" id="{85EEFEF6-5471-B008-825B-68DFA4025838}"/>
                </a:ext>
              </a:extLst>
            </p:cNvPr>
            <p:cNvCxnSpPr>
              <a:cxnSpLocks/>
              <a:stCxn id="11" idx="4"/>
              <a:endCxn id="15" idx="0"/>
            </p:cNvCxnSpPr>
            <p:nvPr/>
          </p:nvCxnSpPr>
          <p:spPr>
            <a:xfrm flipH="1">
              <a:off x="2966485" y="2713458"/>
              <a:ext cx="15116"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48" name="TextBox 1747">
              <a:extLst>
                <a:ext uri="{FF2B5EF4-FFF2-40B4-BE49-F238E27FC236}">
                  <a16:creationId xmlns:a16="http://schemas.microsoft.com/office/drawing/2014/main" id="{71D19D48-5B60-23B2-EEFD-2C1BE7DB5197}"/>
                </a:ext>
              </a:extLst>
            </p:cNvPr>
            <p:cNvSpPr txBox="1"/>
            <p:nvPr/>
          </p:nvSpPr>
          <p:spPr>
            <a:xfrm>
              <a:off x="4707350" y="297033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1749" name="TextBox 1748">
              <a:extLst>
                <a:ext uri="{FF2B5EF4-FFF2-40B4-BE49-F238E27FC236}">
                  <a16:creationId xmlns:a16="http://schemas.microsoft.com/office/drawing/2014/main" id="{86876BD0-9AB1-29B7-050B-E88EC7D5A8C4}"/>
                </a:ext>
              </a:extLst>
            </p:cNvPr>
            <p:cNvSpPr txBox="1"/>
            <p:nvPr/>
          </p:nvSpPr>
          <p:spPr>
            <a:xfrm>
              <a:off x="5438586" y="3109700"/>
              <a:ext cx="481590" cy="307777"/>
            </a:xfrm>
            <a:prstGeom prst="rect">
              <a:avLst/>
            </a:prstGeom>
            <a:noFill/>
          </p:spPr>
          <p:txBody>
            <a:bodyPr wrap="square" rtlCol="0">
              <a:spAutoFit/>
            </a:bodyPr>
            <a:lstStyle/>
            <a:p>
              <a:pPr algn="ctr"/>
              <a:r>
                <a:rPr lang="en-US">
                  <a:solidFill>
                    <a:schemeClr val="accent1"/>
                  </a:solidFill>
                  <a:latin typeface="Poppins" panose="00000500000000000000" pitchFamily="2" charset="0"/>
                  <a:cs typeface="Poppins" panose="00000500000000000000" pitchFamily="2" charset="0"/>
                </a:rPr>
                <a:t>9</a:t>
              </a:r>
              <a:endParaRPr lang="en-US" dirty="0">
                <a:solidFill>
                  <a:schemeClr val="accent1"/>
                </a:solidFill>
                <a:latin typeface="Poppins" panose="00000500000000000000" pitchFamily="2" charset="0"/>
                <a:cs typeface="Poppins" panose="00000500000000000000" pitchFamily="2" charset="0"/>
              </a:endParaRPr>
            </a:p>
          </p:txBody>
        </p:sp>
        <p:cxnSp>
          <p:nvCxnSpPr>
            <p:cNvPr id="1750" name="Straight Arrow Connector 1749">
              <a:extLst>
                <a:ext uri="{FF2B5EF4-FFF2-40B4-BE49-F238E27FC236}">
                  <a16:creationId xmlns:a16="http://schemas.microsoft.com/office/drawing/2014/main" id="{674EE1E0-0FEB-E334-3F47-B96F273703C2}"/>
                </a:ext>
              </a:extLst>
            </p:cNvPr>
            <p:cNvCxnSpPr>
              <a:cxnSpLocks/>
              <a:stCxn id="13" idx="4"/>
              <a:endCxn id="19" idx="0"/>
            </p:cNvCxnSpPr>
            <p:nvPr/>
          </p:nvCxnSpPr>
          <p:spPr>
            <a:xfrm>
              <a:off x="5555859" y="2724998"/>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3" name="TextBox 1752">
              <a:extLst>
                <a:ext uri="{FF2B5EF4-FFF2-40B4-BE49-F238E27FC236}">
                  <a16:creationId xmlns:a16="http://schemas.microsoft.com/office/drawing/2014/main" id="{1127B812-9617-26AD-78BB-5E41E5CAF555}"/>
                </a:ext>
              </a:extLst>
            </p:cNvPr>
            <p:cNvSpPr txBox="1"/>
            <p:nvPr/>
          </p:nvSpPr>
          <p:spPr>
            <a:xfrm>
              <a:off x="3774624" y="333880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cxnSp>
          <p:nvCxnSpPr>
            <p:cNvPr id="1754" name="Straight Arrow Connector 1753">
              <a:extLst>
                <a:ext uri="{FF2B5EF4-FFF2-40B4-BE49-F238E27FC236}">
                  <a16:creationId xmlns:a16="http://schemas.microsoft.com/office/drawing/2014/main" id="{A8BE581D-A142-D5DB-DA3A-2AFE53D670AE}"/>
                </a:ext>
              </a:extLst>
            </p:cNvPr>
            <p:cNvCxnSpPr>
              <a:cxnSpLocks/>
              <a:stCxn id="17" idx="5"/>
              <a:endCxn id="18" idx="1"/>
            </p:cNvCxnSpPr>
            <p:nvPr/>
          </p:nvCxnSpPr>
          <p:spPr>
            <a:xfrm>
              <a:off x="3762742" y="3391421"/>
              <a:ext cx="363511"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 name="Google Shape;3286;p72">
            <a:extLst>
              <a:ext uri="{FF2B5EF4-FFF2-40B4-BE49-F238E27FC236}">
                <a16:creationId xmlns:a16="http://schemas.microsoft.com/office/drawing/2014/main" id="{E542DDBC-0521-434C-5DBC-00B87E8925B0}"/>
              </a:ext>
            </a:extLst>
          </p:cNvPr>
          <p:cNvGrpSpPr/>
          <p:nvPr/>
        </p:nvGrpSpPr>
        <p:grpSpPr>
          <a:xfrm>
            <a:off x="3216753" y="4423756"/>
            <a:ext cx="1653739" cy="514379"/>
            <a:chOff x="4411970" y="2468674"/>
            <a:chExt cx="747317" cy="167425"/>
          </a:xfrm>
        </p:grpSpPr>
        <p:sp>
          <p:nvSpPr>
            <p:cNvPr id="5" name="Google Shape;3287;p72">
              <a:extLst>
                <a:ext uri="{FF2B5EF4-FFF2-40B4-BE49-F238E27FC236}">
                  <a16:creationId xmlns:a16="http://schemas.microsoft.com/office/drawing/2014/main" id="{D3BE5E4D-0618-921B-AADD-E6AD3ECCD9DB}"/>
                </a:ext>
              </a:extLst>
            </p:cNvPr>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 name="Google Shape;3288;p72">
              <a:extLst>
                <a:ext uri="{FF2B5EF4-FFF2-40B4-BE49-F238E27FC236}">
                  <a16:creationId xmlns:a16="http://schemas.microsoft.com/office/drawing/2014/main" id="{0EB68DDD-B311-582F-044F-E4308033D40E}"/>
                </a:ext>
              </a:extLst>
            </p:cNvPr>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chemeClr val="bg2">
                      <a:lumMod val="75000"/>
                    </a:schemeClr>
                  </a:solidFill>
                  <a:latin typeface="Poppins" panose="00000500000000000000" pitchFamily="2" charset="0"/>
                  <a:cs typeface="Poppins" panose="00000500000000000000" pitchFamily="2" charset="0"/>
                </a:rPr>
                <a:t>    Flow = 8</a:t>
              </a:r>
              <a:endParaRPr b="1" dirty="0">
                <a:solidFill>
                  <a:schemeClr val="bg2">
                    <a:lumMod val="75000"/>
                  </a:schemeClr>
                </a:solidFill>
                <a:latin typeface="Poppins" panose="00000500000000000000" pitchFamily="2" charset="0"/>
                <a:cs typeface="Poppins" panose="00000500000000000000" pitchFamily="2" charset="0"/>
              </a:endParaRPr>
            </a:p>
          </p:txBody>
        </p:sp>
      </p:grpSp>
      <p:cxnSp>
        <p:nvCxnSpPr>
          <p:cNvPr id="8" name="Straight Arrow Connector 7">
            <a:extLst>
              <a:ext uri="{FF2B5EF4-FFF2-40B4-BE49-F238E27FC236}">
                <a16:creationId xmlns:a16="http://schemas.microsoft.com/office/drawing/2014/main" id="{1E30EDC2-9F51-9D42-33C4-1904A5E7E3AB}"/>
              </a:ext>
            </a:extLst>
          </p:cNvPr>
          <p:cNvCxnSpPr>
            <a:cxnSpLocks/>
          </p:cNvCxnSpPr>
          <p:nvPr/>
        </p:nvCxnSpPr>
        <p:spPr>
          <a:xfrm flipV="1">
            <a:off x="3108616" y="3417009"/>
            <a:ext cx="357902"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1425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EB18CCED-6D4D-B171-C640-5290DB9CB347}"/>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1BAD4B6F-5265-AC19-660D-B90A5445770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grpSp>
        <p:nvGrpSpPr>
          <p:cNvPr id="1758" name="Group 1757">
            <a:extLst>
              <a:ext uri="{FF2B5EF4-FFF2-40B4-BE49-F238E27FC236}">
                <a16:creationId xmlns:a16="http://schemas.microsoft.com/office/drawing/2014/main" id="{988864AE-7584-F7AB-5679-F838DB1BED84}"/>
              </a:ext>
            </a:extLst>
          </p:cNvPr>
          <p:cNvGrpSpPr/>
          <p:nvPr/>
        </p:nvGrpSpPr>
        <p:grpSpPr>
          <a:xfrm>
            <a:off x="1719406" y="2200518"/>
            <a:ext cx="4968712" cy="2037093"/>
            <a:chOff x="1804750" y="2214441"/>
            <a:chExt cx="4836748" cy="2037093"/>
          </a:xfrm>
        </p:grpSpPr>
        <p:sp>
          <p:nvSpPr>
            <p:cNvPr id="10" name="Oval 9">
              <a:extLst>
                <a:ext uri="{FF2B5EF4-FFF2-40B4-BE49-F238E27FC236}">
                  <a16:creationId xmlns:a16="http://schemas.microsoft.com/office/drawing/2014/main" id="{B125844D-CDBE-85AA-671B-E56A4FBC506C}"/>
                </a:ext>
              </a:extLst>
            </p:cNvPr>
            <p:cNvSpPr/>
            <p:nvPr/>
          </p:nvSpPr>
          <p:spPr>
            <a:xfrm>
              <a:off x="1804750"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11" name="Oval 10">
              <a:extLst>
                <a:ext uri="{FF2B5EF4-FFF2-40B4-BE49-F238E27FC236}">
                  <a16:creationId xmlns:a16="http://schemas.microsoft.com/office/drawing/2014/main" id="{E26F6EE8-43B6-3206-6AE4-7AC9C4AEA7B9}"/>
                </a:ext>
              </a:extLst>
            </p:cNvPr>
            <p:cNvSpPr/>
            <p:nvPr/>
          </p:nvSpPr>
          <p:spPr>
            <a:xfrm>
              <a:off x="2780110" y="234081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12" name="Oval 11">
              <a:extLst>
                <a:ext uri="{FF2B5EF4-FFF2-40B4-BE49-F238E27FC236}">
                  <a16:creationId xmlns:a16="http://schemas.microsoft.com/office/drawing/2014/main" id="{DA6A502C-3582-D4C8-7DD0-1DEFEE29FAAD}"/>
                </a:ext>
              </a:extLst>
            </p:cNvPr>
            <p:cNvSpPr/>
            <p:nvPr/>
          </p:nvSpPr>
          <p:spPr>
            <a:xfrm>
              <a:off x="4067239" y="234658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3" name="Oval 12">
              <a:extLst>
                <a:ext uri="{FF2B5EF4-FFF2-40B4-BE49-F238E27FC236}">
                  <a16:creationId xmlns:a16="http://schemas.microsoft.com/office/drawing/2014/main" id="{50B12499-2811-F86B-320B-6379F5F3CADF}"/>
                </a:ext>
              </a:extLst>
            </p:cNvPr>
            <p:cNvSpPr/>
            <p:nvPr/>
          </p:nvSpPr>
          <p:spPr>
            <a:xfrm>
              <a:off x="5354368" y="235235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14" name="Oval 13">
              <a:extLst>
                <a:ext uri="{FF2B5EF4-FFF2-40B4-BE49-F238E27FC236}">
                  <a16:creationId xmlns:a16="http://schemas.microsoft.com/office/drawing/2014/main" id="{6841188F-4D75-59B5-2930-209216CEA057}"/>
                </a:ext>
              </a:extLst>
            </p:cNvPr>
            <p:cNvSpPr/>
            <p:nvPr/>
          </p:nvSpPr>
          <p:spPr>
            <a:xfrm>
              <a:off x="6225864"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15" name="Oval 14">
              <a:extLst>
                <a:ext uri="{FF2B5EF4-FFF2-40B4-BE49-F238E27FC236}">
                  <a16:creationId xmlns:a16="http://schemas.microsoft.com/office/drawing/2014/main" id="{A8986924-DA5B-848F-A173-B2E2D25FDEE8}"/>
                </a:ext>
              </a:extLst>
            </p:cNvPr>
            <p:cNvSpPr/>
            <p:nvPr/>
          </p:nvSpPr>
          <p:spPr>
            <a:xfrm>
              <a:off x="2764994" y="371521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17" name="Oval 16">
              <a:extLst>
                <a:ext uri="{FF2B5EF4-FFF2-40B4-BE49-F238E27FC236}">
                  <a16:creationId xmlns:a16="http://schemas.microsoft.com/office/drawing/2014/main" id="{E13DB3E6-5DF6-7CAB-B1F9-5BDD586C0CF2}"/>
                </a:ext>
              </a:extLst>
            </p:cNvPr>
            <p:cNvSpPr/>
            <p:nvPr/>
          </p:nvSpPr>
          <p:spPr>
            <a:xfrm>
              <a:off x="3418776" y="307335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8" name="Oval 17">
              <a:extLst>
                <a:ext uri="{FF2B5EF4-FFF2-40B4-BE49-F238E27FC236}">
                  <a16:creationId xmlns:a16="http://schemas.microsoft.com/office/drawing/2014/main" id="{0590D272-E586-A7CE-1B15-BFAE0F363214}"/>
                </a:ext>
              </a:extLst>
            </p:cNvPr>
            <p:cNvSpPr/>
            <p:nvPr/>
          </p:nvSpPr>
          <p:spPr>
            <a:xfrm>
              <a:off x="406723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9" name="Oval 18">
              <a:extLst>
                <a:ext uri="{FF2B5EF4-FFF2-40B4-BE49-F238E27FC236}">
                  <a16:creationId xmlns:a16="http://schemas.microsoft.com/office/drawing/2014/main" id="{863C6B14-8119-6B2A-AFB2-7FCBBEAB5B92}"/>
                </a:ext>
              </a:extLst>
            </p:cNvPr>
            <p:cNvSpPr/>
            <p:nvPr/>
          </p:nvSpPr>
          <p:spPr>
            <a:xfrm>
              <a:off x="535436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21" name="Straight Arrow Connector 20">
              <a:extLst>
                <a:ext uri="{FF2B5EF4-FFF2-40B4-BE49-F238E27FC236}">
                  <a16:creationId xmlns:a16="http://schemas.microsoft.com/office/drawing/2014/main" id="{DB5FAF42-A69E-7BC9-E102-B7C7D431102E}"/>
                </a:ext>
              </a:extLst>
            </p:cNvPr>
            <p:cNvCxnSpPr>
              <a:cxnSpLocks/>
              <a:stCxn id="10" idx="7"/>
            </p:cNvCxnSpPr>
            <p:nvPr/>
          </p:nvCxnSpPr>
          <p:spPr>
            <a:xfrm flipV="1">
              <a:off x="2148716" y="2599425"/>
              <a:ext cx="631394"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BF20AFC5-9AD6-F0BC-30CD-AA0FF71E408D}"/>
                </a:ext>
              </a:extLst>
            </p:cNvPr>
            <p:cNvCxnSpPr>
              <a:cxnSpLocks/>
              <a:stCxn id="10" idx="5"/>
            </p:cNvCxnSpPr>
            <p:nvPr/>
          </p:nvCxnSpPr>
          <p:spPr>
            <a:xfrm>
              <a:off x="2148716" y="3338801"/>
              <a:ext cx="631394"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4EEA6979-E556-B51D-C0A3-984E282146D6}"/>
                </a:ext>
              </a:extLst>
            </p:cNvPr>
            <p:cNvCxnSpPr>
              <a:stCxn id="11" idx="6"/>
              <a:endCxn id="12" idx="2"/>
            </p:cNvCxnSpPr>
            <p:nvPr/>
          </p:nvCxnSpPr>
          <p:spPr>
            <a:xfrm>
              <a:off x="3183091" y="2527138"/>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5AF7F849-D892-CAD1-542F-6A0A35069583}"/>
                </a:ext>
              </a:extLst>
            </p:cNvPr>
            <p:cNvCxnSpPr>
              <a:cxnSpLocks/>
            </p:cNvCxnSpPr>
            <p:nvPr/>
          </p:nvCxnSpPr>
          <p:spPr>
            <a:xfrm flipV="1">
              <a:off x="3748852" y="2646430"/>
              <a:ext cx="363512"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4F9A782D-98CD-1151-B650-C1A3296AAF48}"/>
                </a:ext>
              </a:extLst>
            </p:cNvPr>
            <p:cNvCxnSpPr/>
            <p:nvPr/>
          </p:nvCxnSpPr>
          <p:spPr>
            <a:xfrm>
              <a:off x="4470220" y="2527138"/>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CE1602-17E9-702A-5445-F310B147E57B}"/>
                </a:ext>
              </a:extLst>
            </p:cNvPr>
            <p:cNvCxnSpPr>
              <a:cxnSpLocks/>
              <a:stCxn id="13" idx="6"/>
              <a:endCxn id="14" idx="0"/>
            </p:cNvCxnSpPr>
            <p:nvPr/>
          </p:nvCxnSpPr>
          <p:spPr>
            <a:xfrm>
              <a:off x="5757349" y="2538678"/>
              <a:ext cx="67000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5DFB0CB3-817B-9006-C354-31462503126A}"/>
                </a:ext>
              </a:extLst>
            </p:cNvPr>
            <p:cNvCxnSpPr>
              <a:cxnSpLocks/>
              <a:stCxn id="19" idx="6"/>
              <a:endCxn id="14" idx="4"/>
            </p:cNvCxnSpPr>
            <p:nvPr/>
          </p:nvCxnSpPr>
          <p:spPr>
            <a:xfrm flipV="1">
              <a:off x="5757349" y="3393373"/>
              <a:ext cx="670006" cy="530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DA1C0501-4A42-3F29-E622-FAE9F248506A}"/>
                </a:ext>
              </a:extLst>
            </p:cNvPr>
            <p:cNvCxnSpPr/>
            <p:nvPr/>
          </p:nvCxnSpPr>
          <p:spPr>
            <a:xfrm>
              <a:off x="3162214" y="3905426"/>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8" name="Straight Arrow Connector 1727">
              <a:extLst>
                <a:ext uri="{FF2B5EF4-FFF2-40B4-BE49-F238E27FC236}">
                  <a16:creationId xmlns:a16="http://schemas.microsoft.com/office/drawing/2014/main" id="{E64650D9-A727-A4A9-FBA7-046DFA387785}"/>
                </a:ext>
              </a:extLst>
            </p:cNvPr>
            <p:cNvCxnSpPr/>
            <p:nvPr/>
          </p:nvCxnSpPr>
          <p:spPr>
            <a:xfrm>
              <a:off x="4470220" y="3931275"/>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36A85329-3D98-437D-83F7-FC65C3DC272C}"/>
                </a:ext>
              </a:extLst>
            </p:cNvPr>
            <p:cNvCxnSpPr>
              <a:cxnSpLocks/>
              <a:endCxn id="19" idx="1"/>
            </p:cNvCxnSpPr>
            <p:nvPr/>
          </p:nvCxnSpPr>
          <p:spPr>
            <a:xfrm>
              <a:off x="4386002" y="2701918"/>
              <a:ext cx="1027381"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1" name="TextBox 1730">
              <a:extLst>
                <a:ext uri="{FF2B5EF4-FFF2-40B4-BE49-F238E27FC236}">
                  <a16:creationId xmlns:a16="http://schemas.microsoft.com/office/drawing/2014/main" id="{D04F9525-0C79-83F6-D3A8-EB0DC63F4BC4}"/>
                </a:ext>
              </a:extLst>
            </p:cNvPr>
            <p:cNvSpPr txBox="1"/>
            <p:nvPr/>
          </p:nvSpPr>
          <p:spPr>
            <a:xfrm>
              <a:off x="2012858" y="2602504"/>
              <a:ext cx="538838"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8/10</a:t>
              </a:r>
            </a:p>
          </p:txBody>
        </p:sp>
        <p:sp>
          <p:nvSpPr>
            <p:cNvPr id="1732" name="TextBox 1731">
              <a:extLst>
                <a:ext uri="{FF2B5EF4-FFF2-40B4-BE49-F238E27FC236}">
                  <a16:creationId xmlns:a16="http://schemas.microsoft.com/office/drawing/2014/main" id="{BA9462D3-0446-7563-09AE-6472C005E538}"/>
                </a:ext>
              </a:extLst>
            </p:cNvPr>
            <p:cNvSpPr txBox="1"/>
            <p:nvPr/>
          </p:nvSpPr>
          <p:spPr>
            <a:xfrm>
              <a:off x="3324568" y="2214441"/>
              <a:ext cx="61181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8/8</a:t>
              </a:r>
            </a:p>
          </p:txBody>
        </p:sp>
        <p:sp>
          <p:nvSpPr>
            <p:cNvPr id="1733" name="TextBox 1732">
              <a:extLst>
                <a:ext uri="{FF2B5EF4-FFF2-40B4-BE49-F238E27FC236}">
                  <a16:creationId xmlns:a16="http://schemas.microsoft.com/office/drawing/2014/main" id="{3B94B2D6-378E-1B87-434C-41D296C9D0AA}"/>
                </a:ext>
              </a:extLst>
            </p:cNvPr>
            <p:cNvSpPr txBox="1"/>
            <p:nvPr/>
          </p:nvSpPr>
          <p:spPr>
            <a:xfrm>
              <a:off x="4561583" y="2228024"/>
              <a:ext cx="644804"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8/8</a:t>
              </a:r>
            </a:p>
          </p:txBody>
        </p:sp>
        <p:sp>
          <p:nvSpPr>
            <p:cNvPr id="1734" name="TextBox 1733">
              <a:extLst>
                <a:ext uri="{FF2B5EF4-FFF2-40B4-BE49-F238E27FC236}">
                  <a16:creationId xmlns:a16="http://schemas.microsoft.com/office/drawing/2014/main" id="{85AC1D7B-80FC-E657-8216-BB2E0F9D02E9}"/>
                </a:ext>
              </a:extLst>
            </p:cNvPr>
            <p:cNvSpPr txBox="1"/>
            <p:nvPr/>
          </p:nvSpPr>
          <p:spPr>
            <a:xfrm>
              <a:off x="5977628" y="252037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1737" name="TextBox 1736">
              <a:extLst>
                <a:ext uri="{FF2B5EF4-FFF2-40B4-BE49-F238E27FC236}">
                  <a16:creationId xmlns:a16="http://schemas.microsoft.com/office/drawing/2014/main" id="{7CCF7423-121B-572B-AB26-5F1DE88FA7D9}"/>
                </a:ext>
              </a:extLst>
            </p:cNvPr>
            <p:cNvSpPr txBox="1"/>
            <p:nvPr/>
          </p:nvSpPr>
          <p:spPr>
            <a:xfrm>
              <a:off x="5972742" y="3567651"/>
              <a:ext cx="66875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8/11</a:t>
              </a:r>
            </a:p>
          </p:txBody>
        </p:sp>
        <p:sp>
          <p:nvSpPr>
            <p:cNvPr id="1738" name="TextBox 1737">
              <a:extLst>
                <a:ext uri="{FF2B5EF4-FFF2-40B4-BE49-F238E27FC236}">
                  <a16:creationId xmlns:a16="http://schemas.microsoft.com/office/drawing/2014/main" id="{326AB382-4984-274D-35EE-A20EA4B4EC30}"/>
                </a:ext>
              </a:extLst>
            </p:cNvPr>
            <p:cNvSpPr txBox="1"/>
            <p:nvPr/>
          </p:nvSpPr>
          <p:spPr>
            <a:xfrm>
              <a:off x="4684361" y="3943757"/>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6</a:t>
              </a:r>
            </a:p>
          </p:txBody>
        </p:sp>
        <p:sp>
          <p:nvSpPr>
            <p:cNvPr id="1739" name="TextBox 1738">
              <a:extLst>
                <a:ext uri="{FF2B5EF4-FFF2-40B4-BE49-F238E27FC236}">
                  <a16:creationId xmlns:a16="http://schemas.microsoft.com/office/drawing/2014/main" id="{4788ED72-440A-B893-784F-9D36B3E95273}"/>
                </a:ext>
              </a:extLst>
            </p:cNvPr>
            <p:cNvSpPr txBox="1"/>
            <p:nvPr/>
          </p:nvSpPr>
          <p:spPr>
            <a:xfrm>
              <a:off x="3374013" y="391546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40" name="TextBox 1739">
              <a:extLst>
                <a:ext uri="{FF2B5EF4-FFF2-40B4-BE49-F238E27FC236}">
                  <a16:creationId xmlns:a16="http://schemas.microsoft.com/office/drawing/2014/main" id="{7984CF5C-BF22-3C32-252A-E5E3873DD340}"/>
                </a:ext>
              </a:extLst>
            </p:cNvPr>
            <p:cNvSpPr txBox="1"/>
            <p:nvPr/>
          </p:nvSpPr>
          <p:spPr>
            <a:xfrm>
              <a:off x="2082321" y="3583502"/>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12</a:t>
              </a:r>
            </a:p>
          </p:txBody>
        </p:sp>
        <p:sp>
          <p:nvSpPr>
            <p:cNvPr id="1742" name="TextBox 1741">
              <a:extLst>
                <a:ext uri="{FF2B5EF4-FFF2-40B4-BE49-F238E27FC236}">
                  <a16:creationId xmlns:a16="http://schemas.microsoft.com/office/drawing/2014/main" id="{B750BF30-A664-E96D-020C-BCAA597EFC72}"/>
                </a:ext>
              </a:extLst>
            </p:cNvPr>
            <p:cNvSpPr txBox="1"/>
            <p:nvPr/>
          </p:nvSpPr>
          <p:spPr>
            <a:xfrm>
              <a:off x="3520062" y="270859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1743" name="TextBox 1742">
              <a:extLst>
                <a:ext uri="{FF2B5EF4-FFF2-40B4-BE49-F238E27FC236}">
                  <a16:creationId xmlns:a16="http://schemas.microsoft.com/office/drawing/2014/main" id="{92B3456A-61F7-21A4-6E0A-1B2076212EFA}"/>
                </a:ext>
              </a:extLst>
            </p:cNvPr>
            <p:cNvSpPr txBox="1"/>
            <p:nvPr/>
          </p:nvSpPr>
          <p:spPr>
            <a:xfrm>
              <a:off x="3074810" y="336892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44" name="TextBox 1743">
              <a:extLst>
                <a:ext uri="{FF2B5EF4-FFF2-40B4-BE49-F238E27FC236}">
                  <a16:creationId xmlns:a16="http://schemas.microsoft.com/office/drawing/2014/main" id="{140E817F-6F98-E680-6731-9C32776A420B}"/>
                </a:ext>
              </a:extLst>
            </p:cNvPr>
            <p:cNvSpPr txBox="1"/>
            <p:nvPr/>
          </p:nvSpPr>
          <p:spPr>
            <a:xfrm>
              <a:off x="2652229" y="3103790"/>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1745" name="Straight Arrow Connector 1744">
              <a:extLst>
                <a:ext uri="{FF2B5EF4-FFF2-40B4-BE49-F238E27FC236}">
                  <a16:creationId xmlns:a16="http://schemas.microsoft.com/office/drawing/2014/main" id="{41866B7B-AE0C-7E45-6F36-E135393B79DC}"/>
                </a:ext>
              </a:extLst>
            </p:cNvPr>
            <p:cNvCxnSpPr>
              <a:cxnSpLocks/>
              <a:stCxn id="11" idx="4"/>
              <a:endCxn id="15" idx="0"/>
            </p:cNvCxnSpPr>
            <p:nvPr/>
          </p:nvCxnSpPr>
          <p:spPr>
            <a:xfrm flipH="1">
              <a:off x="2966485" y="2713458"/>
              <a:ext cx="15116"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48" name="TextBox 1747">
              <a:extLst>
                <a:ext uri="{FF2B5EF4-FFF2-40B4-BE49-F238E27FC236}">
                  <a16:creationId xmlns:a16="http://schemas.microsoft.com/office/drawing/2014/main" id="{EC361C53-A053-F650-5C78-20ABC6A4C034}"/>
                </a:ext>
              </a:extLst>
            </p:cNvPr>
            <p:cNvSpPr txBox="1"/>
            <p:nvPr/>
          </p:nvSpPr>
          <p:spPr>
            <a:xfrm>
              <a:off x="4707350" y="297033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1749" name="TextBox 1748">
              <a:extLst>
                <a:ext uri="{FF2B5EF4-FFF2-40B4-BE49-F238E27FC236}">
                  <a16:creationId xmlns:a16="http://schemas.microsoft.com/office/drawing/2014/main" id="{B620A8D3-9D5A-5F6A-9610-5E8283641C3E}"/>
                </a:ext>
              </a:extLst>
            </p:cNvPr>
            <p:cNvSpPr txBox="1"/>
            <p:nvPr/>
          </p:nvSpPr>
          <p:spPr>
            <a:xfrm>
              <a:off x="5466131" y="3102326"/>
              <a:ext cx="48159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8/9</a:t>
              </a:r>
            </a:p>
          </p:txBody>
        </p:sp>
        <p:cxnSp>
          <p:nvCxnSpPr>
            <p:cNvPr id="1750" name="Straight Arrow Connector 1749">
              <a:extLst>
                <a:ext uri="{FF2B5EF4-FFF2-40B4-BE49-F238E27FC236}">
                  <a16:creationId xmlns:a16="http://schemas.microsoft.com/office/drawing/2014/main" id="{902C7783-0CB8-8D93-2D00-F3FBECBCD3A0}"/>
                </a:ext>
              </a:extLst>
            </p:cNvPr>
            <p:cNvCxnSpPr>
              <a:cxnSpLocks/>
              <a:stCxn id="13" idx="4"/>
              <a:endCxn id="19" idx="0"/>
            </p:cNvCxnSpPr>
            <p:nvPr/>
          </p:nvCxnSpPr>
          <p:spPr>
            <a:xfrm>
              <a:off x="5555859" y="2724998"/>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3" name="TextBox 1752">
              <a:extLst>
                <a:ext uri="{FF2B5EF4-FFF2-40B4-BE49-F238E27FC236}">
                  <a16:creationId xmlns:a16="http://schemas.microsoft.com/office/drawing/2014/main" id="{CA43486F-1005-D8E6-A8C2-0207295A162B}"/>
                </a:ext>
              </a:extLst>
            </p:cNvPr>
            <p:cNvSpPr txBox="1"/>
            <p:nvPr/>
          </p:nvSpPr>
          <p:spPr>
            <a:xfrm>
              <a:off x="3774624" y="333880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cxnSp>
          <p:nvCxnSpPr>
            <p:cNvPr id="1754" name="Straight Arrow Connector 1753">
              <a:extLst>
                <a:ext uri="{FF2B5EF4-FFF2-40B4-BE49-F238E27FC236}">
                  <a16:creationId xmlns:a16="http://schemas.microsoft.com/office/drawing/2014/main" id="{5DF040D1-5B34-5042-A0E7-408F9F73BB4D}"/>
                </a:ext>
              </a:extLst>
            </p:cNvPr>
            <p:cNvCxnSpPr>
              <a:cxnSpLocks/>
              <a:stCxn id="17" idx="5"/>
              <a:endCxn id="18" idx="1"/>
            </p:cNvCxnSpPr>
            <p:nvPr/>
          </p:nvCxnSpPr>
          <p:spPr>
            <a:xfrm>
              <a:off x="3762742" y="3391421"/>
              <a:ext cx="363511"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782" name="TextBox 1781">
            <a:extLst>
              <a:ext uri="{FF2B5EF4-FFF2-40B4-BE49-F238E27FC236}">
                <a16:creationId xmlns:a16="http://schemas.microsoft.com/office/drawing/2014/main" id="{2112405B-3584-EBF0-E746-69771FDDD361}"/>
              </a:ext>
            </a:extLst>
          </p:cNvPr>
          <p:cNvSpPr txBox="1"/>
          <p:nvPr/>
        </p:nvSpPr>
        <p:spPr>
          <a:xfrm>
            <a:off x="1748207" y="1605038"/>
            <a:ext cx="5191932" cy="315023"/>
          </a:xfrm>
          <a:prstGeom prst="rect">
            <a:avLst/>
          </a:prstGeom>
          <a:noFill/>
        </p:spPr>
        <p:txBody>
          <a:bodyPr wrap="square">
            <a:spAutoFit/>
          </a:bodyPr>
          <a:lstStyle/>
          <a:p>
            <a:pPr>
              <a:lnSpc>
                <a:spcPct val="107000"/>
              </a:lnSpc>
              <a:spcAft>
                <a:spcPts val="800"/>
              </a:spcAft>
            </a:pPr>
            <a:r>
              <a:rPr lang="en-US" sz="1400" b="1"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rPr>
              <a:t>Using path</a:t>
            </a:r>
            <a:r>
              <a:rPr lang="en-US" sz="1400"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rPr>
              <a:t> </a:t>
            </a:r>
            <a:r>
              <a:rPr lang="en-US" sz="1400" b="1"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rPr>
              <a:t>s → a → d → f → g → t</a:t>
            </a:r>
            <a:endParaRPr lang="en-US" sz="1100"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endParaRPr>
          </a:p>
        </p:txBody>
      </p:sp>
      <p:cxnSp>
        <p:nvCxnSpPr>
          <p:cNvPr id="2" name="Straight Arrow Connector 1">
            <a:extLst>
              <a:ext uri="{FF2B5EF4-FFF2-40B4-BE49-F238E27FC236}">
                <a16:creationId xmlns:a16="http://schemas.microsoft.com/office/drawing/2014/main" id="{6324CFC7-5736-589D-A7A3-90CDE2DE75B0}"/>
              </a:ext>
            </a:extLst>
          </p:cNvPr>
          <p:cNvCxnSpPr>
            <a:cxnSpLocks/>
          </p:cNvCxnSpPr>
          <p:nvPr/>
        </p:nvCxnSpPr>
        <p:spPr>
          <a:xfrm flipV="1">
            <a:off x="3108616" y="3417009"/>
            <a:ext cx="357902"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180841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304C49A7-0F28-D6FD-270B-F4A48CDCB519}"/>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13C21183-60F5-BB72-3B2B-BA93CD23809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sp>
        <p:nvSpPr>
          <p:cNvPr id="2" name="Subtitle 3">
            <a:extLst>
              <a:ext uri="{FF2B5EF4-FFF2-40B4-BE49-F238E27FC236}">
                <a16:creationId xmlns:a16="http://schemas.microsoft.com/office/drawing/2014/main" id="{F5987B57-76E7-3B67-B941-05660C450998}"/>
              </a:ext>
            </a:extLst>
          </p:cNvPr>
          <p:cNvSpPr txBox="1">
            <a:spLocks/>
          </p:cNvSpPr>
          <p:nvPr/>
        </p:nvSpPr>
        <p:spPr>
          <a:xfrm>
            <a:off x="1804749" y="1605775"/>
            <a:ext cx="2872833" cy="405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r>
              <a:rPr lang="en-US" dirty="0"/>
              <a:t>Residual Network </a:t>
            </a:r>
          </a:p>
        </p:txBody>
      </p:sp>
      <p:grpSp>
        <p:nvGrpSpPr>
          <p:cNvPr id="1776" name="Group 1775">
            <a:extLst>
              <a:ext uri="{FF2B5EF4-FFF2-40B4-BE49-F238E27FC236}">
                <a16:creationId xmlns:a16="http://schemas.microsoft.com/office/drawing/2014/main" id="{DFFD2A03-3AB0-ADDD-B7DA-58015599A549}"/>
              </a:ext>
            </a:extLst>
          </p:cNvPr>
          <p:cNvGrpSpPr/>
          <p:nvPr/>
        </p:nvGrpSpPr>
        <p:grpSpPr>
          <a:xfrm>
            <a:off x="1719406" y="2208396"/>
            <a:ext cx="4955714" cy="2029215"/>
            <a:chOff x="1719406" y="2208396"/>
            <a:chExt cx="4955714" cy="2029215"/>
          </a:xfrm>
        </p:grpSpPr>
        <p:grpSp>
          <p:nvGrpSpPr>
            <p:cNvPr id="1758" name="Group 1757">
              <a:extLst>
                <a:ext uri="{FF2B5EF4-FFF2-40B4-BE49-F238E27FC236}">
                  <a16:creationId xmlns:a16="http://schemas.microsoft.com/office/drawing/2014/main" id="{D023D491-91C3-4A8A-B540-CA816150D8F8}"/>
                </a:ext>
              </a:extLst>
            </p:cNvPr>
            <p:cNvGrpSpPr/>
            <p:nvPr/>
          </p:nvGrpSpPr>
          <p:grpSpPr>
            <a:xfrm>
              <a:off x="1719406" y="2208396"/>
              <a:ext cx="4955714" cy="2029215"/>
              <a:chOff x="1804750" y="2222319"/>
              <a:chExt cx="4824095" cy="2029215"/>
            </a:xfrm>
          </p:grpSpPr>
          <p:sp>
            <p:nvSpPr>
              <p:cNvPr id="10" name="Oval 9">
                <a:extLst>
                  <a:ext uri="{FF2B5EF4-FFF2-40B4-BE49-F238E27FC236}">
                    <a16:creationId xmlns:a16="http://schemas.microsoft.com/office/drawing/2014/main" id="{EDCA0DFF-473B-DEA4-B99A-6393E3A3DDC9}"/>
                  </a:ext>
                </a:extLst>
              </p:cNvPr>
              <p:cNvSpPr/>
              <p:nvPr/>
            </p:nvSpPr>
            <p:spPr>
              <a:xfrm>
                <a:off x="1804750"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11" name="Oval 10">
                <a:extLst>
                  <a:ext uri="{FF2B5EF4-FFF2-40B4-BE49-F238E27FC236}">
                    <a16:creationId xmlns:a16="http://schemas.microsoft.com/office/drawing/2014/main" id="{372168B3-8615-2C69-61FF-D53276FA82D4}"/>
                  </a:ext>
                </a:extLst>
              </p:cNvPr>
              <p:cNvSpPr/>
              <p:nvPr/>
            </p:nvSpPr>
            <p:spPr>
              <a:xfrm>
                <a:off x="2780110" y="234081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12" name="Oval 11">
                <a:extLst>
                  <a:ext uri="{FF2B5EF4-FFF2-40B4-BE49-F238E27FC236}">
                    <a16:creationId xmlns:a16="http://schemas.microsoft.com/office/drawing/2014/main" id="{8EA2BE2D-0EEF-390F-0D3F-4FF985896C6A}"/>
                  </a:ext>
                </a:extLst>
              </p:cNvPr>
              <p:cNvSpPr/>
              <p:nvPr/>
            </p:nvSpPr>
            <p:spPr>
              <a:xfrm>
                <a:off x="4067239" y="234658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13" name="Oval 12">
                <a:extLst>
                  <a:ext uri="{FF2B5EF4-FFF2-40B4-BE49-F238E27FC236}">
                    <a16:creationId xmlns:a16="http://schemas.microsoft.com/office/drawing/2014/main" id="{BCB146DA-E000-2FDE-1F67-BCEA97F7C979}"/>
                  </a:ext>
                </a:extLst>
              </p:cNvPr>
              <p:cNvSpPr/>
              <p:nvPr/>
            </p:nvSpPr>
            <p:spPr>
              <a:xfrm>
                <a:off x="5354368" y="235235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14" name="Oval 13">
                <a:extLst>
                  <a:ext uri="{FF2B5EF4-FFF2-40B4-BE49-F238E27FC236}">
                    <a16:creationId xmlns:a16="http://schemas.microsoft.com/office/drawing/2014/main" id="{5F6DC194-1507-55DD-8647-F587A814745F}"/>
                  </a:ext>
                </a:extLst>
              </p:cNvPr>
              <p:cNvSpPr/>
              <p:nvPr/>
            </p:nvSpPr>
            <p:spPr>
              <a:xfrm>
                <a:off x="6225864"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15" name="Oval 14">
                <a:extLst>
                  <a:ext uri="{FF2B5EF4-FFF2-40B4-BE49-F238E27FC236}">
                    <a16:creationId xmlns:a16="http://schemas.microsoft.com/office/drawing/2014/main" id="{49184972-B81A-1FF6-F450-A13F4FA899D2}"/>
                  </a:ext>
                </a:extLst>
              </p:cNvPr>
              <p:cNvSpPr/>
              <p:nvPr/>
            </p:nvSpPr>
            <p:spPr>
              <a:xfrm>
                <a:off x="2764994" y="371521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17" name="Oval 16">
                <a:extLst>
                  <a:ext uri="{FF2B5EF4-FFF2-40B4-BE49-F238E27FC236}">
                    <a16:creationId xmlns:a16="http://schemas.microsoft.com/office/drawing/2014/main" id="{4C37D8A6-1E94-8676-F3BC-C8F9C9D90425}"/>
                  </a:ext>
                </a:extLst>
              </p:cNvPr>
              <p:cNvSpPr/>
              <p:nvPr/>
            </p:nvSpPr>
            <p:spPr>
              <a:xfrm>
                <a:off x="3418776" y="307335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8" name="Oval 17">
                <a:extLst>
                  <a:ext uri="{FF2B5EF4-FFF2-40B4-BE49-F238E27FC236}">
                    <a16:creationId xmlns:a16="http://schemas.microsoft.com/office/drawing/2014/main" id="{384C33F9-7282-5709-7D7F-887C97E8EE70}"/>
                  </a:ext>
                </a:extLst>
              </p:cNvPr>
              <p:cNvSpPr/>
              <p:nvPr/>
            </p:nvSpPr>
            <p:spPr>
              <a:xfrm>
                <a:off x="406723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9" name="Oval 18">
                <a:extLst>
                  <a:ext uri="{FF2B5EF4-FFF2-40B4-BE49-F238E27FC236}">
                    <a16:creationId xmlns:a16="http://schemas.microsoft.com/office/drawing/2014/main" id="{688FA260-C3CF-A8A0-3827-E61866F429F5}"/>
                  </a:ext>
                </a:extLst>
              </p:cNvPr>
              <p:cNvSpPr/>
              <p:nvPr/>
            </p:nvSpPr>
            <p:spPr>
              <a:xfrm>
                <a:off x="535436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21" name="Straight Arrow Connector 20">
                <a:extLst>
                  <a:ext uri="{FF2B5EF4-FFF2-40B4-BE49-F238E27FC236}">
                    <a16:creationId xmlns:a16="http://schemas.microsoft.com/office/drawing/2014/main" id="{6E5B4342-101F-4EC4-960E-0378C3DE2DFE}"/>
                  </a:ext>
                </a:extLst>
              </p:cNvPr>
              <p:cNvCxnSpPr>
                <a:cxnSpLocks/>
                <a:stCxn id="10" idx="7"/>
              </p:cNvCxnSpPr>
              <p:nvPr/>
            </p:nvCxnSpPr>
            <p:spPr>
              <a:xfrm flipV="1">
                <a:off x="2148716" y="2599425"/>
                <a:ext cx="631394"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FA10C75-3DC1-9306-A8D8-159902572624}"/>
                  </a:ext>
                </a:extLst>
              </p:cNvPr>
              <p:cNvCxnSpPr>
                <a:cxnSpLocks/>
                <a:stCxn id="10" idx="5"/>
              </p:cNvCxnSpPr>
              <p:nvPr/>
            </p:nvCxnSpPr>
            <p:spPr>
              <a:xfrm>
                <a:off x="2148716" y="3338801"/>
                <a:ext cx="631394"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8F7A441E-19D0-4D8A-21DC-C164FDC20906}"/>
                  </a:ext>
                </a:extLst>
              </p:cNvPr>
              <p:cNvCxnSpPr>
                <a:cxnSpLocks/>
              </p:cNvCxnSpPr>
              <p:nvPr/>
            </p:nvCxnSpPr>
            <p:spPr>
              <a:xfrm flipV="1">
                <a:off x="3748852" y="2646430"/>
                <a:ext cx="363512"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F757D64A-BE85-5D74-9834-197E3CEA7313}"/>
                  </a:ext>
                </a:extLst>
              </p:cNvPr>
              <p:cNvCxnSpPr>
                <a:cxnSpLocks/>
                <a:stCxn id="13" idx="6"/>
                <a:endCxn id="14" idx="0"/>
              </p:cNvCxnSpPr>
              <p:nvPr/>
            </p:nvCxnSpPr>
            <p:spPr>
              <a:xfrm>
                <a:off x="5757349" y="2538678"/>
                <a:ext cx="67000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01A6D23C-CA69-484D-F290-FC8DDEEB8388}"/>
                  </a:ext>
                </a:extLst>
              </p:cNvPr>
              <p:cNvCxnSpPr>
                <a:cxnSpLocks/>
                <a:stCxn id="19" idx="6"/>
                <a:endCxn id="14" idx="4"/>
              </p:cNvCxnSpPr>
              <p:nvPr/>
            </p:nvCxnSpPr>
            <p:spPr>
              <a:xfrm flipV="1">
                <a:off x="5757349" y="3393373"/>
                <a:ext cx="670006" cy="530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3895EE07-611C-D84C-D6BF-1CA5184C273A}"/>
                  </a:ext>
                </a:extLst>
              </p:cNvPr>
              <p:cNvCxnSpPr/>
              <p:nvPr/>
            </p:nvCxnSpPr>
            <p:spPr>
              <a:xfrm>
                <a:off x="3162214" y="3905426"/>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8" name="Straight Arrow Connector 1727">
                <a:extLst>
                  <a:ext uri="{FF2B5EF4-FFF2-40B4-BE49-F238E27FC236}">
                    <a16:creationId xmlns:a16="http://schemas.microsoft.com/office/drawing/2014/main" id="{B7225CE8-1277-E7FE-D55E-7304BD1FDAA6}"/>
                  </a:ext>
                </a:extLst>
              </p:cNvPr>
              <p:cNvCxnSpPr/>
              <p:nvPr/>
            </p:nvCxnSpPr>
            <p:spPr>
              <a:xfrm>
                <a:off x="4470220" y="3931275"/>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922DEFF4-2BEE-E47B-B6EA-565ED58AAB96}"/>
                  </a:ext>
                </a:extLst>
              </p:cNvPr>
              <p:cNvCxnSpPr>
                <a:cxnSpLocks/>
                <a:endCxn id="19" idx="1"/>
              </p:cNvCxnSpPr>
              <p:nvPr/>
            </p:nvCxnSpPr>
            <p:spPr>
              <a:xfrm>
                <a:off x="4386002" y="2701918"/>
                <a:ext cx="1027381"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1" name="TextBox 1730">
                <a:extLst>
                  <a:ext uri="{FF2B5EF4-FFF2-40B4-BE49-F238E27FC236}">
                    <a16:creationId xmlns:a16="http://schemas.microsoft.com/office/drawing/2014/main" id="{C0A7954E-956A-D188-5A21-10EA843C79CE}"/>
                  </a:ext>
                </a:extLst>
              </p:cNvPr>
              <p:cNvSpPr txBox="1"/>
              <p:nvPr/>
            </p:nvSpPr>
            <p:spPr>
              <a:xfrm>
                <a:off x="2045095" y="2335929"/>
                <a:ext cx="538838"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a:t>
                </a:r>
              </a:p>
            </p:txBody>
          </p:sp>
          <p:sp>
            <p:nvSpPr>
              <p:cNvPr id="1732" name="TextBox 1731">
                <a:extLst>
                  <a:ext uri="{FF2B5EF4-FFF2-40B4-BE49-F238E27FC236}">
                    <a16:creationId xmlns:a16="http://schemas.microsoft.com/office/drawing/2014/main" id="{73EA6563-D5E9-7A16-B8DC-8A8B4068138F}"/>
                  </a:ext>
                </a:extLst>
              </p:cNvPr>
              <p:cNvSpPr txBox="1"/>
              <p:nvPr/>
            </p:nvSpPr>
            <p:spPr>
              <a:xfrm>
                <a:off x="3367614" y="2222319"/>
                <a:ext cx="61181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33" name="TextBox 1732">
                <a:extLst>
                  <a:ext uri="{FF2B5EF4-FFF2-40B4-BE49-F238E27FC236}">
                    <a16:creationId xmlns:a16="http://schemas.microsoft.com/office/drawing/2014/main" id="{1BF4FA15-261C-4D2B-0CA7-43934A6BA677}"/>
                  </a:ext>
                </a:extLst>
              </p:cNvPr>
              <p:cNvSpPr txBox="1"/>
              <p:nvPr/>
            </p:nvSpPr>
            <p:spPr>
              <a:xfrm>
                <a:off x="4561583" y="2228024"/>
                <a:ext cx="644804"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34" name="TextBox 1733">
                <a:extLst>
                  <a:ext uri="{FF2B5EF4-FFF2-40B4-BE49-F238E27FC236}">
                    <a16:creationId xmlns:a16="http://schemas.microsoft.com/office/drawing/2014/main" id="{7CEF41AD-2362-F0CF-169D-F40A588F6B2A}"/>
                  </a:ext>
                </a:extLst>
              </p:cNvPr>
              <p:cNvSpPr txBox="1"/>
              <p:nvPr/>
            </p:nvSpPr>
            <p:spPr>
              <a:xfrm>
                <a:off x="5977628" y="252037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1737" name="TextBox 1736">
                <a:extLst>
                  <a:ext uri="{FF2B5EF4-FFF2-40B4-BE49-F238E27FC236}">
                    <a16:creationId xmlns:a16="http://schemas.microsoft.com/office/drawing/2014/main" id="{72ACC80D-E315-29B2-CFA0-94C697EC78E5}"/>
                  </a:ext>
                </a:extLst>
              </p:cNvPr>
              <p:cNvSpPr txBox="1"/>
              <p:nvPr/>
            </p:nvSpPr>
            <p:spPr>
              <a:xfrm>
                <a:off x="5739590" y="3385798"/>
                <a:ext cx="66875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38" name="TextBox 1737">
                <a:extLst>
                  <a:ext uri="{FF2B5EF4-FFF2-40B4-BE49-F238E27FC236}">
                    <a16:creationId xmlns:a16="http://schemas.microsoft.com/office/drawing/2014/main" id="{BAB1A5A3-5DF0-85D1-C9C3-6653168AE4FF}"/>
                  </a:ext>
                </a:extLst>
              </p:cNvPr>
              <p:cNvSpPr txBox="1"/>
              <p:nvPr/>
            </p:nvSpPr>
            <p:spPr>
              <a:xfrm>
                <a:off x="4684361" y="3943757"/>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6</a:t>
                </a:r>
              </a:p>
            </p:txBody>
          </p:sp>
          <p:sp>
            <p:nvSpPr>
              <p:cNvPr id="1739" name="TextBox 1738">
                <a:extLst>
                  <a:ext uri="{FF2B5EF4-FFF2-40B4-BE49-F238E27FC236}">
                    <a16:creationId xmlns:a16="http://schemas.microsoft.com/office/drawing/2014/main" id="{204D4A47-416D-F09B-6F95-C65570AD00AB}"/>
                  </a:ext>
                </a:extLst>
              </p:cNvPr>
              <p:cNvSpPr txBox="1"/>
              <p:nvPr/>
            </p:nvSpPr>
            <p:spPr>
              <a:xfrm>
                <a:off x="3374013" y="391546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40" name="TextBox 1739">
                <a:extLst>
                  <a:ext uri="{FF2B5EF4-FFF2-40B4-BE49-F238E27FC236}">
                    <a16:creationId xmlns:a16="http://schemas.microsoft.com/office/drawing/2014/main" id="{73FD9B0F-1065-6F50-EF9C-5B806D05DEAA}"/>
                  </a:ext>
                </a:extLst>
              </p:cNvPr>
              <p:cNvSpPr txBox="1"/>
              <p:nvPr/>
            </p:nvSpPr>
            <p:spPr>
              <a:xfrm>
                <a:off x="2082321" y="3583502"/>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12</a:t>
                </a:r>
              </a:p>
            </p:txBody>
          </p:sp>
          <p:sp>
            <p:nvSpPr>
              <p:cNvPr id="1742" name="TextBox 1741">
                <a:extLst>
                  <a:ext uri="{FF2B5EF4-FFF2-40B4-BE49-F238E27FC236}">
                    <a16:creationId xmlns:a16="http://schemas.microsoft.com/office/drawing/2014/main" id="{D2F64005-8E8C-66DD-D445-874B62CEB816}"/>
                  </a:ext>
                </a:extLst>
              </p:cNvPr>
              <p:cNvSpPr txBox="1"/>
              <p:nvPr/>
            </p:nvSpPr>
            <p:spPr>
              <a:xfrm>
                <a:off x="3520062" y="270859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1743" name="TextBox 1742">
                <a:extLst>
                  <a:ext uri="{FF2B5EF4-FFF2-40B4-BE49-F238E27FC236}">
                    <a16:creationId xmlns:a16="http://schemas.microsoft.com/office/drawing/2014/main" id="{DB81BE58-9329-2F32-BF9E-C5684A78C577}"/>
                  </a:ext>
                </a:extLst>
              </p:cNvPr>
              <p:cNvSpPr txBox="1"/>
              <p:nvPr/>
            </p:nvSpPr>
            <p:spPr>
              <a:xfrm>
                <a:off x="3074810" y="336892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44" name="TextBox 1743">
                <a:extLst>
                  <a:ext uri="{FF2B5EF4-FFF2-40B4-BE49-F238E27FC236}">
                    <a16:creationId xmlns:a16="http://schemas.microsoft.com/office/drawing/2014/main" id="{DE7DD5EB-6DFC-D976-4112-E571FC270FAA}"/>
                  </a:ext>
                </a:extLst>
              </p:cNvPr>
              <p:cNvSpPr txBox="1"/>
              <p:nvPr/>
            </p:nvSpPr>
            <p:spPr>
              <a:xfrm>
                <a:off x="2652229" y="3103790"/>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1745" name="Straight Arrow Connector 1744">
                <a:extLst>
                  <a:ext uri="{FF2B5EF4-FFF2-40B4-BE49-F238E27FC236}">
                    <a16:creationId xmlns:a16="http://schemas.microsoft.com/office/drawing/2014/main" id="{CE430DDE-C358-B7E9-014A-E43DD0E25655}"/>
                  </a:ext>
                </a:extLst>
              </p:cNvPr>
              <p:cNvCxnSpPr>
                <a:cxnSpLocks/>
                <a:stCxn id="11" idx="4"/>
                <a:endCxn id="15" idx="0"/>
              </p:cNvCxnSpPr>
              <p:nvPr/>
            </p:nvCxnSpPr>
            <p:spPr>
              <a:xfrm flipH="1">
                <a:off x="2966485" y="2713458"/>
                <a:ext cx="15116"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48" name="TextBox 1747">
                <a:extLst>
                  <a:ext uri="{FF2B5EF4-FFF2-40B4-BE49-F238E27FC236}">
                    <a16:creationId xmlns:a16="http://schemas.microsoft.com/office/drawing/2014/main" id="{D801986D-18B1-5D6A-DE65-3FF761EB8299}"/>
                  </a:ext>
                </a:extLst>
              </p:cNvPr>
              <p:cNvSpPr txBox="1"/>
              <p:nvPr/>
            </p:nvSpPr>
            <p:spPr>
              <a:xfrm>
                <a:off x="4707350" y="297033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1749" name="TextBox 1748">
                <a:extLst>
                  <a:ext uri="{FF2B5EF4-FFF2-40B4-BE49-F238E27FC236}">
                    <a16:creationId xmlns:a16="http://schemas.microsoft.com/office/drawing/2014/main" id="{66EBA73C-BAA0-FF8C-BF9D-7A75EB9CC985}"/>
                  </a:ext>
                </a:extLst>
              </p:cNvPr>
              <p:cNvSpPr txBox="1"/>
              <p:nvPr/>
            </p:nvSpPr>
            <p:spPr>
              <a:xfrm>
                <a:off x="5400842" y="2997965"/>
                <a:ext cx="48159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53" name="TextBox 1752">
                <a:extLst>
                  <a:ext uri="{FF2B5EF4-FFF2-40B4-BE49-F238E27FC236}">
                    <a16:creationId xmlns:a16="http://schemas.microsoft.com/office/drawing/2014/main" id="{1199F34B-D9C0-6A3F-499A-EEFDC761C8DE}"/>
                  </a:ext>
                </a:extLst>
              </p:cNvPr>
              <p:cNvSpPr txBox="1"/>
              <p:nvPr/>
            </p:nvSpPr>
            <p:spPr>
              <a:xfrm>
                <a:off x="3774624" y="333880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cxnSp>
            <p:nvCxnSpPr>
              <p:cNvPr id="1754" name="Straight Arrow Connector 1753">
                <a:extLst>
                  <a:ext uri="{FF2B5EF4-FFF2-40B4-BE49-F238E27FC236}">
                    <a16:creationId xmlns:a16="http://schemas.microsoft.com/office/drawing/2014/main" id="{006CCB50-7196-5396-3556-FC7A3B331961}"/>
                  </a:ext>
                </a:extLst>
              </p:cNvPr>
              <p:cNvCxnSpPr>
                <a:cxnSpLocks/>
                <a:stCxn id="17" idx="5"/>
                <a:endCxn id="18" idx="1"/>
              </p:cNvCxnSpPr>
              <p:nvPr/>
            </p:nvCxnSpPr>
            <p:spPr>
              <a:xfrm>
                <a:off x="3762742" y="3391421"/>
                <a:ext cx="363511"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D44282CF-C9D3-F9B1-A444-9E1E9FCD9B00}"/>
                  </a:ext>
                </a:extLst>
              </p:cNvPr>
              <p:cNvSpPr txBox="1"/>
              <p:nvPr/>
            </p:nvSpPr>
            <p:spPr>
              <a:xfrm>
                <a:off x="2241460" y="2637475"/>
                <a:ext cx="538838"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2</a:t>
                </a:r>
              </a:p>
            </p:txBody>
          </p:sp>
          <p:sp>
            <p:nvSpPr>
              <p:cNvPr id="1768" name="TextBox 1767">
                <a:extLst>
                  <a:ext uri="{FF2B5EF4-FFF2-40B4-BE49-F238E27FC236}">
                    <a16:creationId xmlns:a16="http://schemas.microsoft.com/office/drawing/2014/main" id="{75B223F7-F0DC-1547-FE27-4454931CD675}"/>
                  </a:ext>
                </a:extLst>
              </p:cNvPr>
              <p:cNvSpPr txBox="1"/>
              <p:nvPr/>
            </p:nvSpPr>
            <p:spPr>
              <a:xfrm>
                <a:off x="4940562" y="2837365"/>
                <a:ext cx="644804"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grpSp>
        <p:grpSp>
          <p:nvGrpSpPr>
            <p:cNvPr id="1775" name="Group 1774">
              <a:extLst>
                <a:ext uri="{FF2B5EF4-FFF2-40B4-BE49-F238E27FC236}">
                  <a16:creationId xmlns:a16="http://schemas.microsoft.com/office/drawing/2014/main" id="{59D8BE36-35F3-4D4F-6763-7479E7C257D2}"/>
                </a:ext>
              </a:extLst>
            </p:cNvPr>
            <p:cNvGrpSpPr/>
            <p:nvPr/>
          </p:nvGrpSpPr>
          <p:grpSpPr>
            <a:xfrm>
              <a:off x="1817106" y="2411118"/>
              <a:ext cx="4845710" cy="1449509"/>
              <a:chOff x="1817106" y="2411118"/>
              <a:chExt cx="4845710" cy="1449509"/>
            </a:xfrm>
          </p:grpSpPr>
          <p:cxnSp>
            <p:nvCxnSpPr>
              <p:cNvPr id="20" name="Connector: Curved 19">
                <a:extLst>
                  <a:ext uri="{FF2B5EF4-FFF2-40B4-BE49-F238E27FC236}">
                    <a16:creationId xmlns:a16="http://schemas.microsoft.com/office/drawing/2014/main" id="{FE3DC2BD-CB57-B1B0-BE43-AC37755CC966}"/>
                  </a:ext>
                </a:extLst>
              </p:cNvPr>
              <p:cNvCxnSpPr>
                <a:cxnSpLocks/>
              </p:cNvCxnSpPr>
              <p:nvPr/>
            </p:nvCxnSpPr>
            <p:spPr>
              <a:xfrm rot="10800000" flipV="1">
                <a:off x="1817106" y="2411118"/>
                <a:ext cx="940215" cy="640650"/>
              </a:xfrm>
              <a:prstGeom prst="curvedConnector2">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BF4BCA60-F9F3-0274-CA23-7C633792E9C4}"/>
                  </a:ext>
                </a:extLst>
              </p:cNvPr>
              <p:cNvCxnSpPr>
                <a:stCxn id="12" idx="2"/>
                <a:endCxn id="11" idx="6"/>
              </p:cNvCxnSpPr>
              <p:nvPr/>
            </p:nvCxnSpPr>
            <p:spPr>
              <a:xfrm flipH="1" flipV="1">
                <a:off x="3135353" y="2513215"/>
                <a:ext cx="908271" cy="577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a:extLst>
                  <a:ext uri="{FF2B5EF4-FFF2-40B4-BE49-F238E27FC236}">
                    <a16:creationId xmlns:a16="http://schemas.microsoft.com/office/drawing/2014/main" id="{BDE45873-9A14-70A9-6E31-66BF7560A377}"/>
                  </a:ext>
                </a:extLst>
              </p:cNvPr>
              <p:cNvCxnSpPr/>
              <p:nvPr/>
            </p:nvCxnSpPr>
            <p:spPr>
              <a:xfrm flipH="1" flipV="1">
                <a:off x="4469523" y="2507445"/>
                <a:ext cx="908271" cy="577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62" name="Freeform: Shape 1761">
                <a:extLst>
                  <a:ext uri="{FF2B5EF4-FFF2-40B4-BE49-F238E27FC236}">
                    <a16:creationId xmlns:a16="http://schemas.microsoft.com/office/drawing/2014/main" id="{5D604512-67BA-A2F8-0A3F-5D2B635368C6}"/>
                  </a:ext>
                </a:extLst>
              </p:cNvPr>
              <p:cNvSpPr/>
              <p:nvPr/>
            </p:nvSpPr>
            <p:spPr>
              <a:xfrm>
                <a:off x="5343539" y="2711074"/>
                <a:ext cx="229319" cy="1005682"/>
              </a:xfrm>
              <a:custGeom>
                <a:avLst/>
                <a:gdLst>
                  <a:gd name="connsiteX0" fmla="*/ 242665 w 242665"/>
                  <a:gd name="connsiteY0" fmla="*/ 1022888 h 1022888"/>
                  <a:gd name="connsiteX1" fmla="*/ 25689 w 242665"/>
                  <a:gd name="connsiteY1" fmla="*/ 635430 h 1022888"/>
                  <a:gd name="connsiteX2" fmla="*/ 25689 w 242665"/>
                  <a:gd name="connsiteY2" fmla="*/ 302217 h 1022888"/>
                  <a:gd name="connsiteX3" fmla="*/ 219417 w 242665"/>
                  <a:gd name="connsiteY3" fmla="*/ 0 h 1022888"/>
                </a:gdLst>
                <a:ahLst/>
                <a:cxnLst>
                  <a:cxn ang="0">
                    <a:pos x="connsiteX0" y="connsiteY0"/>
                  </a:cxn>
                  <a:cxn ang="0">
                    <a:pos x="connsiteX1" y="connsiteY1"/>
                  </a:cxn>
                  <a:cxn ang="0">
                    <a:pos x="connsiteX2" y="connsiteY2"/>
                  </a:cxn>
                  <a:cxn ang="0">
                    <a:pos x="connsiteX3" y="connsiteY3"/>
                  </a:cxn>
                </a:cxnLst>
                <a:rect l="l" t="t" r="r" b="b"/>
                <a:pathLst>
                  <a:path w="242665" h="1022888">
                    <a:moveTo>
                      <a:pt x="242665" y="1022888"/>
                    </a:moveTo>
                    <a:cubicBezTo>
                      <a:pt x="152258" y="889215"/>
                      <a:pt x="61852" y="755542"/>
                      <a:pt x="25689" y="635430"/>
                    </a:cubicBezTo>
                    <a:cubicBezTo>
                      <a:pt x="-10474" y="515318"/>
                      <a:pt x="-6599" y="408122"/>
                      <a:pt x="25689" y="302217"/>
                    </a:cubicBezTo>
                    <a:cubicBezTo>
                      <a:pt x="57977" y="196312"/>
                      <a:pt x="138697" y="98156"/>
                      <a:pt x="21941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dirty="0"/>
              </a:p>
            </p:txBody>
          </p:sp>
          <p:cxnSp>
            <p:nvCxnSpPr>
              <p:cNvPr id="1770" name="Straight Arrow Connector 1769">
                <a:extLst>
                  <a:ext uri="{FF2B5EF4-FFF2-40B4-BE49-F238E27FC236}">
                    <a16:creationId xmlns:a16="http://schemas.microsoft.com/office/drawing/2014/main" id="{8BFABA88-5092-31DB-5492-38BCC057B3B0}"/>
                  </a:ext>
                </a:extLst>
              </p:cNvPr>
              <p:cNvCxnSpPr>
                <a:stCxn id="13" idx="4"/>
                <a:endCxn id="19" idx="0"/>
              </p:cNvCxnSpPr>
              <p:nvPr/>
            </p:nvCxnSpPr>
            <p:spPr>
              <a:xfrm>
                <a:off x="5572858" y="2711075"/>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Freeform: Shape 22">
                <a:extLst>
                  <a:ext uri="{FF2B5EF4-FFF2-40B4-BE49-F238E27FC236}">
                    <a16:creationId xmlns:a16="http://schemas.microsoft.com/office/drawing/2014/main" id="{39CA6A8B-34F9-AC06-BBEB-7F94EC8267D5}"/>
                  </a:ext>
                </a:extLst>
              </p:cNvPr>
              <p:cNvSpPr/>
              <p:nvPr/>
            </p:nvSpPr>
            <p:spPr>
              <a:xfrm rot="14000420">
                <a:off x="6094106" y="3291918"/>
                <a:ext cx="218963" cy="918456"/>
              </a:xfrm>
              <a:custGeom>
                <a:avLst/>
                <a:gdLst>
                  <a:gd name="connsiteX0" fmla="*/ 242665 w 242665"/>
                  <a:gd name="connsiteY0" fmla="*/ 1022888 h 1022888"/>
                  <a:gd name="connsiteX1" fmla="*/ 25689 w 242665"/>
                  <a:gd name="connsiteY1" fmla="*/ 635430 h 1022888"/>
                  <a:gd name="connsiteX2" fmla="*/ 25689 w 242665"/>
                  <a:gd name="connsiteY2" fmla="*/ 302217 h 1022888"/>
                  <a:gd name="connsiteX3" fmla="*/ 219417 w 242665"/>
                  <a:gd name="connsiteY3" fmla="*/ 0 h 1022888"/>
                </a:gdLst>
                <a:ahLst/>
                <a:cxnLst>
                  <a:cxn ang="0">
                    <a:pos x="connsiteX0" y="connsiteY0"/>
                  </a:cxn>
                  <a:cxn ang="0">
                    <a:pos x="connsiteX1" y="connsiteY1"/>
                  </a:cxn>
                  <a:cxn ang="0">
                    <a:pos x="connsiteX2" y="connsiteY2"/>
                  </a:cxn>
                  <a:cxn ang="0">
                    <a:pos x="connsiteX3" y="connsiteY3"/>
                  </a:cxn>
                </a:cxnLst>
                <a:rect l="l" t="t" r="r" b="b"/>
                <a:pathLst>
                  <a:path w="242665" h="1022888">
                    <a:moveTo>
                      <a:pt x="242665" y="1022888"/>
                    </a:moveTo>
                    <a:cubicBezTo>
                      <a:pt x="152258" y="889215"/>
                      <a:pt x="61852" y="755542"/>
                      <a:pt x="25689" y="635430"/>
                    </a:cubicBezTo>
                    <a:cubicBezTo>
                      <a:pt x="-10474" y="515318"/>
                      <a:pt x="-6599" y="408122"/>
                      <a:pt x="25689" y="302217"/>
                    </a:cubicBezTo>
                    <a:cubicBezTo>
                      <a:pt x="57977" y="196312"/>
                      <a:pt x="138697" y="98156"/>
                      <a:pt x="21941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dirty="0"/>
              </a:p>
            </p:txBody>
          </p:sp>
        </p:grpSp>
      </p:grpSp>
      <p:sp>
        <p:nvSpPr>
          <p:cNvPr id="1777" name="TextBox 1776">
            <a:extLst>
              <a:ext uri="{FF2B5EF4-FFF2-40B4-BE49-F238E27FC236}">
                <a16:creationId xmlns:a16="http://schemas.microsoft.com/office/drawing/2014/main" id="{8E4ECED3-4025-9FB0-CB86-18C3F0669E97}"/>
              </a:ext>
            </a:extLst>
          </p:cNvPr>
          <p:cNvSpPr txBox="1"/>
          <p:nvPr/>
        </p:nvSpPr>
        <p:spPr>
          <a:xfrm>
            <a:off x="6188050" y="3656583"/>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cxnSp>
        <p:nvCxnSpPr>
          <p:cNvPr id="24" name="Straight Arrow Connector 23">
            <a:extLst>
              <a:ext uri="{FF2B5EF4-FFF2-40B4-BE49-F238E27FC236}">
                <a16:creationId xmlns:a16="http://schemas.microsoft.com/office/drawing/2014/main" id="{B4AB0BD3-4B97-25D3-7309-093892746628}"/>
              </a:ext>
            </a:extLst>
          </p:cNvPr>
          <p:cNvCxnSpPr>
            <a:cxnSpLocks/>
          </p:cNvCxnSpPr>
          <p:nvPr/>
        </p:nvCxnSpPr>
        <p:spPr>
          <a:xfrm flipV="1">
            <a:off x="3108616" y="3417009"/>
            <a:ext cx="357902"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435286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D7F891BF-52A6-68FC-BC6C-AD78F56F10FE}"/>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C750DCE7-900B-35A9-B22B-2BDD38C3928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sp>
        <p:nvSpPr>
          <p:cNvPr id="4" name="Subtitle 3">
            <a:extLst>
              <a:ext uri="{FF2B5EF4-FFF2-40B4-BE49-F238E27FC236}">
                <a16:creationId xmlns:a16="http://schemas.microsoft.com/office/drawing/2014/main" id="{BC255126-8C02-E172-9FB6-D30C4681C061}"/>
              </a:ext>
            </a:extLst>
          </p:cNvPr>
          <p:cNvSpPr>
            <a:spLocks noGrp="1"/>
          </p:cNvSpPr>
          <p:nvPr>
            <p:ph type="subTitle" idx="5"/>
          </p:nvPr>
        </p:nvSpPr>
        <p:spPr/>
        <p:txBody>
          <a:bodyPr/>
          <a:lstStyle/>
          <a:p>
            <a:r>
              <a:rPr lang="en-US" dirty="0"/>
              <a:t>Iteration 2 </a:t>
            </a:r>
          </a:p>
        </p:txBody>
      </p:sp>
      <p:grpSp>
        <p:nvGrpSpPr>
          <p:cNvPr id="23" name="Group 22">
            <a:extLst>
              <a:ext uri="{FF2B5EF4-FFF2-40B4-BE49-F238E27FC236}">
                <a16:creationId xmlns:a16="http://schemas.microsoft.com/office/drawing/2014/main" id="{1E962042-FCCA-AFAA-3D97-ED238ED59657}"/>
              </a:ext>
            </a:extLst>
          </p:cNvPr>
          <p:cNvGrpSpPr/>
          <p:nvPr/>
        </p:nvGrpSpPr>
        <p:grpSpPr>
          <a:xfrm>
            <a:off x="1719406" y="2214101"/>
            <a:ext cx="5155646" cy="2023510"/>
            <a:chOff x="1719406" y="2214101"/>
            <a:chExt cx="5155646" cy="2023510"/>
          </a:xfrm>
        </p:grpSpPr>
        <p:grpSp>
          <p:nvGrpSpPr>
            <p:cNvPr id="24" name="Group 23">
              <a:extLst>
                <a:ext uri="{FF2B5EF4-FFF2-40B4-BE49-F238E27FC236}">
                  <a16:creationId xmlns:a16="http://schemas.microsoft.com/office/drawing/2014/main" id="{D397EEBA-CF48-BEA8-A61F-4D3C97DAB559}"/>
                </a:ext>
              </a:extLst>
            </p:cNvPr>
            <p:cNvGrpSpPr/>
            <p:nvPr/>
          </p:nvGrpSpPr>
          <p:grpSpPr>
            <a:xfrm>
              <a:off x="1719406" y="2214101"/>
              <a:ext cx="5155646" cy="2023510"/>
              <a:chOff x="1804750" y="2228024"/>
              <a:chExt cx="5018717" cy="2023510"/>
            </a:xfrm>
          </p:grpSpPr>
          <p:sp>
            <p:nvSpPr>
              <p:cNvPr id="33" name="Oval 32">
                <a:extLst>
                  <a:ext uri="{FF2B5EF4-FFF2-40B4-BE49-F238E27FC236}">
                    <a16:creationId xmlns:a16="http://schemas.microsoft.com/office/drawing/2014/main" id="{D15AA9BD-EC7D-7944-000D-EB0983298067}"/>
                  </a:ext>
                </a:extLst>
              </p:cNvPr>
              <p:cNvSpPr/>
              <p:nvPr/>
            </p:nvSpPr>
            <p:spPr>
              <a:xfrm>
                <a:off x="1804750"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34" name="Oval 33">
                <a:extLst>
                  <a:ext uri="{FF2B5EF4-FFF2-40B4-BE49-F238E27FC236}">
                    <a16:creationId xmlns:a16="http://schemas.microsoft.com/office/drawing/2014/main" id="{9B645D89-32BA-064F-4B19-53E0119935C9}"/>
                  </a:ext>
                </a:extLst>
              </p:cNvPr>
              <p:cNvSpPr/>
              <p:nvPr/>
            </p:nvSpPr>
            <p:spPr>
              <a:xfrm>
                <a:off x="2780110" y="234081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37" name="Oval 36">
                <a:extLst>
                  <a:ext uri="{FF2B5EF4-FFF2-40B4-BE49-F238E27FC236}">
                    <a16:creationId xmlns:a16="http://schemas.microsoft.com/office/drawing/2014/main" id="{8F91EB1A-BA11-6622-B1A7-FE4D0094E4E7}"/>
                  </a:ext>
                </a:extLst>
              </p:cNvPr>
              <p:cNvSpPr/>
              <p:nvPr/>
            </p:nvSpPr>
            <p:spPr>
              <a:xfrm>
                <a:off x="4067239" y="234658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38" name="Oval 37">
                <a:extLst>
                  <a:ext uri="{FF2B5EF4-FFF2-40B4-BE49-F238E27FC236}">
                    <a16:creationId xmlns:a16="http://schemas.microsoft.com/office/drawing/2014/main" id="{F6420297-2CC4-C4C1-053B-3AD7C6C2FBD3}"/>
                  </a:ext>
                </a:extLst>
              </p:cNvPr>
              <p:cNvSpPr/>
              <p:nvPr/>
            </p:nvSpPr>
            <p:spPr>
              <a:xfrm>
                <a:off x="5354368" y="235235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39" name="Oval 38">
                <a:extLst>
                  <a:ext uri="{FF2B5EF4-FFF2-40B4-BE49-F238E27FC236}">
                    <a16:creationId xmlns:a16="http://schemas.microsoft.com/office/drawing/2014/main" id="{0CC8AEE5-A1D9-08A2-A2DF-EA18C446810A}"/>
                  </a:ext>
                </a:extLst>
              </p:cNvPr>
              <p:cNvSpPr/>
              <p:nvPr/>
            </p:nvSpPr>
            <p:spPr>
              <a:xfrm>
                <a:off x="6225864"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40" name="Oval 39">
                <a:extLst>
                  <a:ext uri="{FF2B5EF4-FFF2-40B4-BE49-F238E27FC236}">
                    <a16:creationId xmlns:a16="http://schemas.microsoft.com/office/drawing/2014/main" id="{791293A7-012C-E4E6-C92A-AA8AA5C41077}"/>
                  </a:ext>
                </a:extLst>
              </p:cNvPr>
              <p:cNvSpPr/>
              <p:nvPr/>
            </p:nvSpPr>
            <p:spPr>
              <a:xfrm>
                <a:off x="2764994" y="371521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41" name="Oval 40">
                <a:extLst>
                  <a:ext uri="{FF2B5EF4-FFF2-40B4-BE49-F238E27FC236}">
                    <a16:creationId xmlns:a16="http://schemas.microsoft.com/office/drawing/2014/main" id="{8CCB07E8-2905-C136-5655-9502D5F67C80}"/>
                  </a:ext>
                </a:extLst>
              </p:cNvPr>
              <p:cNvSpPr/>
              <p:nvPr/>
            </p:nvSpPr>
            <p:spPr>
              <a:xfrm>
                <a:off x="3418776" y="307335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42" name="Oval 41">
                <a:extLst>
                  <a:ext uri="{FF2B5EF4-FFF2-40B4-BE49-F238E27FC236}">
                    <a16:creationId xmlns:a16="http://schemas.microsoft.com/office/drawing/2014/main" id="{92B8AE78-1679-DBAF-B8AB-2F2D120AD9E2}"/>
                  </a:ext>
                </a:extLst>
              </p:cNvPr>
              <p:cNvSpPr/>
              <p:nvPr/>
            </p:nvSpPr>
            <p:spPr>
              <a:xfrm>
                <a:off x="406723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43" name="Oval 42">
                <a:extLst>
                  <a:ext uri="{FF2B5EF4-FFF2-40B4-BE49-F238E27FC236}">
                    <a16:creationId xmlns:a16="http://schemas.microsoft.com/office/drawing/2014/main" id="{77CAFB79-2E3D-4D47-FDA8-EBD26957CBCA}"/>
                  </a:ext>
                </a:extLst>
              </p:cNvPr>
              <p:cNvSpPr/>
              <p:nvPr/>
            </p:nvSpPr>
            <p:spPr>
              <a:xfrm>
                <a:off x="535436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44" name="Straight Arrow Connector 43">
                <a:extLst>
                  <a:ext uri="{FF2B5EF4-FFF2-40B4-BE49-F238E27FC236}">
                    <a16:creationId xmlns:a16="http://schemas.microsoft.com/office/drawing/2014/main" id="{C2A0DC65-8781-51DC-0890-9913612B412A}"/>
                  </a:ext>
                </a:extLst>
              </p:cNvPr>
              <p:cNvCxnSpPr>
                <a:cxnSpLocks/>
                <a:stCxn id="33" idx="7"/>
              </p:cNvCxnSpPr>
              <p:nvPr/>
            </p:nvCxnSpPr>
            <p:spPr>
              <a:xfrm flipV="1">
                <a:off x="2148716" y="2599425"/>
                <a:ext cx="631394"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3D97999B-6730-FDE9-EDDD-4BF032A9FB32}"/>
                  </a:ext>
                </a:extLst>
              </p:cNvPr>
              <p:cNvCxnSpPr>
                <a:cxnSpLocks/>
                <a:stCxn id="33" idx="5"/>
              </p:cNvCxnSpPr>
              <p:nvPr/>
            </p:nvCxnSpPr>
            <p:spPr>
              <a:xfrm>
                <a:off x="2148716" y="3338801"/>
                <a:ext cx="631394"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A249F511-76EE-AFF3-14C7-7D9426203346}"/>
                  </a:ext>
                </a:extLst>
              </p:cNvPr>
              <p:cNvCxnSpPr>
                <a:cxnSpLocks/>
              </p:cNvCxnSpPr>
              <p:nvPr/>
            </p:nvCxnSpPr>
            <p:spPr>
              <a:xfrm flipV="1">
                <a:off x="3748852" y="2646430"/>
                <a:ext cx="363512"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9816CE49-489C-A3E0-5C1E-5568BC657A45}"/>
                  </a:ext>
                </a:extLst>
              </p:cNvPr>
              <p:cNvCxnSpPr>
                <a:cxnSpLocks/>
              </p:cNvCxnSpPr>
              <p:nvPr/>
            </p:nvCxnSpPr>
            <p:spPr>
              <a:xfrm flipV="1">
                <a:off x="3157064" y="3430932"/>
                <a:ext cx="348396"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37D29E7D-C4AE-D5DA-B700-33DD766887A2}"/>
                  </a:ext>
                </a:extLst>
              </p:cNvPr>
              <p:cNvCxnSpPr>
                <a:cxnSpLocks/>
                <a:stCxn id="38" idx="6"/>
                <a:endCxn id="39" idx="0"/>
              </p:cNvCxnSpPr>
              <p:nvPr/>
            </p:nvCxnSpPr>
            <p:spPr>
              <a:xfrm>
                <a:off x="5757349" y="2538678"/>
                <a:ext cx="67000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8DA517CB-F856-F849-B4F9-D8A6E42BCA83}"/>
                  </a:ext>
                </a:extLst>
              </p:cNvPr>
              <p:cNvCxnSpPr>
                <a:cxnSpLocks/>
                <a:stCxn id="43" idx="6"/>
                <a:endCxn id="39" idx="4"/>
              </p:cNvCxnSpPr>
              <p:nvPr/>
            </p:nvCxnSpPr>
            <p:spPr>
              <a:xfrm flipV="1">
                <a:off x="5757349" y="3393373"/>
                <a:ext cx="670006" cy="530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B8C1CC8A-DF97-3BF2-C2BA-30B7AC38E208}"/>
                  </a:ext>
                </a:extLst>
              </p:cNvPr>
              <p:cNvCxnSpPr/>
              <p:nvPr/>
            </p:nvCxnSpPr>
            <p:spPr>
              <a:xfrm>
                <a:off x="3162214" y="3905426"/>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101F21D6-498C-CECC-785B-A10A4E00650F}"/>
                  </a:ext>
                </a:extLst>
              </p:cNvPr>
              <p:cNvCxnSpPr/>
              <p:nvPr/>
            </p:nvCxnSpPr>
            <p:spPr>
              <a:xfrm>
                <a:off x="4470220" y="3931275"/>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B30F662C-F96C-376E-5EED-CA253A608D1F}"/>
                  </a:ext>
                </a:extLst>
              </p:cNvPr>
              <p:cNvCxnSpPr>
                <a:cxnSpLocks/>
                <a:endCxn id="43" idx="1"/>
              </p:cNvCxnSpPr>
              <p:nvPr/>
            </p:nvCxnSpPr>
            <p:spPr>
              <a:xfrm>
                <a:off x="4386002" y="2701918"/>
                <a:ext cx="1027381"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3D262D3A-31EC-94CE-DA38-4C5603518CA7}"/>
                  </a:ext>
                </a:extLst>
              </p:cNvPr>
              <p:cNvSpPr txBox="1"/>
              <p:nvPr/>
            </p:nvSpPr>
            <p:spPr>
              <a:xfrm>
                <a:off x="2045095" y="2335929"/>
                <a:ext cx="538838"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a:t>
                </a:r>
              </a:p>
            </p:txBody>
          </p:sp>
          <p:sp>
            <p:nvSpPr>
              <p:cNvPr id="55" name="TextBox 54">
                <a:extLst>
                  <a:ext uri="{FF2B5EF4-FFF2-40B4-BE49-F238E27FC236}">
                    <a16:creationId xmlns:a16="http://schemas.microsoft.com/office/drawing/2014/main" id="{3F848FC8-C27F-A70C-1C53-CFD449292969}"/>
                  </a:ext>
                </a:extLst>
              </p:cNvPr>
              <p:cNvSpPr txBox="1"/>
              <p:nvPr/>
            </p:nvSpPr>
            <p:spPr>
              <a:xfrm>
                <a:off x="3384580" y="2230441"/>
                <a:ext cx="61181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58" name="TextBox 57">
                <a:extLst>
                  <a:ext uri="{FF2B5EF4-FFF2-40B4-BE49-F238E27FC236}">
                    <a16:creationId xmlns:a16="http://schemas.microsoft.com/office/drawing/2014/main" id="{1C80BDAF-61CD-7C44-2107-3F352DB98790}"/>
                  </a:ext>
                </a:extLst>
              </p:cNvPr>
              <p:cNvSpPr txBox="1"/>
              <p:nvPr/>
            </p:nvSpPr>
            <p:spPr>
              <a:xfrm>
                <a:off x="4561583" y="2228024"/>
                <a:ext cx="644804"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59" name="TextBox 58">
                <a:extLst>
                  <a:ext uri="{FF2B5EF4-FFF2-40B4-BE49-F238E27FC236}">
                    <a16:creationId xmlns:a16="http://schemas.microsoft.com/office/drawing/2014/main" id="{991BFDF3-394A-1DDC-9A24-275095F1CDBE}"/>
                  </a:ext>
                </a:extLst>
              </p:cNvPr>
              <p:cNvSpPr txBox="1"/>
              <p:nvPr/>
            </p:nvSpPr>
            <p:spPr>
              <a:xfrm>
                <a:off x="5977628" y="252037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61" name="TextBox 60">
                <a:extLst>
                  <a:ext uri="{FF2B5EF4-FFF2-40B4-BE49-F238E27FC236}">
                    <a16:creationId xmlns:a16="http://schemas.microsoft.com/office/drawing/2014/main" id="{140FB0CA-C733-BE2B-4D2B-B00C31AD1D0E}"/>
                  </a:ext>
                </a:extLst>
              </p:cNvPr>
              <p:cNvSpPr txBox="1"/>
              <p:nvPr/>
            </p:nvSpPr>
            <p:spPr>
              <a:xfrm>
                <a:off x="5739590" y="3385798"/>
                <a:ext cx="66875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62" name="TextBox 61">
                <a:extLst>
                  <a:ext uri="{FF2B5EF4-FFF2-40B4-BE49-F238E27FC236}">
                    <a16:creationId xmlns:a16="http://schemas.microsoft.com/office/drawing/2014/main" id="{24E8A496-08C1-A0E3-3708-30478D3B8E41}"/>
                  </a:ext>
                </a:extLst>
              </p:cNvPr>
              <p:cNvSpPr txBox="1"/>
              <p:nvPr/>
            </p:nvSpPr>
            <p:spPr>
              <a:xfrm>
                <a:off x="4684361" y="3943757"/>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6</a:t>
                </a:r>
              </a:p>
            </p:txBody>
          </p:sp>
          <p:sp>
            <p:nvSpPr>
              <p:cNvPr id="1730" name="TextBox 1729">
                <a:extLst>
                  <a:ext uri="{FF2B5EF4-FFF2-40B4-BE49-F238E27FC236}">
                    <a16:creationId xmlns:a16="http://schemas.microsoft.com/office/drawing/2014/main" id="{D773DFEF-187B-14A9-7754-201477BD2933}"/>
                  </a:ext>
                </a:extLst>
              </p:cNvPr>
              <p:cNvSpPr txBox="1"/>
              <p:nvPr/>
            </p:nvSpPr>
            <p:spPr>
              <a:xfrm>
                <a:off x="3374013" y="391546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36" name="TextBox 1735">
                <a:extLst>
                  <a:ext uri="{FF2B5EF4-FFF2-40B4-BE49-F238E27FC236}">
                    <a16:creationId xmlns:a16="http://schemas.microsoft.com/office/drawing/2014/main" id="{1C1EBE92-E27F-ABCA-B0AB-C3406F009A4C}"/>
                  </a:ext>
                </a:extLst>
              </p:cNvPr>
              <p:cNvSpPr txBox="1"/>
              <p:nvPr/>
            </p:nvSpPr>
            <p:spPr>
              <a:xfrm>
                <a:off x="2082321" y="3583502"/>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12</a:t>
                </a:r>
              </a:p>
            </p:txBody>
          </p:sp>
          <p:sp>
            <p:nvSpPr>
              <p:cNvPr id="1741" name="TextBox 1740">
                <a:extLst>
                  <a:ext uri="{FF2B5EF4-FFF2-40B4-BE49-F238E27FC236}">
                    <a16:creationId xmlns:a16="http://schemas.microsoft.com/office/drawing/2014/main" id="{4A62CB7A-42E0-3980-F7D8-DAEA0F37DC29}"/>
                  </a:ext>
                </a:extLst>
              </p:cNvPr>
              <p:cNvSpPr txBox="1"/>
              <p:nvPr/>
            </p:nvSpPr>
            <p:spPr>
              <a:xfrm>
                <a:off x="3520062" y="270859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1746" name="TextBox 1745">
                <a:extLst>
                  <a:ext uri="{FF2B5EF4-FFF2-40B4-BE49-F238E27FC236}">
                    <a16:creationId xmlns:a16="http://schemas.microsoft.com/office/drawing/2014/main" id="{BD527ECE-804F-017E-9C54-4BE94DA8738F}"/>
                  </a:ext>
                </a:extLst>
              </p:cNvPr>
              <p:cNvSpPr txBox="1"/>
              <p:nvPr/>
            </p:nvSpPr>
            <p:spPr>
              <a:xfrm>
                <a:off x="3074810" y="336892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47" name="TextBox 1746">
                <a:extLst>
                  <a:ext uri="{FF2B5EF4-FFF2-40B4-BE49-F238E27FC236}">
                    <a16:creationId xmlns:a16="http://schemas.microsoft.com/office/drawing/2014/main" id="{CD5380B2-C508-46D6-09D3-D9FB4A7F5719}"/>
                  </a:ext>
                </a:extLst>
              </p:cNvPr>
              <p:cNvSpPr txBox="1"/>
              <p:nvPr/>
            </p:nvSpPr>
            <p:spPr>
              <a:xfrm>
                <a:off x="2652229" y="3103790"/>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1751" name="Straight Arrow Connector 1750">
                <a:extLst>
                  <a:ext uri="{FF2B5EF4-FFF2-40B4-BE49-F238E27FC236}">
                    <a16:creationId xmlns:a16="http://schemas.microsoft.com/office/drawing/2014/main" id="{6DF1064F-EAAE-6F00-27B3-9B19C2BA23D4}"/>
                  </a:ext>
                </a:extLst>
              </p:cNvPr>
              <p:cNvCxnSpPr>
                <a:cxnSpLocks/>
                <a:stCxn id="34" idx="4"/>
                <a:endCxn id="40" idx="0"/>
              </p:cNvCxnSpPr>
              <p:nvPr/>
            </p:nvCxnSpPr>
            <p:spPr>
              <a:xfrm flipH="1">
                <a:off x="2966485" y="2713458"/>
                <a:ext cx="15116"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2" name="TextBox 1751">
                <a:extLst>
                  <a:ext uri="{FF2B5EF4-FFF2-40B4-BE49-F238E27FC236}">
                    <a16:creationId xmlns:a16="http://schemas.microsoft.com/office/drawing/2014/main" id="{2F7304FF-E206-58D4-C384-4F24F7224337}"/>
                  </a:ext>
                </a:extLst>
              </p:cNvPr>
              <p:cNvSpPr txBox="1"/>
              <p:nvPr/>
            </p:nvSpPr>
            <p:spPr>
              <a:xfrm>
                <a:off x="4707350" y="297033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1755" name="TextBox 1754">
                <a:extLst>
                  <a:ext uri="{FF2B5EF4-FFF2-40B4-BE49-F238E27FC236}">
                    <a16:creationId xmlns:a16="http://schemas.microsoft.com/office/drawing/2014/main" id="{5EA3A04A-5571-24A3-6A2B-79C41A586E20}"/>
                  </a:ext>
                </a:extLst>
              </p:cNvPr>
              <p:cNvSpPr txBox="1"/>
              <p:nvPr/>
            </p:nvSpPr>
            <p:spPr>
              <a:xfrm>
                <a:off x="5400842" y="2997965"/>
                <a:ext cx="48159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56" name="TextBox 1755">
                <a:extLst>
                  <a:ext uri="{FF2B5EF4-FFF2-40B4-BE49-F238E27FC236}">
                    <a16:creationId xmlns:a16="http://schemas.microsoft.com/office/drawing/2014/main" id="{3A61A243-C62A-1462-A537-550137AFDD4D}"/>
                  </a:ext>
                </a:extLst>
              </p:cNvPr>
              <p:cNvSpPr txBox="1"/>
              <p:nvPr/>
            </p:nvSpPr>
            <p:spPr>
              <a:xfrm>
                <a:off x="3774624" y="333880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cxnSp>
            <p:nvCxnSpPr>
              <p:cNvPr id="1757" name="Straight Arrow Connector 1756">
                <a:extLst>
                  <a:ext uri="{FF2B5EF4-FFF2-40B4-BE49-F238E27FC236}">
                    <a16:creationId xmlns:a16="http://schemas.microsoft.com/office/drawing/2014/main" id="{A12D60BC-4F76-AEDD-9ED7-491C4EE80CAB}"/>
                  </a:ext>
                </a:extLst>
              </p:cNvPr>
              <p:cNvCxnSpPr>
                <a:cxnSpLocks/>
                <a:stCxn id="41" idx="5"/>
                <a:endCxn id="42" idx="1"/>
              </p:cNvCxnSpPr>
              <p:nvPr/>
            </p:nvCxnSpPr>
            <p:spPr>
              <a:xfrm>
                <a:off x="3762742" y="3391421"/>
                <a:ext cx="363511"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9" name="TextBox 1758">
                <a:extLst>
                  <a:ext uri="{FF2B5EF4-FFF2-40B4-BE49-F238E27FC236}">
                    <a16:creationId xmlns:a16="http://schemas.microsoft.com/office/drawing/2014/main" id="{7C979E4D-B86D-B3EA-0AB4-F3711526F3B6}"/>
                  </a:ext>
                </a:extLst>
              </p:cNvPr>
              <p:cNvSpPr txBox="1"/>
              <p:nvPr/>
            </p:nvSpPr>
            <p:spPr>
              <a:xfrm>
                <a:off x="2241460" y="2637475"/>
                <a:ext cx="538838"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2</a:t>
                </a:r>
              </a:p>
            </p:txBody>
          </p:sp>
          <p:sp>
            <p:nvSpPr>
              <p:cNvPr id="1760" name="TextBox 1759">
                <a:extLst>
                  <a:ext uri="{FF2B5EF4-FFF2-40B4-BE49-F238E27FC236}">
                    <a16:creationId xmlns:a16="http://schemas.microsoft.com/office/drawing/2014/main" id="{CA525D2F-AFD0-55A1-E78C-50A6EF521020}"/>
                  </a:ext>
                </a:extLst>
              </p:cNvPr>
              <p:cNvSpPr txBox="1"/>
              <p:nvPr/>
            </p:nvSpPr>
            <p:spPr>
              <a:xfrm>
                <a:off x="4940562" y="2837365"/>
                <a:ext cx="644804"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61" name="TextBox 1760">
                <a:extLst>
                  <a:ext uri="{FF2B5EF4-FFF2-40B4-BE49-F238E27FC236}">
                    <a16:creationId xmlns:a16="http://schemas.microsoft.com/office/drawing/2014/main" id="{0C55569D-8AC6-F839-22F1-4D7F409C86F7}"/>
                  </a:ext>
                </a:extLst>
              </p:cNvPr>
              <p:cNvSpPr txBox="1"/>
              <p:nvPr/>
            </p:nvSpPr>
            <p:spPr>
              <a:xfrm>
                <a:off x="6154711" y="3670506"/>
                <a:ext cx="66875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grpSp>
        <p:cxnSp>
          <p:nvCxnSpPr>
            <p:cNvPr id="31" name="Straight Arrow Connector 30">
              <a:extLst>
                <a:ext uri="{FF2B5EF4-FFF2-40B4-BE49-F238E27FC236}">
                  <a16:creationId xmlns:a16="http://schemas.microsoft.com/office/drawing/2014/main" id="{49C1640E-86ED-A1CE-92BC-5B80E3F45AE0}"/>
                </a:ext>
              </a:extLst>
            </p:cNvPr>
            <p:cNvCxnSpPr>
              <a:stCxn id="38" idx="4"/>
              <a:endCxn id="43" idx="0"/>
            </p:cNvCxnSpPr>
            <p:nvPr/>
          </p:nvCxnSpPr>
          <p:spPr>
            <a:xfrm>
              <a:off x="5572858" y="2711075"/>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1766" name="Connector: Curved 1765">
            <a:extLst>
              <a:ext uri="{FF2B5EF4-FFF2-40B4-BE49-F238E27FC236}">
                <a16:creationId xmlns:a16="http://schemas.microsoft.com/office/drawing/2014/main" id="{123514DA-ECB0-4919-56F0-23B54F281555}"/>
              </a:ext>
            </a:extLst>
          </p:cNvPr>
          <p:cNvCxnSpPr>
            <a:cxnSpLocks/>
            <a:stCxn id="39" idx="5"/>
            <a:endCxn id="43" idx="6"/>
          </p:cNvCxnSpPr>
          <p:nvPr/>
        </p:nvCxnSpPr>
        <p:spPr>
          <a:xfrm rot="5400000">
            <a:off x="5904716" y="3200009"/>
            <a:ext cx="584910" cy="834648"/>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771" name="Connector: Curved 1770">
            <a:extLst>
              <a:ext uri="{FF2B5EF4-FFF2-40B4-BE49-F238E27FC236}">
                <a16:creationId xmlns:a16="http://schemas.microsoft.com/office/drawing/2014/main" id="{37FAD6E1-5538-D9EA-1C1C-333A9B420506}"/>
              </a:ext>
            </a:extLst>
          </p:cNvPr>
          <p:cNvCxnSpPr>
            <a:cxnSpLocks/>
          </p:cNvCxnSpPr>
          <p:nvPr/>
        </p:nvCxnSpPr>
        <p:spPr>
          <a:xfrm flipH="1" flipV="1">
            <a:off x="5550889" y="2711074"/>
            <a:ext cx="21969" cy="1005682"/>
          </a:xfrm>
          <a:prstGeom prst="curvedConnector3">
            <a:avLst>
              <a:gd name="adj1" fmla="val 936501"/>
            </a:avLst>
          </a:prstGeom>
          <a:ln>
            <a:tailEnd type="triangle"/>
          </a:ln>
        </p:spPr>
        <p:style>
          <a:lnRef idx="1">
            <a:schemeClr val="dk1"/>
          </a:lnRef>
          <a:fillRef idx="0">
            <a:schemeClr val="dk1"/>
          </a:fillRef>
          <a:effectRef idx="0">
            <a:schemeClr val="dk1"/>
          </a:effectRef>
          <a:fontRef idx="minor">
            <a:schemeClr val="tx1"/>
          </a:fontRef>
        </p:style>
      </p:cxnSp>
      <p:cxnSp>
        <p:nvCxnSpPr>
          <p:cNvPr id="1774" name="Straight Arrow Connector 1773">
            <a:extLst>
              <a:ext uri="{FF2B5EF4-FFF2-40B4-BE49-F238E27FC236}">
                <a16:creationId xmlns:a16="http://schemas.microsoft.com/office/drawing/2014/main" id="{6CED9467-BC01-36A6-6280-4B9522AB283C}"/>
              </a:ext>
            </a:extLst>
          </p:cNvPr>
          <p:cNvCxnSpPr>
            <a:stCxn id="38" idx="2"/>
            <a:endCxn id="37" idx="6"/>
          </p:cNvCxnSpPr>
          <p:nvPr/>
        </p:nvCxnSpPr>
        <p:spPr>
          <a:xfrm flipH="1" flipV="1">
            <a:off x="4457600" y="251898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6" name="Straight Arrow Connector 1775">
            <a:extLst>
              <a:ext uri="{FF2B5EF4-FFF2-40B4-BE49-F238E27FC236}">
                <a16:creationId xmlns:a16="http://schemas.microsoft.com/office/drawing/2014/main" id="{7A73372F-9897-8AC3-8FAB-512E02B0F48E}"/>
              </a:ext>
            </a:extLst>
          </p:cNvPr>
          <p:cNvCxnSpPr>
            <a:stCxn id="37" idx="2"/>
            <a:endCxn id="34" idx="6"/>
          </p:cNvCxnSpPr>
          <p:nvPr/>
        </p:nvCxnSpPr>
        <p:spPr>
          <a:xfrm flipH="1" flipV="1">
            <a:off x="3135353" y="251321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0" name="Connector: Curved 1789">
            <a:extLst>
              <a:ext uri="{FF2B5EF4-FFF2-40B4-BE49-F238E27FC236}">
                <a16:creationId xmlns:a16="http://schemas.microsoft.com/office/drawing/2014/main" id="{4B2C8876-03CA-0A6E-38FB-F3C0155C9665}"/>
              </a:ext>
            </a:extLst>
          </p:cNvPr>
          <p:cNvCxnSpPr>
            <a:cxnSpLocks/>
            <a:endCxn id="33" idx="0"/>
          </p:cNvCxnSpPr>
          <p:nvPr/>
        </p:nvCxnSpPr>
        <p:spPr>
          <a:xfrm rot="10800000" flipV="1">
            <a:off x="1926395" y="2437666"/>
            <a:ext cx="807161" cy="56914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535235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B2C65408-26F2-6A91-2711-E5C7FFF0F2D8}"/>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D61F92DA-D425-E424-F1DC-F6DF740D98F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sp>
        <p:nvSpPr>
          <p:cNvPr id="33" name="Oval 32">
            <a:extLst>
              <a:ext uri="{FF2B5EF4-FFF2-40B4-BE49-F238E27FC236}">
                <a16:creationId xmlns:a16="http://schemas.microsoft.com/office/drawing/2014/main" id="{54D4F4D8-57DB-7F04-7527-AD0C988E657F}"/>
              </a:ext>
            </a:extLst>
          </p:cNvPr>
          <p:cNvSpPr/>
          <p:nvPr/>
        </p:nvSpPr>
        <p:spPr>
          <a:xfrm>
            <a:off x="1719406"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34" name="Oval 33">
            <a:extLst>
              <a:ext uri="{FF2B5EF4-FFF2-40B4-BE49-F238E27FC236}">
                <a16:creationId xmlns:a16="http://schemas.microsoft.com/office/drawing/2014/main" id="{60F80EE5-52A1-6A58-9D81-750D797D7E36}"/>
              </a:ext>
            </a:extLst>
          </p:cNvPr>
          <p:cNvSpPr/>
          <p:nvPr/>
        </p:nvSpPr>
        <p:spPr>
          <a:xfrm>
            <a:off x="2721377" y="232689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37" name="Oval 36">
            <a:extLst>
              <a:ext uri="{FF2B5EF4-FFF2-40B4-BE49-F238E27FC236}">
                <a16:creationId xmlns:a16="http://schemas.microsoft.com/office/drawing/2014/main" id="{02571AF8-1F57-5F6D-75BA-1F2A5EF8F636}"/>
              </a:ext>
            </a:extLst>
          </p:cNvPr>
          <p:cNvSpPr/>
          <p:nvPr/>
        </p:nvSpPr>
        <p:spPr>
          <a:xfrm>
            <a:off x="4043624" y="233266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38" name="Oval 37">
            <a:extLst>
              <a:ext uri="{FF2B5EF4-FFF2-40B4-BE49-F238E27FC236}">
                <a16:creationId xmlns:a16="http://schemas.microsoft.com/office/drawing/2014/main" id="{59241756-FD2A-4E41-D49E-00DBDE358F52}"/>
              </a:ext>
            </a:extLst>
          </p:cNvPr>
          <p:cNvSpPr/>
          <p:nvPr/>
        </p:nvSpPr>
        <p:spPr>
          <a:xfrm>
            <a:off x="5365871" y="233843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39" name="Oval 38">
            <a:extLst>
              <a:ext uri="{FF2B5EF4-FFF2-40B4-BE49-F238E27FC236}">
                <a16:creationId xmlns:a16="http://schemas.microsoft.com/office/drawing/2014/main" id="{A42392E0-72DD-31D9-C366-0CFFC94E29D9}"/>
              </a:ext>
            </a:extLst>
          </p:cNvPr>
          <p:cNvSpPr/>
          <p:nvPr/>
        </p:nvSpPr>
        <p:spPr>
          <a:xfrm>
            <a:off x="6261144"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40" name="Oval 39">
            <a:extLst>
              <a:ext uri="{FF2B5EF4-FFF2-40B4-BE49-F238E27FC236}">
                <a16:creationId xmlns:a16="http://schemas.microsoft.com/office/drawing/2014/main" id="{066D20F5-376C-E3A9-70BE-F1E2A2DF0B9D}"/>
              </a:ext>
            </a:extLst>
          </p:cNvPr>
          <p:cNvSpPr/>
          <p:nvPr/>
        </p:nvSpPr>
        <p:spPr>
          <a:xfrm>
            <a:off x="2705849" y="3701293"/>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41" name="Oval 40">
            <a:extLst>
              <a:ext uri="{FF2B5EF4-FFF2-40B4-BE49-F238E27FC236}">
                <a16:creationId xmlns:a16="http://schemas.microsoft.com/office/drawing/2014/main" id="{5468BDB1-DE6A-742F-54D4-D5B7BABADC0F}"/>
              </a:ext>
            </a:extLst>
          </p:cNvPr>
          <p:cNvSpPr/>
          <p:nvPr/>
        </p:nvSpPr>
        <p:spPr>
          <a:xfrm>
            <a:off x="3377469" y="305943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42" name="Oval 41">
            <a:extLst>
              <a:ext uri="{FF2B5EF4-FFF2-40B4-BE49-F238E27FC236}">
                <a16:creationId xmlns:a16="http://schemas.microsoft.com/office/drawing/2014/main" id="{7980993E-759B-2815-0F4F-01645EBF0F4E}"/>
              </a:ext>
            </a:extLst>
          </p:cNvPr>
          <p:cNvSpPr/>
          <p:nvPr/>
        </p:nvSpPr>
        <p:spPr>
          <a:xfrm>
            <a:off x="4043623"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43" name="Oval 42">
            <a:extLst>
              <a:ext uri="{FF2B5EF4-FFF2-40B4-BE49-F238E27FC236}">
                <a16:creationId xmlns:a16="http://schemas.microsoft.com/office/drawing/2014/main" id="{43F575C9-AE2B-4534-97E1-24EF327081EE}"/>
              </a:ext>
            </a:extLst>
          </p:cNvPr>
          <p:cNvSpPr/>
          <p:nvPr/>
        </p:nvSpPr>
        <p:spPr>
          <a:xfrm>
            <a:off x="5365871"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44" name="Straight Arrow Connector 43">
            <a:extLst>
              <a:ext uri="{FF2B5EF4-FFF2-40B4-BE49-F238E27FC236}">
                <a16:creationId xmlns:a16="http://schemas.microsoft.com/office/drawing/2014/main" id="{E1B1785D-7FB0-610C-F447-ED2C2CC3DB6D}"/>
              </a:ext>
            </a:extLst>
          </p:cNvPr>
          <p:cNvCxnSpPr>
            <a:cxnSpLocks/>
            <a:stCxn id="33" idx="7"/>
          </p:cNvCxnSpPr>
          <p:nvPr/>
        </p:nvCxnSpPr>
        <p:spPr>
          <a:xfrm flipV="1">
            <a:off x="2072757" y="2585502"/>
            <a:ext cx="648621"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0E5C4F09-0658-2880-FB34-70FD37D238B4}"/>
              </a:ext>
            </a:extLst>
          </p:cNvPr>
          <p:cNvCxnSpPr>
            <a:cxnSpLocks/>
            <a:stCxn id="33" idx="5"/>
          </p:cNvCxnSpPr>
          <p:nvPr/>
        </p:nvCxnSpPr>
        <p:spPr>
          <a:xfrm>
            <a:off x="2072757" y="3324878"/>
            <a:ext cx="648621"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B8DB4AB5-8E0A-9E80-5100-271285BB7FC9}"/>
              </a:ext>
            </a:extLst>
          </p:cNvPr>
          <p:cNvCxnSpPr>
            <a:cxnSpLocks/>
          </p:cNvCxnSpPr>
          <p:nvPr/>
        </p:nvCxnSpPr>
        <p:spPr>
          <a:xfrm flipV="1">
            <a:off x="3716550" y="2632507"/>
            <a:ext cx="373430"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C7D63476-4D50-A7FD-4D4C-7B3590F1F157}"/>
              </a:ext>
            </a:extLst>
          </p:cNvPr>
          <p:cNvCxnSpPr>
            <a:cxnSpLocks/>
          </p:cNvCxnSpPr>
          <p:nvPr/>
        </p:nvCxnSpPr>
        <p:spPr>
          <a:xfrm flipV="1">
            <a:off x="3119825" y="3401948"/>
            <a:ext cx="373430"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CEEF93C0-867C-3E82-1243-29E59B3963BF}"/>
              </a:ext>
            </a:extLst>
          </p:cNvPr>
          <p:cNvCxnSpPr>
            <a:cxnSpLocks/>
            <a:stCxn id="38" idx="6"/>
            <a:endCxn id="39" idx="0"/>
          </p:cNvCxnSpPr>
          <p:nvPr/>
        </p:nvCxnSpPr>
        <p:spPr>
          <a:xfrm>
            <a:off x="5779846" y="2524755"/>
            <a:ext cx="68828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76C68BB0-0F7C-657A-A73B-0B56ACEE423B}"/>
              </a:ext>
            </a:extLst>
          </p:cNvPr>
          <p:cNvCxnSpPr>
            <a:cxnSpLocks/>
            <a:stCxn id="43" idx="6"/>
            <a:endCxn id="39" idx="4"/>
          </p:cNvCxnSpPr>
          <p:nvPr/>
        </p:nvCxnSpPr>
        <p:spPr>
          <a:xfrm flipV="1">
            <a:off x="5779846" y="3379450"/>
            <a:ext cx="688286" cy="530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BB71F6E4-8294-FE9C-5C93-C900609FAE15}"/>
              </a:ext>
            </a:extLst>
          </p:cNvPr>
          <p:cNvCxnSpPr/>
          <p:nvPr/>
        </p:nvCxnSpPr>
        <p:spPr>
          <a:xfrm>
            <a:off x="3113907" y="3891503"/>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077712E9-EB1E-6BC2-2885-74A19E05995F}"/>
              </a:ext>
            </a:extLst>
          </p:cNvPr>
          <p:cNvCxnSpPr/>
          <p:nvPr/>
        </p:nvCxnSpPr>
        <p:spPr>
          <a:xfrm>
            <a:off x="4457600" y="3917352"/>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3EED7C9F-398D-2903-7356-C4522E47B539}"/>
              </a:ext>
            </a:extLst>
          </p:cNvPr>
          <p:cNvCxnSpPr>
            <a:cxnSpLocks/>
            <a:endCxn id="43" idx="1"/>
          </p:cNvCxnSpPr>
          <p:nvPr/>
        </p:nvCxnSpPr>
        <p:spPr>
          <a:xfrm>
            <a:off x="4371084" y="2687995"/>
            <a:ext cx="1055412"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A18F0193-4955-B975-98AF-F0F764BE1F8C}"/>
              </a:ext>
            </a:extLst>
          </p:cNvPr>
          <p:cNvSpPr txBox="1"/>
          <p:nvPr/>
        </p:nvSpPr>
        <p:spPr>
          <a:xfrm>
            <a:off x="1966308" y="2322006"/>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a:t>
            </a:r>
          </a:p>
        </p:txBody>
      </p:sp>
      <p:sp>
        <p:nvSpPr>
          <p:cNvPr id="55" name="TextBox 54">
            <a:extLst>
              <a:ext uri="{FF2B5EF4-FFF2-40B4-BE49-F238E27FC236}">
                <a16:creationId xmlns:a16="http://schemas.microsoft.com/office/drawing/2014/main" id="{163822E9-8496-FFD6-453D-5B980A3310CD}"/>
              </a:ext>
            </a:extLst>
          </p:cNvPr>
          <p:cNvSpPr txBox="1"/>
          <p:nvPr/>
        </p:nvSpPr>
        <p:spPr>
          <a:xfrm>
            <a:off x="3331484" y="2246037"/>
            <a:ext cx="62850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58" name="TextBox 57">
            <a:extLst>
              <a:ext uri="{FF2B5EF4-FFF2-40B4-BE49-F238E27FC236}">
                <a16:creationId xmlns:a16="http://schemas.microsoft.com/office/drawing/2014/main" id="{91481FC3-D0C9-DB22-C2FE-1B8A46445B78}"/>
              </a:ext>
            </a:extLst>
          </p:cNvPr>
          <p:cNvSpPr txBox="1"/>
          <p:nvPr/>
        </p:nvSpPr>
        <p:spPr>
          <a:xfrm>
            <a:off x="4551456" y="2214101"/>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59" name="TextBox 58">
            <a:extLst>
              <a:ext uri="{FF2B5EF4-FFF2-40B4-BE49-F238E27FC236}">
                <a16:creationId xmlns:a16="http://schemas.microsoft.com/office/drawing/2014/main" id="{71D37973-F331-40B2-A950-526BEDC86371}"/>
              </a:ext>
            </a:extLst>
          </p:cNvPr>
          <p:cNvSpPr txBox="1"/>
          <p:nvPr/>
        </p:nvSpPr>
        <p:spPr>
          <a:xfrm>
            <a:off x="6006135" y="250645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61" name="TextBox 60">
            <a:extLst>
              <a:ext uri="{FF2B5EF4-FFF2-40B4-BE49-F238E27FC236}">
                <a16:creationId xmlns:a16="http://schemas.microsoft.com/office/drawing/2014/main" id="{E01E9245-99AA-842E-03D9-900AD2F79065}"/>
              </a:ext>
            </a:extLst>
          </p:cNvPr>
          <p:cNvSpPr txBox="1"/>
          <p:nvPr/>
        </p:nvSpPr>
        <p:spPr>
          <a:xfrm>
            <a:off x="5727299" y="3371875"/>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3/3</a:t>
            </a:r>
          </a:p>
        </p:txBody>
      </p:sp>
      <p:sp>
        <p:nvSpPr>
          <p:cNvPr id="62" name="TextBox 61">
            <a:extLst>
              <a:ext uri="{FF2B5EF4-FFF2-40B4-BE49-F238E27FC236}">
                <a16:creationId xmlns:a16="http://schemas.microsoft.com/office/drawing/2014/main" id="{27991318-7163-A15C-0BFD-6E815D1FB2C7}"/>
              </a:ext>
            </a:extLst>
          </p:cNvPr>
          <p:cNvSpPr txBox="1"/>
          <p:nvPr/>
        </p:nvSpPr>
        <p:spPr>
          <a:xfrm>
            <a:off x="4601153" y="3921715"/>
            <a:ext cx="5362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3/6</a:t>
            </a:r>
          </a:p>
        </p:txBody>
      </p:sp>
      <p:sp>
        <p:nvSpPr>
          <p:cNvPr id="1730" name="TextBox 1729">
            <a:extLst>
              <a:ext uri="{FF2B5EF4-FFF2-40B4-BE49-F238E27FC236}">
                <a16:creationId xmlns:a16="http://schemas.microsoft.com/office/drawing/2014/main" id="{AA9BEE1B-DC9A-0ACE-C1F5-582F5B1F3018}"/>
              </a:ext>
            </a:extLst>
          </p:cNvPr>
          <p:cNvSpPr txBox="1"/>
          <p:nvPr/>
        </p:nvSpPr>
        <p:spPr>
          <a:xfrm>
            <a:off x="3331484" y="390153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36" name="TextBox 1735">
            <a:extLst>
              <a:ext uri="{FF2B5EF4-FFF2-40B4-BE49-F238E27FC236}">
                <a16:creationId xmlns:a16="http://schemas.microsoft.com/office/drawing/2014/main" id="{2B0AD5E9-0166-830C-2407-D941224E1071}"/>
              </a:ext>
            </a:extLst>
          </p:cNvPr>
          <p:cNvSpPr txBox="1"/>
          <p:nvPr/>
        </p:nvSpPr>
        <p:spPr>
          <a:xfrm>
            <a:off x="2003749" y="3593761"/>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3/12</a:t>
            </a:r>
          </a:p>
        </p:txBody>
      </p:sp>
      <p:sp>
        <p:nvSpPr>
          <p:cNvPr id="1741" name="TextBox 1740">
            <a:extLst>
              <a:ext uri="{FF2B5EF4-FFF2-40B4-BE49-F238E27FC236}">
                <a16:creationId xmlns:a16="http://schemas.microsoft.com/office/drawing/2014/main" id="{C6D4B9B1-E0BA-60E4-DB20-424502D8B87B}"/>
              </a:ext>
            </a:extLst>
          </p:cNvPr>
          <p:cNvSpPr txBox="1"/>
          <p:nvPr/>
        </p:nvSpPr>
        <p:spPr>
          <a:xfrm>
            <a:off x="3481518" y="269467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1746" name="TextBox 1745">
            <a:extLst>
              <a:ext uri="{FF2B5EF4-FFF2-40B4-BE49-F238E27FC236}">
                <a16:creationId xmlns:a16="http://schemas.microsoft.com/office/drawing/2014/main" id="{5B2257A3-2377-DFAF-E2BD-F7E2D6D410E5}"/>
              </a:ext>
            </a:extLst>
          </p:cNvPr>
          <p:cNvSpPr txBox="1"/>
          <p:nvPr/>
        </p:nvSpPr>
        <p:spPr>
          <a:xfrm>
            <a:off x="2917741" y="3385978"/>
            <a:ext cx="5824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3/3</a:t>
            </a:r>
          </a:p>
        </p:txBody>
      </p:sp>
      <p:sp>
        <p:nvSpPr>
          <p:cNvPr id="1747" name="TextBox 1746">
            <a:extLst>
              <a:ext uri="{FF2B5EF4-FFF2-40B4-BE49-F238E27FC236}">
                <a16:creationId xmlns:a16="http://schemas.microsoft.com/office/drawing/2014/main" id="{4F41A122-DC38-1A23-5F8F-12BDA93DD893}"/>
              </a:ext>
            </a:extLst>
          </p:cNvPr>
          <p:cNvSpPr txBox="1"/>
          <p:nvPr/>
        </p:nvSpPr>
        <p:spPr>
          <a:xfrm>
            <a:off x="2590007" y="3089867"/>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1751" name="Straight Arrow Connector 1750">
            <a:extLst>
              <a:ext uri="{FF2B5EF4-FFF2-40B4-BE49-F238E27FC236}">
                <a16:creationId xmlns:a16="http://schemas.microsoft.com/office/drawing/2014/main" id="{C4879B95-8AE2-094C-ACE5-0FA3790AB660}"/>
              </a:ext>
            </a:extLst>
          </p:cNvPr>
          <p:cNvCxnSpPr>
            <a:cxnSpLocks/>
            <a:stCxn id="34" idx="4"/>
            <a:endCxn id="40" idx="0"/>
          </p:cNvCxnSpPr>
          <p:nvPr/>
        </p:nvCxnSpPr>
        <p:spPr>
          <a:xfrm flipH="1">
            <a:off x="2912837" y="2699535"/>
            <a:ext cx="15528"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2" name="TextBox 1751">
            <a:extLst>
              <a:ext uri="{FF2B5EF4-FFF2-40B4-BE49-F238E27FC236}">
                <a16:creationId xmlns:a16="http://schemas.microsoft.com/office/drawing/2014/main" id="{372ACB9A-9F13-69D3-F121-6D7CA5D386F7}"/>
              </a:ext>
            </a:extLst>
          </p:cNvPr>
          <p:cNvSpPr txBox="1"/>
          <p:nvPr/>
        </p:nvSpPr>
        <p:spPr>
          <a:xfrm>
            <a:off x="4701200" y="2956416"/>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1755" name="TextBox 1754">
            <a:extLst>
              <a:ext uri="{FF2B5EF4-FFF2-40B4-BE49-F238E27FC236}">
                <a16:creationId xmlns:a16="http://schemas.microsoft.com/office/drawing/2014/main" id="{3C091043-8031-51B5-D0B3-419BA586A2A0}"/>
              </a:ext>
            </a:extLst>
          </p:cNvPr>
          <p:cNvSpPr txBox="1"/>
          <p:nvPr/>
        </p:nvSpPr>
        <p:spPr>
          <a:xfrm>
            <a:off x="5413613" y="2984042"/>
            <a:ext cx="49473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56" name="TextBox 1755">
            <a:extLst>
              <a:ext uri="{FF2B5EF4-FFF2-40B4-BE49-F238E27FC236}">
                <a16:creationId xmlns:a16="http://schemas.microsoft.com/office/drawing/2014/main" id="{919D3166-00B5-7CF0-C168-37C5F63AF8B3}"/>
              </a:ext>
            </a:extLst>
          </p:cNvPr>
          <p:cNvSpPr txBox="1"/>
          <p:nvPr/>
        </p:nvSpPr>
        <p:spPr>
          <a:xfrm>
            <a:off x="3743025" y="3324878"/>
            <a:ext cx="60853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3/3</a:t>
            </a:r>
          </a:p>
        </p:txBody>
      </p:sp>
      <p:cxnSp>
        <p:nvCxnSpPr>
          <p:cNvPr id="1757" name="Straight Arrow Connector 1756">
            <a:extLst>
              <a:ext uri="{FF2B5EF4-FFF2-40B4-BE49-F238E27FC236}">
                <a16:creationId xmlns:a16="http://schemas.microsoft.com/office/drawing/2014/main" id="{38FAF6D2-609B-24F0-7FBC-9E6C5144ACF3}"/>
              </a:ext>
            </a:extLst>
          </p:cNvPr>
          <p:cNvCxnSpPr>
            <a:cxnSpLocks/>
            <a:stCxn id="41" idx="5"/>
            <a:endCxn id="42" idx="1"/>
          </p:cNvCxnSpPr>
          <p:nvPr/>
        </p:nvCxnSpPr>
        <p:spPr>
          <a:xfrm>
            <a:off x="3730819" y="3377498"/>
            <a:ext cx="373429"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9" name="TextBox 1758">
            <a:extLst>
              <a:ext uri="{FF2B5EF4-FFF2-40B4-BE49-F238E27FC236}">
                <a16:creationId xmlns:a16="http://schemas.microsoft.com/office/drawing/2014/main" id="{D6DCC290-8D14-E13D-68D1-D103C2979CE2}"/>
              </a:ext>
            </a:extLst>
          </p:cNvPr>
          <p:cNvSpPr txBox="1"/>
          <p:nvPr/>
        </p:nvSpPr>
        <p:spPr>
          <a:xfrm>
            <a:off x="2168031" y="2623552"/>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2</a:t>
            </a:r>
          </a:p>
        </p:txBody>
      </p:sp>
      <p:sp>
        <p:nvSpPr>
          <p:cNvPr id="1760" name="TextBox 1759">
            <a:extLst>
              <a:ext uri="{FF2B5EF4-FFF2-40B4-BE49-F238E27FC236}">
                <a16:creationId xmlns:a16="http://schemas.microsoft.com/office/drawing/2014/main" id="{BE618880-9780-5836-DE14-973497DCEF28}"/>
              </a:ext>
            </a:extLst>
          </p:cNvPr>
          <p:cNvSpPr txBox="1"/>
          <p:nvPr/>
        </p:nvSpPr>
        <p:spPr>
          <a:xfrm>
            <a:off x="4940774" y="2823442"/>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61" name="TextBox 1760">
            <a:extLst>
              <a:ext uri="{FF2B5EF4-FFF2-40B4-BE49-F238E27FC236}">
                <a16:creationId xmlns:a16="http://schemas.microsoft.com/office/drawing/2014/main" id="{81CB56CC-47D3-4476-D49F-C89D51AD5436}"/>
              </a:ext>
            </a:extLst>
          </p:cNvPr>
          <p:cNvSpPr txBox="1"/>
          <p:nvPr/>
        </p:nvSpPr>
        <p:spPr>
          <a:xfrm>
            <a:off x="6188050" y="3656583"/>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cxnSp>
        <p:nvCxnSpPr>
          <p:cNvPr id="31" name="Straight Arrow Connector 30">
            <a:extLst>
              <a:ext uri="{FF2B5EF4-FFF2-40B4-BE49-F238E27FC236}">
                <a16:creationId xmlns:a16="http://schemas.microsoft.com/office/drawing/2014/main" id="{335F0987-9C10-BF43-6E64-C85E20D981D8}"/>
              </a:ext>
            </a:extLst>
          </p:cNvPr>
          <p:cNvCxnSpPr>
            <a:stCxn id="38" idx="4"/>
            <a:endCxn id="43" idx="0"/>
          </p:cNvCxnSpPr>
          <p:nvPr/>
        </p:nvCxnSpPr>
        <p:spPr>
          <a:xfrm>
            <a:off x="5572858" y="2711075"/>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6" name="Connector: Curved 1765">
            <a:extLst>
              <a:ext uri="{FF2B5EF4-FFF2-40B4-BE49-F238E27FC236}">
                <a16:creationId xmlns:a16="http://schemas.microsoft.com/office/drawing/2014/main" id="{D876C0F2-A67A-1A40-9EC7-436CE9381E90}"/>
              </a:ext>
            </a:extLst>
          </p:cNvPr>
          <p:cNvCxnSpPr>
            <a:cxnSpLocks/>
            <a:stCxn id="39" idx="5"/>
            <a:endCxn id="43" idx="6"/>
          </p:cNvCxnSpPr>
          <p:nvPr/>
        </p:nvCxnSpPr>
        <p:spPr>
          <a:xfrm rot="5400000">
            <a:off x="5904716" y="3200009"/>
            <a:ext cx="584910" cy="834648"/>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771" name="Connector: Curved 1770">
            <a:extLst>
              <a:ext uri="{FF2B5EF4-FFF2-40B4-BE49-F238E27FC236}">
                <a16:creationId xmlns:a16="http://schemas.microsoft.com/office/drawing/2014/main" id="{BCA9327A-D569-CBDE-80D6-1CE9416DB039}"/>
              </a:ext>
            </a:extLst>
          </p:cNvPr>
          <p:cNvCxnSpPr>
            <a:cxnSpLocks/>
          </p:cNvCxnSpPr>
          <p:nvPr/>
        </p:nvCxnSpPr>
        <p:spPr>
          <a:xfrm flipH="1" flipV="1">
            <a:off x="5550889" y="2711074"/>
            <a:ext cx="21969" cy="1005682"/>
          </a:xfrm>
          <a:prstGeom prst="curvedConnector3">
            <a:avLst>
              <a:gd name="adj1" fmla="val 936501"/>
            </a:avLst>
          </a:prstGeom>
          <a:ln>
            <a:tailEnd type="triangle"/>
          </a:ln>
        </p:spPr>
        <p:style>
          <a:lnRef idx="1">
            <a:schemeClr val="dk1"/>
          </a:lnRef>
          <a:fillRef idx="0">
            <a:schemeClr val="dk1"/>
          </a:fillRef>
          <a:effectRef idx="0">
            <a:schemeClr val="dk1"/>
          </a:effectRef>
          <a:fontRef idx="minor">
            <a:schemeClr val="tx1"/>
          </a:fontRef>
        </p:style>
      </p:cxnSp>
      <p:cxnSp>
        <p:nvCxnSpPr>
          <p:cNvPr id="1774" name="Straight Arrow Connector 1773">
            <a:extLst>
              <a:ext uri="{FF2B5EF4-FFF2-40B4-BE49-F238E27FC236}">
                <a16:creationId xmlns:a16="http://schemas.microsoft.com/office/drawing/2014/main" id="{3CBB9E37-D8DD-6DEB-7CF0-729B005758A3}"/>
              </a:ext>
            </a:extLst>
          </p:cNvPr>
          <p:cNvCxnSpPr>
            <a:stCxn id="38" idx="2"/>
            <a:endCxn id="37" idx="6"/>
          </p:cNvCxnSpPr>
          <p:nvPr/>
        </p:nvCxnSpPr>
        <p:spPr>
          <a:xfrm flipH="1" flipV="1">
            <a:off x="4457600" y="251898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6" name="Straight Arrow Connector 1775">
            <a:extLst>
              <a:ext uri="{FF2B5EF4-FFF2-40B4-BE49-F238E27FC236}">
                <a16:creationId xmlns:a16="http://schemas.microsoft.com/office/drawing/2014/main" id="{7C593FA1-A1A4-CF00-426D-E104E10AFE7B}"/>
              </a:ext>
            </a:extLst>
          </p:cNvPr>
          <p:cNvCxnSpPr>
            <a:stCxn id="37" idx="2"/>
            <a:endCxn id="34" idx="6"/>
          </p:cNvCxnSpPr>
          <p:nvPr/>
        </p:nvCxnSpPr>
        <p:spPr>
          <a:xfrm flipH="1" flipV="1">
            <a:off x="3135353" y="251321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0" name="Connector: Curved 1789">
            <a:extLst>
              <a:ext uri="{FF2B5EF4-FFF2-40B4-BE49-F238E27FC236}">
                <a16:creationId xmlns:a16="http://schemas.microsoft.com/office/drawing/2014/main" id="{1F01FFF7-C8F8-5D77-66B5-D42B5FD4797E}"/>
              </a:ext>
            </a:extLst>
          </p:cNvPr>
          <p:cNvCxnSpPr>
            <a:cxnSpLocks/>
            <a:endCxn id="33" idx="0"/>
          </p:cNvCxnSpPr>
          <p:nvPr/>
        </p:nvCxnSpPr>
        <p:spPr>
          <a:xfrm rot="10800000" flipV="1">
            <a:off x="1926395" y="2437666"/>
            <a:ext cx="807161" cy="56914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2226A9E-CD30-BF56-6879-2BEC7EC483A3}"/>
              </a:ext>
            </a:extLst>
          </p:cNvPr>
          <p:cNvSpPr txBox="1"/>
          <p:nvPr/>
        </p:nvSpPr>
        <p:spPr>
          <a:xfrm>
            <a:off x="1748207" y="1605038"/>
            <a:ext cx="5191932" cy="315023"/>
          </a:xfrm>
          <a:prstGeom prst="rect">
            <a:avLst/>
          </a:prstGeom>
          <a:noFill/>
        </p:spPr>
        <p:txBody>
          <a:bodyPr wrap="square">
            <a:spAutoFit/>
          </a:bodyPr>
          <a:lstStyle/>
          <a:p>
            <a:pPr>
              <a:lnSpc>
                <a:spcPct val="107000"/>
              </a:lnSpc>
              <a:spcAft>
                <a:spcPts val="800"/>
              </a:spcAft>
            </a:pPr>
            <a:r>
              <a:rPr lang="en-US" sz="1400" b="1"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rPr>
              <a:t>Using path s → b → c → e → g → t</a:t>
            </a:r>
            <a:endParaRPr lang="en-US" sz="1100"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endParaRPr>
          </a:p>
        </p:txBody>
      </p:sp>
    </p:spTree>
    <p:extLst>
      <p:ext uri="{BB962C8B-B14F-4D97-AF65-F5344CB8AC3E}">
        <p14:creationId xmlns:p14="http://schemas.microsoft.com/office/powerpoint/2010/main" val="4427237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34F72212-79EB-C1FA-F6A8-4705133C7D36}"/>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04F74F20-F8F0-AFDC-C89D-22F2577CA1D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sp>
        <p:nvSpPr>
          <p:cNvPr id="55" name="TextBox 54">
            <a:extLst>
              <a:ext uri="{FF2B5EF4-FFF2-40B4-BE49-F238E27FC236}">
                <a16:creationId xmlns:a16="http://schemas.microsoft.com/office/drawing/2014/main" id="{02FBDB01-E76A-B580-A248-08CD0F3D5C12}"/>
              </a:ext>
            </a:extLst>
          </p:cNvPr>
          <p:cNvSpPr txBox="1"/>
          <p:nvPr/>
        </p:nvSpPr>
        <p:spPr>
          <a:xfrm>
            <a:off x="3300499" y="2215473"/>
            <a:ext cx="62850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58" name="TextBox 57">
            <a:extLst>
              <a:ext uri="{FF2B5EF4-FFF2-40B4-BE49-F238E27FC236}">
                <a16:creationId xmlns:a16="http://schemas.microsoft.com/office/drawing/2014/main" id="{E820476C-7B30-5BDD-5EEF-497F63A43C79}"/>
              </a:ext>
            </a:extLst>
          </p:cNvPr>
          <p:cNvSpPr txBox="1"/>
          <p:nvPr/>
        </p:nvSpPr>
        <p:spPr>
          <a:xfrm>
            <a:off x="4551456" y="2214101"/>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21" name="TextBox 20">
            <a:extLst>
              <a:ext uri="{FF2B5EF4-FFF2-40B4-BE49-F238E27FC236}">
                <a16:creationId xmlns:a16="http://schemas.microsoft.com/office/drawing/2014/main" id="{566CFB58-FE16-B962-6075-9B427092A9CD}"/>
              </a:ext>
            </a:extLst>
          </p:cNvPr>
          <p:cNvSpPr txBox="1"/>
          <p:nvPr/>
        </p:nvSpPr>
        <p:spPr>
          <a:xfrm>
            <a:off x="4683398" y="418642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grpSp>
        <p:nvGrpSpPr>
          <p:cNvPr id="1729" name="Google Shape;3286;p72">
            <a:extLst>
              <a:ext uri="{FF2B5EF4-FFF2-40B4-BE49-F238E27FC236}">
                <a16:creationId xmlns:a16="http://schemas.microsoft.com/office/drawing/2014/main" id="{DF19A334-9600-6EF6-E8F0-399763AB9686}"/>
              </a:ext>
            </a:extLst>
          </p:cNvPr>
          <p:cNvGrpSpPr/>
          <p:nvPr/>
        </p:nvGrpSpPr>
        <p:grpSpPr>
          <a:xfrm>
            <a:off x="3216753" y="4423756"/>
            <a:ext cx="1653739" cy="514379"/>
            <a:chOff x="4411970" y="2468674"/>
            <a:chExt cx="747317" cy="167425"/>
          </a:xfrm>
        </p:grpSpPr>
        <p:sp>
          <p:nvSpPr>
            <p:cNvPr id="1731" name="Google Shape;3287;p72">
              <a:extLst>
                <a:ext uri="{FF2B5EF4-FFF2-40B4-BE49-F238E27FC236}">
                  <a16:creationId xmlns:a16="http://schemas.microsoft.com/office/drawing/2014/main" id="{D73E41B4-0BDC-9F14-76AB-2F4D7F923612}"/>
                </a:ext>
              </a:extLst>
            </p:cNvPr>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732" name="Google Shape;3288;p72">
              <a:extLst>
                <a:ext uri="{FF2B5EF4-FFF2-40B4-BE49-F238E27FC236}">
                  <a16:creationId xmlns:a16="http://schemas.microsoft.com/office/drawing/2014/main" id="{C498AA76-E13E-E6BE-B0CD-317941DBFC38}"/>
                </a:ext>
              </a:extLst>
            </p:cNvPr>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chemeClr val="bg2">
                      <a:lumMod val="75000"/>
                    </a:schemeClr>
                  </a:solidFill>
                  <a:latin typeface="Poppins" panose="00000500000000000000" pitchFamily="2" charset="0"/>
                  <a:cs typeface="Poppins" panose="00000500000000000000" pitchFamily="2" charset="0"/>
                </a:rPr>
                <a:t>    Flow = 11</a:t>
              </a:r>
              <a:endParaRPr b="1" dirty="0">
                <a:solidFill>
                  <a:schemeClr val="bg2">
                    <a:lumMod val="75000"/>
                  </a:schemeClr>
                </a:solidFill>
                <a:latin typeface="Poppins" panose="00000500000000000000" pitchFamily="2" charset="0"/>
                <a:cs typeface="Poppins" panose="00000500000000000000" pitchFamily="2" charset="0"/>
              </a:endParaRPr>
            </a:p>
          </p:txBody>
        </p:sp>
      </p:grpSp>
      <p:grpSp>
        <p:nvGrpSpPr>
          <p:cNvPr id="1739" name="Group 1738">
            <a:extLst>
              <a:ext uri="{FF2B5EF4-FFF2-40B4-BE49-F238E27FC236}">
                <a16:creationId xmlns:a16="http://schemas.microsoft.com/office/drawing/2014/main" id="{FD1F9502-1980-EA81-3B0E-8E8C374C5E22}"/>
              </a:ext>
            </a:extLst>
          </p:cNvPr>
          <p:cNvGrpSpPr/>
          <p:nvPr/>
        </p:nvGrpSpPr>
        <p:grpSpPr>
          <a:xfrm>
            <a:off x="1719406" y="2322006"/>
            <a:ext cx="4955714" cy="1887309"/>
            <a:chOff x="1719406" y="2322006"/>
            <a:chExt cx="4955714" cy="1887309"/>
          </a:xfrm>
        </p:grpSpPr>
        <p:sp>
          <p:nvSpPr>
            <p:cNvPr id="33" name="Oval 32">
              <a:extLst>
                <a:ext uri="{FF2B5EF4-FFF2-40B4-BE49-F238E27FC236}">
                  <a16:creationId xmlns:a16="http://schemas.microsoft.com/office/drawing/2014/main" id="{C02C6046-7346-8D2E-123F-D07E56CE7033}"/>
                </a:ext>
              </a:extLst>
            </p:cNvPr>
            <p:cNvSpPr/>
            <p:nvPr/>
          </p:nvSpPr>
          <p:spPr>
            <a:xfrm>
              <a:off x="1719406"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34" name="Oval 33">
              <a:extLst>
                <a:ext uri="{FF2B5EF4-FFF2-40B4-BE49-F238E27FC236}">
                  <a16:creationId xmlns:a16="http://schemas.microsoft.com/office/drawing/2014/main" id="{B4FC6D7A-1D5F-B5D8-0C84-4B8559915E22}"/>
                </a:ext>
              </a:extLst>
            </p:cNvPr>
            <p:cNvSpPr/>
            <p:nvPr/>
          </p:nvSpPr>
          <p:spPr>
            <a:xfrm>
              <a:off x="2721377" y="232689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37" name="Oval 36">
              <a:extLst>
                <a:ext uri="{FF2B5EF4-FFF2-40B4-BE49-F238E27FC236}">
                  <a16:creationId xmlns:a16="http://schemas.microsoft.com/office/drawing/2014/main" id="{649CA15E-B7EC-391E-4EB8-1AE064798E26}"/>
                </a:ext>
              </a:extLst>
            </p:cNvPr>
            <p:cNvSpPr/>
            <p:nvPr/>
          </p:nvSpPr>
          <p:spPr>
            <a:xfrm>
              <a:off x="4043624" y="233266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38" name="Oval 37">
              <a:extLst>
                <a:ext uri="{FF2B5EF4-FFF2-40B4-BE49-F238E27FC236}">
                  <a16:creationId xmlns:a16="http://schemas.microsoft.com/office/drawing/2014/main" id="{5E1DE999-A450-4A0C-7C77-05871F653148}"/>
                </a:ext>
              </a:extLst>
            </p:cNvPr>
            <p:cNvSpPr/>
            <p:nvPr/>
          </p:nvSpPr>
          <p:spPr>
            <a:xfrm>
              <a:off x="5365871" y="233843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39" name="Oval 38">
              <a:extLst>
                <a:ext uri="{FF2B5EF4-FFF2-40B4-BE49-F238E27FC236}">
                  <a16:creationId xmlns:a16="http://schemas.microsoft.com/office/drawing/2014/main" id="{7594453F-625C-298F-4EAF-ACAF06A3A149}"/>
                </a:ext>
              </a:extLst>
            </p:cNvPr>
            <p:cNvSpPr/>
            <p:nvPr/>
          </p:nvSpPr>
          <p:spPr>
            <a:xfrm>
              <a:off x="6261144"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40" name="Oval 39">
              <a:extLst>
                <a:ext uri="{FF2B5EF4-FFF2-40B4-BE49-F238E27FC236}">
                  <a16:creationId xmlns:a16="http://schemas.microsoft.com/office/drawing/2014/main" id="{FF6CD266-8AAA-1DFE-89F7-B71B852F0AE3}"/>
                </a:ext>
              </a:extLst>
            </p:cNvPr>
            <p:cNvSpPr/>
            <p:nvPr/>
          </p:nvSpPr>
          <p:spPr>
            <a:xfrm>
              <a:off x="2705849" y="3701293"/>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41" name="Oval 40">
              <a:extLst>
                <a:ext uri="{FF2B5EF4-FFF2-40B4-BE49-F238E27FC236}">
                  <a16:creationId xmlns:a16="http://schemas.microsoft.com/office/drawing/2014/main" id="{DF3BC12C-B461-DDC6-371C-98792284515E}"/>
                </a:ext>
              </a:extLst>
            </p:cNvPr>
            <p:cNvSpPr/>
            <p:nvPr/>
          </p:nvSpPr>
          <p:spPr>
            <a:xfrm>
              <a:off x="3377469" y="305943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42" name="Oval 41">
              <a:extLst>
                <a:ext uri="{FF2B5EF4-FFF2-40B4-BE49-F238E27FC236}">
                  <a16:creationId xmlns:a16="http://schemas.microsoft.com/office/drawing/2014/main" id="{692B2395-B6C0-C617-2FD7-C86A24E62825}"/>
                </a:ext>
              </a:extLst>
            </p:cNvPr>
            <p:cNvSpPr/>
            <p:nvPr/>
          </p:nvSpPr>
          <p:spPr>
            <a:xfrm>
              <a:off x="4043623"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43" name="Oval 42">
              <a:extLst>
                <a:ext uri="{FF2B5EF4-FFF2-40B4-BE49-F238E27FC236}">
                  <a16:creationId xmlns:a16="http://schemas.microsoft.com/office/drawing/2014/main" id="{4BA33F25-9C75-33E1-D362-3959612142B4}"/>
                </a:ext>
              </a:extLst>
            </p:cNvPr>
            <p:cNvSpPr/>
            <p:nvPr/>
          </p:nvSpPr>
          <p:spPr>
            <a:xfrm>
              <a:off x="5365871"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44" name="Straight Arrow Connector 43">
              <a:extLst>
                <a:ext uri="{FF2B5EF4-FFF2-40B4-BE49-F238E27FC236}">
                  <a16:creationId xmlns:a16="http://schemas.microsoft.com/office/drawing/2014/main" id="{F556F33A-49FC-6BE7-BE19-3345D130E649}"/>
                </a:ext>
              </a:extLst>
            </p:cNvPr>
            <p:cNvCxnSpPr>
              <a:cxnSpLocks/>
              <a:stCxn id="33" idx="7"/>
            </p:cNvCxnSpPr>
            <p:nvPr/>
          </p:nvCxnSpPr>
          <p:spPr>
            <a:xfrm flipV="1">
              <a:off x="2072757" y="2585502"/>
              <a:ext cx="648621"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61AF019E-63A8-B76A-68BB-9FF4404DF445}"/>
                </a:ext>
              </a:extLst>
            </p:cNvPr>
            <p:cNvCxnSpPr>
              <a:cxnSpLocks/>
              <a:stCxn id="33" idx="5"/>
            </p:cNvCxnSpPr>
            <p:nvPr/>
          </p:nvCxnSpPr>
          <p:spPr>
            <a:xfrm>
              <a:off x="2072757" y="3324878"/>
              <a:ext cx="648621"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29AD2FA0-087F-62A9-8236-5C052AB7D1D9}"/>
                </a:ext>
              </a:extLst>
            </p:cNvPr>
            <p:cNvCxnSpPr>
              <a:cxnSpLocks/>
            </p:cNvCxnSpPr>
            <p:nvPr/>
          </p:nvCxnSpPr>
          <p:spPr>
            <a:xfrm flipV="1">
              <a:off x="3716550" y="2632507"/>
              <a:ext cx="373430"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C565740-4D41-57E7-267F-F45A26A0FE47}"/>
                </a:ext>
              </a:extLst>
            </p:cNvPr>
            <p:cNvCxnSpPr>
              <a:cxnSpLocks/>
              <a:stCxn id="38" idx="6"/>
              <a:endCxn id="39" idx="0"/>
            </p:cNvCxnSpPr>
            <p:nvPr/>
          </p:nvCxnSpPr>
          <p:spPr>
            <a:xfrm>
              <a:off x="5779846" y="2524755"/>
              <a:ext cx="68828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E451F924-6DD9-FC33-96EE-7B5876AA7567}"/>
                </a:ext>
              </a:extLst>
            </p:cNvPr>
            <p:cNvCxnSpPr/>
            <p:nvPr/>
          </p:nvCxnSpPr>
          <p:spPr>
            <a:xfrm>
              <a:off x="3113907" y="3891503"/>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B821C179-B2AE-B913-0995-99113FE7FD1E}"/>
                </a:ext>
              </a:extLst>
            </p:cNvPr>
            <p:cNvCxnSpPr/>
            <p:nvPr/>
          </p:nvCxnSpPr>
          <p:spPr>
            <a:xfrm>
              <a:off x="4457600" y="3917352"/>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2C428858-A438-1828-7372-8B67E7E68FA6}"/>
                </a:ext>
              </a:extLst>
            </p:cNvPr>
            <p:cNvCxnSpPr>
              <a:cxnSpLocks/>
              <a:endCxn id="43" idx="1"/>
            </p:cNvCxnSpPr>
            <p:nvPr/>
          </p:nvCxnSpPr>
          <p:spPr>
            <a:xfrm>
              <a:off x="4371084" y="2687995"/>
              <a:ext cx="1055412"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622B232D-8C2C-ED39-744D-E0EEE098411F}"/>
                </a:ext>
              </a:extLst>
            </p:cNvPr>
            <p:cNvSpPr txBox="1"/>
            <p:nvPr/>
          </p:nvSpPr>
          <p:spPr>
            <a:xfrm>
              <a:off x="1966308" y="2322006"/>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a:t>
              </a:r>
            </a:p>
          </p:txBody>
        </p:sp>
        <p:sp>
          <p:nvSpPr>
            <p:cNvPr id="59" name="TextBox 58">
              <a:extLst>
                <a:ext uri="{FF2B5EF4-FFF2-40B4-BE49-F238E27FC236}">
                  <a16:creationId xmlns:a16="http://schemas.microsoft.com/office/drawing/2014/main" id="{30EBEA73-969C-25A9-2F07-2F34E5D6766B}"/>
                </a:ext>
              </a:extLst>
            </p:cNvPr>
            <p:cNvSpPr txBox="1"/>
            <p:nvPr/>
          </p:nvSpPr>
          <p:spPr>
            <a:xfrm>
              <a:off x="6006135" y="250645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61" name="TextBox 60">
              <a:extLst>
                <a:ext uri="{FF2B5EF4-FFF2-40B4-BE49-F238E27FC236}">
                  <a16:creationId xmlns:a16="http://schemas.microsoft.com/office/drawing/2014/main" id="{6EC40C27-1797-638A-5964-5FD8E9AA78FE}"/>
                </a:ext>
              </a:extLst>
            </p:cNvPr>
            <p:cNvSpPr txBox="1"/>
            <p:nvPr/>
          </p:nvSpPr>
          <p:spPr>
            <a:xfrm>
              <a:off x="5888459" y="3452419"/>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11</a:t>
              </a:r>
            </a:p>
          </p:txBody>
        </p:sp>
        <p:sp>
          <p:nvSpPr>
            <p:cNvPr id="62" name="TextBox 61">
              <a:extLst>
                <a:ext uri="{FF2B5EF4-FFF2-40B4-BE49-F238E27FC236}">
                  <a16:creationId xmlns:a16="http://schemas.microsoft.com/office/drawing/2014/main" id="{391EE0B4-7530-E697-3121-F4187D3588AD}"/>
                </a:ext>
              </a:extLst>
            </p:cNvPr>
            <p:cNvSpPr txBox="1"/>
            <p:nvPr/>
          </p:nvSpPr>
          <p:spPr>
            <a:xfrm>
              <a:off x="4667733" y="3675244"/>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30" name="TextBox 1729">
              <a:extLst>
                <a:ext uri="{FF2B5EF4-FFF2-40B4-BE49-F238E27FC236}">
                  <a16:creationId xmlns:a16="http://schemas.microsoft.com/office/drawing/2014/main" id="{2FDD4C11-C96F-1399-7E18-4B68559F5B29}"/>
                </a:ext>
              </a:extLst>
            </p:cNvPr>
            <p:cNvSpPr txBox="1"/>
            <p:nvPr/>
          </p:nvSpPr>
          <p:spPr>
            <a:xfrm>
              <a:off x="3331484" y="390153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36" name="TextBox 1735">
              <a:extLst>
                <a:ext uri="{FF2B5EF4-FFF2-40B4-BE49-F238E27FC236}">
                  <a16:creationId xmlns:a16="http://schemas.microsoft.com/office/drawing/2014/main" id="{1D63C96A-3BF7-0619-359E-A41E71DFFFEA}"/>
                </a:ext>
              </a:extLst>
            </p:cNvPr>
            <p:cNvSpPr txBox="1"/>
            <p:nvPr/>
          </p:nvSpPr>
          <p:spPr>
            <a:xfrm>
              <a:off x="1836135" y="3732117"/>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41" name="TextBox 1740">
              <a:extLst>
                <a:ext uri="{FF2B5EF4-FFF2-40B4-BE49-F238E27FC236}">
                  <a16:creationId xmlns:a16="http://schemas.microsoft.com/office/drawing/2014/main" id="{0E6E18C7-348C-660D-8EF1-95C3F955EE3E}"/>
                </a:ext>
              </a:extLst>
            </p:cNvPr>
            <p:cNvSpPr txBox="1"/>
            <p:nvPr/>
          </p:nvSpPr>
          <p:spPr>
            <a:xfrm>
              <a:off x="3481518" y="269467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1746" name="TextBox 1745">
              <a:extLst>
                <a:ext uri="{FF2B5EF4-FFF2-40B4-BE49-F238E27FC236}">
                  <a16:creationId xmlns:a16="http://schemas.microsoft.com/office/drawing/2014/main" id="{4E3242B6-A1ED-1E10-C887-87A37C84D764}"/>
                </a:ext>
              </a:extLst>
            </p:cNvPr>
            <p:cNvSpPr txBox="1"/>
            <p:nvPr/>
          </p:nvSpPr>
          <p:spPr>
            <a:xfrm>
              <a:off x="2788206" y="3348806"/>
              <a:ext cx="5824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47" name="TextBox 1746">
              <a:extLst>
                <a:ext uri="{FF2B5EF4-FFF2-40B4-BE49-F238E27FC236}">
                  <a16:creationId xmlns:a16="http://schemas.microsoft.com/office/drawing/2014/main" id="{844FE96E-734B-CD95-EBA4-8648A67F5815}"/>
                </a:ext>
              </a:extLst>
            </p:cNvPr>
            <p:cNvSpPr txBox="1"/>
            <p:nvPr/>
          </p:nvSpPr>
          <p:spPr>
            <a:xfrm>
              <a:off x="2590007" y="3089867"/>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1751" name="Straight Arrow Connector 1750">
              <a:extLst>
                <a:ext uri="{FF2B5EF4-FFF2-40B4-BE49-F238E27FC236}">
                  <a16:creationId xmlns:a16="http://schemas.microsoft.com/office/drawing/2014/main" id="{2BDF91E1-5146-F044-013F-DB66B1299F21}"/>
                </a:ext>
              </a:extLst>
            </p:cNvPr>
            <p:cNvCxnSpPr>
              <a:cxnSpLocks/>
              <a:stCxn id="34" idx="4"/>
              <a:endCxn id="40" idx="0"/>
            </p:cNvCxnSpPr>
            <p:nvPr/>
          </p:nvCxnSpPr>
          <p:spPr>
            <a:xfrm flipH="1">
              <a:off x="2912837" y="2699535"/>
              <a:ext cx="15528"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52" name="TextBox 1751">
              <a:extLst>
                <a:ext uri="{FF2B5EF4-FFF2-40B4-BE49-F238E27FC236}">
                  <a16:creationId xmlns:a16="http://schemas.microsoft.com/office/drawing/2014/main" id="{A4018E6C-3BE7-6BE2-198E-9FAD83A584DD}"/>
                </a:ext>
              </a:extLst>
            </p:cNvPr>
            <p:cNvSpPr txBox="1"/>
            <p:nvPr/>
          </p:nvSpPr>
          <p:spPr>
            <a:xfrm>
              <a:off x="4701200" y="2956416"/>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1755" name="TextBox 1754">
              <a:extLst>
                <a:ext uri="{FF2B5EF4-FFF2-40B4-BE49-F238E27FC236}">
                  <a16:creationId xmlns:a16="http://schemas.microsoft.com/office/drawing/2014/main" id="{59090DD1-966B-F2AF-3FA9-2AB7547C28FF}"/>
                </a:ext>
              </a:extLst>
            </p:cNvPr>
            <p:cNvSpPr txBox="1"/>
            <p:nvPr/>
          </p:nvSpPr>
          <p:spPr>
            <a:xfrm>
              <a:off x="5413613" y="2984042"/>
              <a:ext cx="49473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1756" name="TextBox 1755">
              <a:extLst>
                <a:ext uri="{FF2B5EF4-FFF2-40B4-BE49-F238E27FC236}">
                  <a16:creationId xmlns:a16="http://schemas.microsoft.com/office/drawing/2014/main" id="{917A9E21-C07F-0579-07CE-F0050A279E34}"/>
                </a:ext>
              </a:extLst>
            </p:cNvPr>
            <p:cNvSpPr txBox="1"/>
            <p:nvPr/>
          </p:nvSpPr>
          <p:spPr>
            <a:xfrm>
              <a:off x="3743025" y="332487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1759" name="TextBox 1758">
              <a:extLst>
                <a:ext uri="{FF2B5EF4-FFF2-40B4-BE49-F238E27FC236}">
                  <a16:creationId xmlns:a16="http://schemas.microsoft.com/office/drawing/2014/main" id="{73ED187D-12B5-D810-CD55-719C4548C43F}"/>
                </a:ext>
              </a:extLst>
            </p:cNvPr>
            <p:cNvSpPr txBox="1"/>
            <p:nvPr/>
          </p:nvSpPr>
          <p:spPr>
            <a:xfrm>
              <a:off x="2168031" y="2623552"/>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2</a:t>
              </a:r>
            </a:p>
          </p:txBody>
        </p:sp>
        <p:sp>
          <p:nvSpPr>
            <p:cNvPr id="1760" name="TextBox 1759">
              <a:extLst>
                <a:ext uri="{FF2B5EF4-FFF2-40B4-BE49-F238E27FC236}">
                  <a16:creationId xmlns:a16="http://schemas.microsoft.com/office/drawing/2014/main" id="{84BD2E1F-2EF0-DB1D-030D-B42178AEE25E}"/>
                </a:ext>
              </a:extLst>
            </p:cNvPr>
            <p:cNvSpPr txBox="1"/>
            <p:nvPr/>
          </p:nvSpPr>
          <p:spPr>
            <a:xfrm>
              <a:off x="4940774" y="2823442"/>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cxnSp>
          <p:nvCxnSpPr>
            <p:cNvPr id="31" name="Straight Arrow Connector 30">
              <a:extLst>
                <a:ext uri="{FF2B5EF4-FFF2-40B4-BE49-F238E27FC236}">
                  <a16:creationId xmlns:a16="http://schemas.microsoft.com/office/drawing/2014/main" id="{18C665BE-09AA-8584-1464-6CD7E2E49CCE}"/>
                </a:ext>
              </a:extLst>
            </p:cNvPr>
            <p:cNvCxnSpPr>
              <a:stCxn id="38" idx="4"/>
              <a:endCxn id="43" idx="0"/>
            </p:cNvCxnSpPr>
            <p:nvPr/>
          </p:nvCxnSpPr>
          <p:spPr>
            <a:xfrm>
              <a:off x="5572858" y="2711075"/>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1" name="Connector: Curved 1770">
              <a:extLst>
                <a:ext uri="{FF2B5EF4-FFF2-40B4-BE49-F238E27FC236}">
                  <a16:creationId xmlns:a16="http://schemas.microsoft.com/office/drawing/2014/main" id="{81783223-1BE6-7477-72CE-260CA7E931D7}"/>
                </a:ext>
              </a:extLst>
            </p:cNvPr>
            <p:cNvCxnSpPr>
              <a:cxnSpLocks/>
            </p:cNvCxnSpPr>
            <p:nvPr/>
          </p:nvCxnSpPr>
          <p:spPr>
            <a:xfrm flipH="1" flipV="1">
              <a:off x="5550889" y="2711074"/>
              <a:ext cx="21969" cy="1005682"/>
            </a:xfrm>
            <a:prstGeom prst="curvedConnector3">
              <a:avLst>
                <a:gd name="adj1" fmla="val 936501"/>
              </a:avLst>
            </a:prstGeom>
            <a:ln>
              <a:tailEnd type="triangle"/>
            </a:ln>
          </p:spPr>
          <p:style>
            <a:lnRef idx="1">
              <a:schemeClr val="dk1"/>
            </a:lnRef>
            <a:fillRef idx="0">
              <a:schemeClr val="dk1"/>
            </a:fillRef>
            <a:effectRef idx="0">
              <a:schemeClr val="dk1"/>
            </a:effectRef>
            <a:fontRef idx="minor">
              <a:schemeClr val="tx1"/>
            </a:fontRef>
          </p:style>
        </p:cxnSp>
        <p:cxnSp>
          <p:nvCxnSpPr>
            <p:cNvPr id="1774" name="Straight Arrow Connector 1773">
              <a:extLst>
                <a:ext uri="{FF2B5EF4-FFF2-40B4-BE49-F238E27FC236}">
                  <a16:creationId xmlns:a16="http://schemas.microsoft.com/office/drawing/2014/main" id="{4713A940-14E0-DF63-DC2D-356853EAA924}"/>
                </a:ext>
              </a:extLst>
            </p:cNvPr>
            <p:cNvCxnSpPr>
              <a:stCxn id="38" idx="2"/>
              <a:endCxn id="37" idx="6"/>
            </p:cNvCxnSpPr>
            <p:nvPr/>
          </p:nvCxnSpPr>
          <p:spPr>
            <a:xfrm flipH="1" flipV="1">
              <a:off x="4457600" y="251898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6" name="Straight Arrow Connector 1775">
              <a:extLst>
                <a:ext uri="{FF2B5EF4-FFF2-40B4-BE49-F238E27FC236}">
                  <a16:creationId xmlns:a16="http://schemas.microsoft.com/office/drawing/2014/main" id="{DB259F0C-6346-E9F9-29F3-B4A1A11ECC24}"/>
                </a:ext>
              </a:extLst>
            </p:cNvPr>
            <p:cNvCxnSpPr>
              <a:stCxn id="37" idx="2"/>
              <a:endCxn id="34" idx="6"/>
            </p:cNvCxnSpPr>
            <p:nvPr/>
          </p:nvCxnSpPr>
          <p:spPr>
            <a:xfrm flipH="1" flipV="1">
              <a:off x="3135353" y="251321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90" name="Connector: Curved 1789">
              <a:extLst>
                <a:ext uri="{FF2B5EF4-FFF2-40B4-BE49-F238E27FC236}">
                  <a16:creationId xmlns:a16="http://schemas.microsoft.com/office/drawing/2014/main" id="{E6309930-29A9-F7DE-4172-64FB76F1F361}"/>
                </a:ext>
              </a:extLst>
            </p:cNvPr>
            <p:cNvCxnSpPr>
              <a:cxnSpLocks/>
              <a:endCxn id="33" idx="0"/>
            </p:cNvCxnSpPr>
            <p:nvPr/>
          </p:nvCxnSpPr>
          <p:spPr>
            <a:xfrm rot="10800000" flipV="1">
              <a:off x="1926395" y="2437666"/>
              <a:ext cx="807161" cy="56914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 name="Connector: Curved 1">
              <a:extLst>
                <a:ext uri="{FF2B5EF4-FFF2-40B4-BE49-F238E27FC236}">
                  <a16:creationId xmlns:a16="http://schemas.microsoft.com/office/drawing/2014/main" id="{3DA69B2F-F861-CFF8-11C5-26DE16F7203A}"/>
                </a:ext>
              </a:extLst>
            </p:cNvPr>
            <p:cNvCxnSpPr>
              <a:cxnSpLocks/>
            </p:cNvCxnSpPr>
            <p:nvPr/>
          </p:nvCxnSpPr>
          <p:spPr>
            <a:xfrm rot="10800000">
              <a:off x="1916641" y="3363610"/>
              <a:ext cx="807161" cy="569143"/>
            </a:xfrm>
            <a:prstGeom prst="curvedConnector2">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A93FB103-9E72-3B7B-AA20-4360ADB2851D}"/>
                </a:ext>
              </a:extLst>
            </p:cNvPr>
            <p:cNvSpPr txBox="1"/>
            <p:nvPr/>
          </p:nvSpPr>
          <p:spPr>
            <a:xfrm>
              <a:off x="2210232" y="3395580"/>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14" name="Straight Arrow Connector 13">
              <a:extLst>
                <a:ext uri="{FF2B5EF4-FFF2-40B4-BE49-F238E27FC236}">
                  <a16:creationId xmlns:a16="http://schemas.microsoft.com/office/drawing/2014/main" id="{F7D6F65D-FDE3-82E5-F433-1612DE84C922}"/>
                </a:ext>
              </a:extLst>
            </p:cNvPr>
            <p:cNvCxnSpPr>
              <a:cxnSpLocks/>
            </p:cNvCxnSpPr>
            <p:nvPr/>
          </p:nvCxnSpPr>
          <p:spPr>
            <a:xfrm flipH="1">
              <a:off x="3116912" y="3395580"/>
              <a:ext cx="347766" cy="41695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C9592AD8-6984-AF1D-8059-E387D671E4D5}"/>
                </a:ext>
              </a:extLst>
            </p:cNvPr>
            <p:cNvCxnSpPr/>
            <p:nvPr/>
          </p:nvCxnSpPr>
          <p:spPr>
            <a:xfrm flipH="1" flipV="1">
              <a:off x="3715360" y="3382503"/>
              <a:ext cx="373428" cy="400542"/>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7" name="Straight Arrow Connector 56">
              <a:extLst>
                <a:ext uri="{FF2B5EF4-FFF2-40B4-BE49-F238E27FC236}">
                  <a16:creationId xmlns:a16="http://schemas.microsoft.com/office/drawing/2014/main" id="{CB6631A3-5115-AA73-73EA-67794C4B1F87}"/>
                </a:ext>
              </a:extLst>
            </p:cNvPr>
            <p:cNvCxnSpPr>
              <a:cxnSpLocks/>
              <a:stCxn id="39" idx="3"/>
              <a:endCxn id="43" idx="7"/>
            </p:cNvCxnSpPr>
            <p:nvPr/>
          </p:nvCxnSpPr>
          <p:spPr>
            <a:xfrm flipH="1">
              <a:off x="5719222" y="3324878"/>
              <a:ext cx="602547" cy="453162"/>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38" name="Freeform: Shape 1737">
              <a:extLst>
                <a:ext uri="{FF2B5EF4-FFF2-40B4-BE49-F238E27FC236}">
                  <a16:creationId xmlns:a16="http://schemas.microsoft.com/office/drawing/2014/main" id="{7E5DFADC-201B-A2DD-EBFB-A11B6ACD0182}"/>
                </a:ext>
              </a:extLst>
            </p:cNvPr>
            <p:cNvSpPr/>
            <p:nvPr/>
          </p:nvSpPr>
          <p:spPr>
            <a:xfrm rot="16200000">
              <a:off x="4793100" y="3609163"/>
              <a:ext cx="216014" cy="960584"/>
            </a:xfrm>
            <a:custGeom>
              <a:avLst/>
              <a:gdLst>
                <a:gd name="connsiteX0" fmla="*/ 242665 w 242665"/>
                <a:gd name="connsiteY0" fmla="*/ 1022888 h 1022888"/>
                <a:gd name="connsiteX1" fmla="*/ 25689 w 242665"/>
                <a:gd name="connsiteY1" fmla="*/ 635430 h 1022888"/>
                <a:gd name="connsiteX2" fmla="*/ 25689 w 242665"/>
                <a:gd name="connsiteY2" fmla="*/ 302217 h 1022888"/>
                <a:gd name="connsiteX3" fmla="*/ 219417 w 242665"/>
                <a:gd name="connsiteY3" fmla="*/ 0 h 1022888"/>
              </a:gdLst>
              <a:ahLst/>
              <a:cxnLst>
                <a:cxn ang="0">
                  <a:pos x="connsiteX0" y="connsiteY0"/>
                </a:cxn>
                <a:cxn ang="0">
                  <a:pos x="connsiteX1" y="connsiteY1"/>
                </a:cxn>
                <a:cxn ang="0">
                  <a:pos x="connsiteX2" y="connsiteY2"/>
                </a:cxn>
                <a:cxn ang="0">
                  <a:pos x="connsiteX3" y="connsiteY3"/>
                </a:cxn>
              </a:cxnLst>
              <a:rect l="l" t="t" r="r" b="b"/>
              <a:pathLst>
                <a:path w="242665" h="1022888">
                  <a:moveTo>
                    <a:pt x="242665" y="1022888"/>
                  </a:moveTo>
                  <a:cubicBezTo>
                    <a:pt x="152258" y="889215"/>
                    <a:pt x="61852" y="755542"/>
                    <a:pt x="25689" y="635430"/>
                  </a:cubicBezTo>
                  <a:cubicBezTo>
                    <a:pt x="-10474" y="515318"/>
                    <a:pt x="-6599" y="408122"/>
                    <a:pt x="25689" y="302217"/>
                  </a:cubicBezTo>
                  <a:cubicBezTo>
                    <a:pt x="57977" y="196312"/>
                    <a:pt x="138697" y="98156"/>
                    <a:pt x="21941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dirty="0"/>
            </a:p>
          </p:txBody>
        </p:sp>
      </p:grpSp>
      <p:sp>
        <p:nvSpPr>
          <p:cNvPr id="1799" name="Subtitle 3">
            <a:extLst>
              <a:ext uri="{FF2B5EF4-FFF2-40B4-BE49-F238E27FC236}">
                <a16:creationId xmlns:a16="http://schemas.microsoft.com/office/drawing/2014/main" id="{04B54993-9C65-418E-B34A-251A2097BEE3}"/>
              </a:ext>
            </a:extLst>
          </p:cNvPr>
          <p:cNvSpPr txBox="1">
            <a:spLocks/>
          </p:cNvSpPr>
          <p:nvPr/>
        </p:nvSpPr>
        <p:spPr>
          <a:xfrm>
            <a:off x="1804749" y="1605775"/>
            <a:ext cx="2872833" cy="405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r>
              <a:rPr lang="en-US" dirty="0"/>
              <a:t>Residual Network </a:t>
            </a:r>
          </a:p>
        </p:txBody>
      </p:sp>
    </p:spTree>
    <p:extLst>
      <p:ext uri="{BB962C8B-B14F-4D97-AF65-F5344CB8AC3E}">
        <p14:creationId xmlns:p14="http://schemas.microsoft.com/office/powerpoint/2010/main" val="14809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29"/>
                                        </p:tgtEl>
                                        <p:attrNameLst>
                                          <p:attrName>style.visibility</p:attrName>
                                        </p:attrNameLst>
                                      </p:cBhvr>
                                      <p:to>
                                        <p:strVal val="visible"/>
                                      </p:to>
                                    </p:set>
                                    <p:animEffect transition="in" filter="fade">
                                      <p:cBhvr>
                                        <p:cTn id="7" dur="500"/>
                                        <p:tgtEl>
                                          <p:spTgt spid="1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F3A38B8D-859F-D175-7DF7-C8AE72877991}"/>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1E15A36A-FCD3-CA73-56B1-33BE7C442E9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sp>
        <p:nvSpPr>
          <p:cNvPr id="4" name="Subtitle 3">
            <a:extLst>
              <a:ext uri="{FF2B5EF4-FFF2-40B4-BE49-F238E27FC236}">
                <a16:creationId xmlns:a16="http://schemas.microsoft.com/office/drawing/2014/main" id="{EE118D63-EBD4-527B-1684-47454BCBC8FB}"/>
              </a:ext>
            </a:extLst>
          </p:cNvPr>
          <p:cNvSpPr>
            <a:spLocks noGrp="1"/>
          </p:cNvSpPr>
          <p:nvPr>
            <p:ph type="subTitle" idx="5"/>
          </p:nvPr>
        </p:nvSpPr>
        <p:spPr/>
        <p:txBody>
          <a:bodyPr/>
          <a:lstStyle/>
          <a:p>
            <a:r>
              <a:rPr lang="en-US" dirty="0"/>
              <a:t>Iteration 3 </a:t>
            </a:r>
          </a:p>
        </p:txBody>
      </p:sp>
      <p:grpSp>
        <p:nvGrpSpPr>
          <p:cNvPr id="3" name="Group 2">
            <a:extLst>
              <a:ext uri="{FF2B5EF4-FFF2-40B4-BE49-F238E27FC236}">
                <a16:creationId xmlns:a16="http://schemas.microsoft.com/office/drawing/2014/main" id="{3283CB35-9A4D-4907-A65A-DDF4DACA1E1E}"/>
              </a:ext>
            </a:extLst>
          </p:cNvPr>
          <p:cNvGrpSpPr/>
          <p:nvPr/>
        </p:nvGrpSpPr>
        <p:grpSpPr>
          <a:xfrm>
            <a:off x="1719406" y="2322006"/>
            <a:ext cx="4955714" cy="1887309"/>
            <a:chOff x="1719406" y="2322006"/>
            <a:chExt cx="4955714" cy="1887309"/>
          </a:xfrm>
        </p:grpSpPr>
        <p:sp>
          <p:nvSpPr>
            <p:cNvPr id="5" name="Oval 4">
              <a:extLst>
                <a:ext uri="{FF2B5EF4-FFF2-40B4-BE49-F238E27FC236}">
                  <a16:creationId xmlns:a16="http://schemas.microsoft.com/office/drawing/2014/main" id="{559958F7-AFF8-614E-2548-D049ABC71826}"/>
                </a:ext>
              </a:extLst>
            </p:cNvPr>
            <p:cNvSpPr/>
            <p:nvPr/>
          </p:nvSpPr>
          <p:spPr>
            <a:xfrm>
              <a:off x="1719406"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6" name="Oval 5">
              <a:extLst>
                <a:ext uri="{FF2B5EF4-FFF2-40B4-BE49-F238E27FC236}">
                  <a16:creationId xmlns:a16="http://schemas.microsoft.com/office/drawing/2014/main" id="{9DB21088-C580-17FC-8129-DA15211EDB3E}"/>
                </a:ext>
              </a:extLst>
            </p:cNvPr>
            <p:cNvSpPr/>
            <p:nvPr/>
          </p:nvSpPr>
          <p:spPr>
            <a:xfrm>
              <a:off x="2721377" y="232689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7" name="Oval 6">
              <a:extLst>
                <a:ext uri="{FF2B5EF4-FFF2-40B4-BE49-F238E27FC236}">
                  <a16:creationId xmlns:a16="http://schemas.microsoft.com/office/drawing/2014/main" id="{6D4FC294-2D0A-3627-878F-3E90426A7797}"/>
                </a:ext>
              </a:extLst>
            </p:cNvPr>
            <p:cNvSpPr/>
            <p:nvPr/>
          </p:nvSpPr>
          <p:spPr>
            <a:xfrm>
              <a:off x="4043624" y="233266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8" name="Oval 7">
              <a:extLst>
                <a:ext uri="{FF2B5EF4-FFF2-40B4-BE49-F238E27FC236}">
                  <a16:creationId xmlns:a16="http://schemas.microsoft.com/office/drawing/2014/main" id="{086CB6C7-5B4D-09E2-A031-1F8FF0565BE9}"/>
                </a:ext>
              </a:extLst>
            </p:cNvPr>
            <p:cNvSpPr/>
            <p:nvPr/>
          </p:nvSpPr>
          <p:spPr>
            <a:xfrm>
              <a:off x="5365871" y="233843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9" name="Oval 8">
              <a:extLst>
                <a:ext uri="{FF2B5EF4-FFF2-40B4-BE49-F238E27FC236}">
                  <a16:creationId xmlns:a16="http://schemas.microsoft.com/office/drawing/2014/main" id="{248186E9-1950-9252-7710-573707BEC294}"/>
                </a:ext>
              </a:extLst>
            </p:cNvPr>
            <p:cNvSpPr/>
            <p:nvPr/>
          </p:nvSpPr>
          <p:spPr>
            <a:xfrm>
              <a:off x="6261144"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10" name="Oval 9">
              <a:extLst>
                <a:ext uri="{FF2B5EF4-FFF2-40B4-BE49-F238E27FC236}">
                  <a16:creationId xmlns:a16="http://schemas.microsoft.com/office/drawing/2014/main" id="{0CDCFB3A-B8B6-20C9-437F-50AE722CC10A}"/>
                </a:ext>
              </a:extLst>
            </p:cNvPr>
            <p:cNvSpPr/>
            <p:nvPr/>
          </p:nvSpPr>
          <p:spPr>
            <a:xfrm>
              <a:off x="2705849" y="3701293"/>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11" name="Oval 10">
              <a:extLst>
                <a:ext uri="{FF2B5EF4-FFF2-40B4-BE49-F238E27FC236}">
                  <a16:creationId xmlns:a16="http://schemas.microsoft.com/office/drawing/2014/main" id="{FB02EB41-0B4E-81C3-7F92-C554E7A9BA18}"/>
                </a:ext>
              </a:extLst>
            </p:cNvPr>
            <p:cNvSpPr/>
            <p:nvPr/>
          </p:nvSpPr>
          <p:spPr>
            <a:xfrm>
              <a:off x="3377469" y="305943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2" name="Oval 11">
              <a:extLst>
                <a:ext uri="{FF2B5EF4-FFF2-40B4-BE49-F238E27FC236}">
                  <a16:creationId xmlns:a16="http://schemas.microsoft.com/office/drawing/2014/main" id="{A1D820DE-F482-1E87-33BB-707756D29E5A}"/>
                </a:ext>
              </a:extLst>
            </p:cNvPr>
            <p:cNvSpPr/>
            <p:nvPr/>
          </p:nvSpPr>
          <p:spPr>
            <a:xfrm>
              <a:off x="4043623"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3" name="Oval 12">
              <a:extLst>
                <a:ext uri="{FF2B5EF4-FFF2-40B4-BE49-F238E27FC236}">
                  <a16:creationId xmlns:a16="http://schemas.microsoft.com/office/drawing/2014/main" id="{CD66255C-32A0-928E-CC58-43C513471978}"/>
                </a:ext>
              </a:extLst>
            </p:cNvPr>
            <p:cNvSpPr/>
            <p:nvPr/>
          </p:nvSpPr>
          <p:spPr>
            <a:xfrm>
              <a:off x="5365871"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14" name="Straight Arrow Connector 13">
              <a:extLst>
                <a:ext uri="{FF2B5EF4-FFF2-40B4-BE49-F238E27FC236}">
                  <a16:creationId xmlns:a16="http://schemas.microsoft.com/office/drawing/2014/main" id="{881B462F-AFBE-148D-2CC6-BE32973C79C7}"/>
                </a:ext>
              </a:extLst>
            </p:cNvPr>
            <p:cNvCxnSpPr>
              <a:cxnSpLocks/>
              <a:stCxn id="5" idx="7"/>
            </p:cNvCxnSpPr>
            <p:nvPr/>
          </p:nvCxnSpPr>
          <p:spPr>
            <a:xfrm flipV="1">
              <a:off x="2072757" y="2585502"/>
              <a:ext cx="648621"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722D859-8C6E-551E-6752-2CFDA72A4628}"/>
                </a:ext>
              </a:extLst>
            </p:cNvPr>
            <p:cNvCxnSpPr>
              <a:cxnSpLocks/>
              <a:stCxn id="5" idx="5"/>
            </p:cNvCxnSpPr>
            <p:nvPr/>
          </p:nvCxnSpPr>
          <p:spPr>
            <a:xfrm>
              <a:off x="2072757" y="3324878"/>
              <a:ext cx="648621"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2881A5EF-971B-71ED-9C8F-17A6C80F2398}"/>
                </a:ext>
              </a:extLst>
            </p:cNvPr>
            <p:cNvCxnSpPr>
              <a:cxnSpLocks/>
            </p:cNvCxnSpPr>
            <p:nvPr/>
          </p:nvCxnSpPr>
          <p:spPr>
            <a:xfrm flipV="1">
              <a:off x="3716550" y="2632507"/>
              <a:ext cx="373430"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7A94B0B6-D89E-0AEE-00FD-ADAE3296F914}"/>
                </a:ext>
              </a:extLst>
            </p:cNvPr>
            <p:cNvCxnSpPr>
              <a:cxnSpLocks/>
              <a:stCxn id="8" idx="6"/>
              <a:endCxn id="9" idx="0"/>
            </p:cNvCxnSpPr>
            <p:nvPr/>
          </p:nvCxnSpPr>
          <p:spPr>
            <a:xfrm>
              <a:off x="5779846" y="2524755"/>
              <a:ext cx="68828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69649D5F-8318-23E8-0394-EFA44C3B9C4D}"/>
                </a:ext>
              </a:extLst>
            </p:cNvPr>
            <p:cNvCxnSpPr/>
            <p:nvPr/>
          </p:nvCxnSpPr>
          <p:spPr>
            <a:xfrm>
              <a:off x="3113907" y="3891503"/>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5A0BEE7D-8ACB-1336-7B07-DA2EEA25D618}"/>
                </a:ext>
              </a:extLst>
            </p:cNvPr>
            <p:cNvCxnSpPr/>
            <p:nvPr/>
          </p:nvCxnSpPr>
          <p:spPr>
            <a:xfrm>
              <a:off x="4457600" y="3917352"/>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51D16766-A825-DB48-B732-A96864F8A608}"/>
                </a:ext>
              </a:extLst>
            </p:cNvPr>
            <p:cNvCxnSpPr>
              <a:cxnSpLocks/>
              <a:endCxn id="13" idx="1"/>
            </p:cNvCxnSpPr>
            <p:nvPr/>
          </p:nvCxnSpPr>
          <p:spPr>
            <a:xfrm>
              <a:off x="4371084" y="2687995"/>
              <a:ext cx="1055412"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AF739B97-A3A7-D4D1-DC0D-219A5ECAB3AD}"/>
                </a:ext>
              </a:extLst>
            </p:cNvPr>
            <p:cNvSpPr txBox="1"/>
            <p:nvPr/>
          </p:nvSpPr>
          <p:spPr>
            <a:xfrm>
              <a:off x="1966308" y="2322006"/>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a:t>
              </a:r>
            </a:p>
          </p:txBody>
        </p:sp>
        <p:sp>
          <p:nvSpPr>
            <p:cNvPr id="22" name="TextBox 21">
              <a:extLst>
                <a:ext uri="{FF2B5EF4-FFF2-40B4-BE49-F238E27FC236}">
                  <a16:creationId xmlns:a16="http://schemas.microsoft.com/office/drawing/2014/main" id="{9025D3BB-DFBC-5FDB-E34D-7674E99990B7}"/>
                </a:ext>
              </a:extLst>
            </p:cNvPr>
            <p:cNvSpPr txBox="1"/>
            <p:nvPr/>
          </p:nvSpPr>
          <p:spPr>
            <a:xfrm>
              <a:off x="6006135" y="250645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25" name="TextBox 24">
              <a:extLst>
                <a:ext uri="{FF2B5EF4-FFF2-40B4-BE49-F238E27FC236}">
                  <a16:creationId xmlns:a16="http://schemas.microsoft.com/office/drawing/2014/main" id="{69CE7C6C-97E6-96F9-9D85-FF018805D0AC}"/>
                </a:ext>
              </a:extLst>
            </p:cNvPr>
            <p:cNvSpPr txBox="1"/>
            <p:nvPr/>
          </p:nvSpPr>
          <p:spPr>
            <a:xfrm>
              <a:off x="5888459" y="3452419"/>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11</a:t>
              </a:r>
            </a:p>
          </p:txBody>
        </p:sp>
        <p:sp>
          <p:nvSpPr>
            <p:cNvPr id="26" name="TextBox 25">
              <a:extLst>
                <a:ext uri="{FF2B5EF4-FFF2-40B4-BE49-F238E27FC236}">
                  <a16:creationId xmlns:a16="http://schemas.microsoft.com/office/drawing/2014/main" id="{69393617-475E-CC12-FB54-5006D9FF3B79}"/>
                </a:ext>
              </a:extLst>
            </p:cNvPr>
            <p:cNvSpPr txBox="1"/>
            <p:nvPr/>
          </p:nvSpPr>
          <p:spPr>
            <a:xfrm>
              <a:off x="4667733" y="3675244"/>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27" name="TextBox 26">
              <a:extLst>
                <a:ext uri="{FF2B5EF4-FFF2-40B4-BE49-F238E27FC236}">
                  <a16:creationId xmlns:a16="http://schemas.microsoft.com/office/drawing/2014/main" id="{ECA0083A-FB4E-5514-35CF-2D436F356600}"/>
                </a:ext>
              </a:extLst>
            </p:cNvPr>
            <p:cNvSpPr txBox="1"/>
            <p:nvPr/>
          </p:nvSpPr>
          <p:spPr>
            <a:xfrm>
              <a:off x="3331484" y="390153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28" name="TextBox 27">
              <a:extLst>
                <a:ext uri="{FF2B5EF4-FFF2-40B4-BE49-F238E27FC236}">
                  <a16:creationId xmlns:a16="http://schemas.microsoft.com/office/drawing/2014/main" id="{C90D29C6-2B2E-57F2-A6CD-E296A2E742FB}"/>
                </a:ext>
              </a:extLst>
            </p:cNvPr>
            <p:cNvSpPr txBox="1"/>
            <p:nvPr/>
          </p:nvSpPr>
          <p:spPr>
            <a:xfrm>
              <a:off x="1836135" y="3732117"/>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29" name="TextBox 28">
              <a:extLst>
                <a:ext uri="{FF2B5EF4-FFF2-40B4-BE49-F238E27FC236}">
                  <a16:creationId xmlns:a16="http://schemas.microsoft.com/office/drawing/2014/main" id="{335A66D8-1A05-8A05-44AA-93175006511E}"/>
                </a:ext>
              </a:extLst>
            </p:cNvPr>
            <p:cNvSpPr txBox="1"/>
            <p:nvPr/>
          </p:nvSpPr>
          <p:spPr>
            <a:xfrm>
              <a:off x="3481518" y="269467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30" name="TextBox 29">
              <a:extLst>
                <a:ext uri="{FF2B5EF4-FFF2-40B4-BE49-F238E27FC236}">
                  <a16:creationId xmlns:a16="http://schemas.microsoft.com/office/drawing/2014/main" id="{A8C63A92-5AB9-B3D2-8285-D89714617B93}"/>
                </a:ext>
              </a:extLst>
            </p:cNvPr>
            <p:cNvSpPr txBox="1"/>
            <p:nvPr/>
          </p:nvSpPr>
          <p:spPr>
            <a:xfrm>
              <a:off x="2788206" y="3348806"/>
              <a:ext cx="5824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32" name="TextBox 31">
              <a:extLst>
                <a:ext uri="{FF2B5EF4-FFF2-40B4-BE49-F238E27FC236}">
                  <a16:creationId xmlns:a16="http://schemas.microsoft.com/office/drawing/2014/main" id="{CDFB0C1C-BDDC-852F-4620-F243AF5755FE}"/>
                </a:ext>
              </a:extLst>
            </p:cNvPr>
            <p:cNvSpPr txBox="1"/>
            <p:nvPr/>
          </p:nvSpPr>
          <p:spPr>
            <a:xfrm>
              <a:off x="2590007" y="3089867"/>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35" name="Straight Arrow Connector 34">
              <a:extLst>
                <a:ext uri="{FF2B5EF4-FFF2-40B4-BE49-F238E27FC236}">
                  <a16:creationId xmlns:a16="http://schemas.microsoft.com/office/drawing/2014/main" id="{6459C430-C571-8322-50D4-8C47AA9DC414}"/>
                </a:ext>
              </a:extLst>
            </p:cNvPr>
            <p:cNvCxnSpPr>
              <a:cxnSpLocks/>
              <a:stCxn id="6" idx="4"/>
              <a:endCxn id="10" idx="0"/>
            </p:cNvCxnSpPr>
            <p:nvPr/>
          </p:nvCxnSpPr>
          <p:spPr>
            <a:xfrm flipH="1">
              <a:off x="2912837" y="2699535"/>
              <a:ext cx="15528"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B3DCBB7F-545A-F434-CA3C-BD8A9541F303}"/>
                </a:ext>
              </a:extLst>
            </p:cNvPr>
            <p:cNvSpPr txBox="1"/>
            <p:nvPr/>
          </p:nvSpPr>
          <p:spPr>
            <a:xfrm>
              <a:off x="4701200" y="2956416"/>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54" name="TextBox 53">
              <a:extLst>
                <a:ext uri="{FF2B5EF4-FFF2-40B4-BE49-F238E27FC236}">
                  <a16:creationId xmlns:a16="http://schemas.microsoft.com/office/drawing/2014/main" id="{3F840E8E-9603-3BA2-3B6F-98ED9912AE5A}"/>
                </a:ext>
              </a:extLst>
            </p:cNvPr>
            <p:cNvSpPr txBox="1"/>
            <p:nvPr/>
          </p:nvSpPr>
          <p:spPr>
            <a:xfrm>
              <a:off x="5413613" y="2984042"/>
              <a:ext cx="49473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56" name="TextBox 55">
              <a:extLst>
                <a:ext uri="{FF2B5EF4-FFF2-40B4-BE49-F238E27FC236}">
                  <a16:creationId xmlns:a16="http://schemas.microsoft.com/office/drawing/2014/main" id="{FAD2A57F-5D8A-9D8A-D124-08732C125604}"/>
                </a:ext>
              </a:extLst>
            </p:cNvPr>
            <p:cNvSpPr txBox="1"/>
            <p:nvPr/>
          </p:nvSpPr>
          <p:spPr>
            <a:xfrm>
              <a:off x="3743025" y="332487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57" name="TextBox 56">
              <a:extLst>
                <a:ext uri="{FF2B5EF4-FFF2-40B4-BE49-F238E27FC236}">
                  <a16:creationId xmlns:a16="http://schemas.microsoft.com/office/drawing/2014/main" id="{F372B1F1-F479-8327-E433-22462896806F}"/>
                </a:ext>
              </a:extLst>
            </p:cNvPr>
            <p:cNvSpPr txBox="1"/>
            <p:nvPr/>
          </p:nvSpPr>
          <p:spPr>
            <a:xfrm>
              <a:off x="2168031" y="2623552"/>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2</a:t>
              </a:r>
            </a:p>
          </p:txBody>
        </p:sp>
        <p:sp>
          <p:nvSpPr>
            <p:cNvPr id="60" name="TextBox 59">
              <a:extLst>
                <a:ext uri="{FF2B5EF4-FFF2-40B4-BE49-F238E27FC236}">
                  <a16:creationId xmlns:a16="http://schemas.microsoft.com/office/drawing/2014/main" id="{4B193ABC-7DA1-570D-75CC-997207E28E8E}"/>
                </a:ext>
              </a:extLst>
            </p:cNvPr>
            <p:cNvSpPr txBox="1"/>
            <p:nvPr/>
          </p:nvSpPr>
          <p:spPr>
            <a:xfrm>
              <a:off x="4940774" y="2823442"/>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cxnSp>
          <p:nvCxnSpPr>
            <p:cNvPr id="63" name="Straight Arrow Connector 62">
              <a:extLst>
                <a:ext uri="{FF2B5EF4-FFF2-40B4-BE49-F238E27FC236}">
                  <a16:creationId xmlns:a16="http://schemas.microsoft.com/office/drawing/2014/main" id="{31717A77-CA24-2B2B-C4D9-D50473DD4316}"/>
                </a:ext>
              </a:extLst>
            </p:cNvPr>
            <p:cNvCxnSpPr>
              <a:stCxn id="8" idx="4"/>
              <a:endCxn id="13" idx="0"/>
            </p:cNvCxnSpPr>
            <p:nvPr/>
          </p:nvCxnSpPr>
          <p:spPr>
            <a:xfrm>
              <a:off x="5572858" y="2711075"/>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8" name="Connector: Curved 1727">
              <a:extLst>
                <a:ext uri="{FF2B5EF4-FFF2-40B4-BE49-F238E27FC236}">
                  <a16:creationId xmlns:a16="http://schemas.microsoft.com/office/drawing/2014/main" id="{094BDBB4-1EF0-B1D2-11E6-31473D4B3B4C}"/>
                </a:ext>
              </a:extLst>
            </p:cNvPr>
            <p:cNvCxnSpPr>
              <a:cxnSpLocks/>
            </p:cNvCxnSpPr>
            <p:nvPr/>
          </p:nvCxnSpPr>
          <p:spPr>
            <a:xfrm flipH="1" flipV="1">
              <a:off x="5550889" y="2711074"/>
              <a:ext cx="21969" cy="1005682"/>
            </a:xfrm>
            <a:prstGeom prst="curvedConnector3">
              <a:avLst>
                <a:gd name="adj1" fmla="val 93650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57A794ED-68BB-B5B5-BF04-5F8410F2B66E}"/>
                </a:ext>
              </a:extLst>
            </p:cNvPr>
            <p:cNvCxnSpPr>
              <a:stCxn id="8" idx="2"/>
              <a:endCxn id="7" idx="6"/>
            </p:cNvCxnSpPr>
            <p:nvPr/>
          </p:nvCxnSpPr>
          <p:spPr>
            <a:xfrm flipH="1" flipV="1">
              <a:off x="4457600" y="251898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1" name="Straight Arrow Connector 1730">
              <a:extLst>
                <a:ext uri="{FF2B5EF4-FFF2-40B4-BE49-F238E27FC236}">
                  <a16:creationId xmlns:a16="http://schemas.microsoft.com/office/drawing/2014/main" id="{77C90563-4543-89CE-3F47-C79AF8064ADC}"/>
                </a:ext>
              </a:extLst>
            </p:cNvPr>
            <p:cNvCxnSpPr>
              <a:stCxn id="7" idx="2"/>
              <a:endCxn id="6" idx="6"/>
            </p:cNvCxnSpPr>
            <p:nvPr/>
          </p:nvCxnSpPr>
          <p:spPr>
            <a:xfrm flipH="1" flipV="1">
              <a:off x="3135353" y="251321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2" name="Connector: Curved 1731">
              <a:extLst>
                <a:ext uri="{FF2B5EF4-FFF2-40B4-BE49-F238E27FC236}">
                  <a16:creationId xmlns:a16="http://schemas.microsoft.com/office/drawing/2014/main" id="{BCB5E746-A0CA-C5FD-891B-AE8A4E1A32F4}"/>
                </a:ext>
              </a:extLst>
            </p:cNvPr>
            <p:cNvCxnSpPr>
              <a:cxnSpLocks/>
              <a:endCxn id="5" idx="0"/>
            </p:cNvCxnSpPr>
            <p:nvPr/>
          </p:nvCxnSpPr>
          <p:spPr>
            <a:xfrm rot="10800000" flipV="1">
              <a:off x="1926395" y="2437666"/>
              <a:ext cx="807161" cy="56914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1734" name="TextBox 1733">
              <a:extLst>
                <a:ext uri="{FF2B5EF4-FFF2-40B4-BE49-F238E27FC236}">
                  <a16:creationId xmlns:a16="http://schemas.microsoft.com/office/drawing/2014/main" id="{25D92CEF-A2C9-25D9-589A-EC6A6864DFDD}"/>
                </a:ext>
              </a:extLst>
            </p:cNvPr>
            <p:cNvSpPr txBox="1"/>
            <p:nvPr/>
          </p:nvSpPr>
          <p:spPr>
            <a:xfrm>
              <a:off x="2210232" y="3395580"/>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grpSp>
      <p:sp>
        <p:nvSpPr>
          <p:cNvPr id="1742" name="TextBox 1741">
            <a:extLst>
              <a:ext uri="{FF2B5EF4-FFF2-40B4-BE49-F238E27FC236}">
                <a16:creationId xmlns:a16="http://schemas.microsoft.com/office/drawing/2014/main" id="{1F50CD55-F54E-9400-A866-839FB77080CA}"/>
              </a:ext>
            </a:extLst>
          </p:cNvPr>
          <p:cNvSpPr txBox="1"/>
          <p:nvPr/>
        </p:nvSpPr>
        <p:spPr>
          <a:xfrm>
            <a:off x="3300499" y="2215473"/>
            <a:ext cx="62850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43" name="TextBox 1742">
            <a:extLst>
              <a:ext uri="{FF2B5EF4-FFF2-40B4-BE49-F238E27FC236}">
                <a16:creationId xmlns:a16="http://schemas.microsoft.com/office/drawing/2014/main" id="{2DA125B2-B437-1AF0-080A-BECB21DD8BD6}"/>
              </a:ext>
            </a:extLst>
          </p:cNvPr>
          <p:cNvSpPr txBox="1"/>
          <p:nvPr/>
        </p:nvSpPr>
        <p:spPr>
          <a:xfrm>
            <a:off x="4551456" y="2214101"/>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44" name="TextBox 1743">
            <a:extLst>
              <a:ext uri="{FF2B5EF4-FFF2-40B4-BE49-F238E27FC236}">
                <a16:creationId xmlns:a16="http://schemas.microsoft.com/office/drawing/2014/main" id="{91A93006-2E08-23A2-8C54-3C48C3EDD224}"/>
              </a:ext>
            </a:extLst>
          </p:cNvPr>
          <p:cNvSpPr txBox="1"/>
          <p:nvPr/>
        </p:nvSpPr>
        <p:spPr>
          <a:xfrm>
            <a:off x="4683398" y="418642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cxnSp>
        <p:nvCxnSpPr>
          <p:cNvPr id="1748" name="Connector: Curved 1747">
            <a:extLst>
              <a:ext uri="{FF2B5EF4-FFF2-40B4-BE49-F238E27FC236}">
                <a16:creationId xmlns:a16="http://schemas.microsoft.com/office/drawing/2014/main" id="{DD4E5F52-810D-6CBE-1788-6CCD9EC2EC4A}"/>
              </a:ext>
            </a:extLst>
          </p:cNvPr>
          <p:cNvCxnSpPr>
            <a:cxnSpLocks/>
            <a:stCxn id="10" idx="2"/>
            <a:endCxn id="5" idx="4"/>
          </p:cNvCxnSpPr>
          <p:nvPr/>
        </p:nvCxnSpPr>
        <p:spPr>
          <a:xfrm rot="10800000">
            <a:off x="1926395" y="3379451"/>
            <a:ext cx="779455" cy="50816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754" name="Connector: Curved 1753">
            <a:extLst>
              <a:ext uri="{FF2B5EF4-FFF2-40B4-BE49-F238E27FC236}">
                <a16:creationId xmlns:a16="http://schemas.microsoft.com/office/drawing/2014/main" id="{5457E999-CC5B-A1B2-A336-F682E4FFA124}"/>
              </a:ext>
            </a:extLst>
          </p:cNvPr>
          <p:cNvCxnSpPr>
            <a:cxnSpLocks/>
          </p:cNvCxnSpPr>
          <p:nvPr/>
        </p:nvCxnSpPr>
        <p:spPr>
          <a:xfrm rot="16200000" flipH="1" flipV="1">
            <a:off x="4890759" y="3511503"/>
            <a:ext cx="20695" cy="960584"/>
          </a:xfrm>
          <a:prstGeom prst="curvedConnector3">
            <a:avLst>
              <a:gd name="adj1" fmla="val 1244914"/>
            </a:avLst>
          </a:prstGeom>
          <a:ln>
            <a:tailEnd type="triangle"/>
          </a:ln>
        </p:spPr>
        <p:style>
          <a:lnRef idx="1">
            <a:schemeClr val="dk1"/>
          </a:lnRef>
          <a:fillRef idx="0">
            <a:schemeClr val="dk1"/>
          </a:fillRef>
          <a:effectRef idx="0">
            <a:schemeClr val="dk1"/>
          </a:effectRef>
          <a:fontRef idx="minor">
            <a:schemeClr val="tx1"/>
          </a:fontRef>
        </p:style>
      </p:cxnSp>
      <p:cxnSp>
        <p:nvCxnSpPr>
          <p:cNvPr id="1765" name="Straight Arrow Connector 1764">
            <a:extLst>
              <a:ext uri="{FF2B5EF4-FFF2-40B4-BE49-F238E27FC236}">
                <a16:creationId xmlns:a16="http://schemas.microsoft.com/office/drawing/2014/main" id="{53E20FA8-5A9E-A660-64F7-39559F2CB875}"/>
              </a:ext>
            </a:extLst>
          </p:cNvPr>
          <p:cNvCxnSpPr>
            <a:stCxn id="9" idx="3"/>
            <a:endCxn id="13" idx="7"/>
          </p:cNvCxnSpPr>
          <p:nvPr/>
        </p:nvCxnSpPr>
        <p:spPr>
          <a:xfrm flipH="1">
            <a:off x="5719222" y="3324878"/>
            <a:ext cx="602547" cy="453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7" name="Straight Arrow Connector 1776">
            <a:extLst>
              <a:ext uri="{FF2B5EF4-FFF2-40B4-BE49-F238E27FC236}">
                <a16:creationId xmlns:a16="http://schemas.microsoft.com/office/drawing/2014/main" id="{BCCFECD5-712B-FC31-B8BA-256B356BC07C}"/>
              </a:ext>
            </a:extLst>
          </p:cNvPr>
          <p:cNvCxnSpPr>
            <a:cxnSpLocks/>
          </p:cNvCxnSpPr>
          <p:nvPr/>
        </p:nvCxnSpPr>
        <p:spPr>
          <a:xfrm rot="10800000" flipV="1">
            <a:off x="3108616" y="3417009"/>
            <a:ext cx="357902"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9" name="Straight Arrow Connector 1778">
            <a:extLst>
              <a:ext uri="{FF2B5EF4-FFF2-40B4-BE49-F238E27FC236}">
                <a16:creationId xmlns:a16="http://schemas.microsoft.com/office/drawing/2014/main" id="{550B69BE-4183-D2FD-FC4C-58E06FF15A58}"/>
              </a:ext>
            </a:extLst>
          </p:cNvPr>
          <p:cNvCxnSpPr>
            <a:stCxn id="12" idx="1"/>
            <a:endCxn id="11" idx="5"/>
          </p:cNvCxnSpPr>
          <p:nvPr/>
        </p:nvCxnSpPr>
        <p:spPr>
          <a:xfrm flipH="1" flipV="1">
            <a:off x="3730820" y="3377498"/>
            <a:ext cx="373428"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43962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F26CC38B-C83B-8B9D-62C5-D6EDBE7727D7}"/>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0E7A56F0-B4F4-5E87-ADBD-924DB0AF900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grpSp>
        <p:nvGrpSpPr>
          <p:cNvPr id="3" name="Group 2">
            <a:extLst>
              <a:ext uri="{FF2B5EF4-FFF2-40B4-BE49-F238E27FC236}">
                <a16:creationId xmlns:a16="http://schemas.microsoft.com/office/drawing/2014/main" id="{6E89EC69-DB0F-2AAB-3681-F3E3B0C0EE71}"/>
              </a:ext>
            </a:extLst>
          </p:cNvPr>
          <p:cNvGrpSpPr/>
          <p:nvPr/>
        </p:nvGrpSpPr>
        <p:grpSpPr>
          <a:xfrm>
            <a:off x="1719406" y="2322006"/>
            <a:ext cx="5059191" cy="1887309"/>
            <a:chOff x="1719406" y="2322006"/>
            <a:chExt cx="5059191" cy="1887309"/>
          </a:xfrm>
        </p:grpSpPr>
        <p:sp>
          <p:nvSpPr>
            <p:cNvPr id="5" name="Oval 4">
              <a:extLst>
                <a:ext uri="{FF2B5EF4-FFF2-40B4-BE49-F238E27FC236}">
                  <a16:creationId xmlns:a16="http://schemas.microsoft.com/office/drawing/2014/main" id="{2B787276-80A0-2424-B94E-8B5C7488171E}"/>
                </a:ext>
              </a:extLst>
            </p:cNvPr>
            <p:cNvSpPr/>
            <p:nvPr/>
          </p:nvSpPr>
          <p:spPr>
            <a:xfrm>
              <a:off x="1719406"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6" name="Oval 5">
              <a:extLst>
                <a:ext uri="{FF2B5EF4-FFF2-40B4-BE49-F238E27FC236}">
                  <a16:creationId xmlns:a16="http://schemas.microsoft.com/office/drawing/2014/main" id="{3DB748E9-D904-23D4-1F59-EB434CF2BE3D}"/>
                </a:ext>
              </a:extLst>
            </p:cNvPr>
            <p:cNvSpPr/>
            <p:nvPr/>
          </p:nvSpPr>
          <p:spPr>
            <a:xfrm>
              <a:off x="2721377" y="232689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7" name="Oval 6">
              <a:extLst>
                <a:ext uri="{FF2B5EF4-FFF2-40B4-BE49-F238E27FC236}">
                  <a16:creationId xmlns:a16="http://schemas.microsoft.com/office/drawing/2014/main" id="{3ACFD9DC-918E-7F7B-C405-D1AA6E994613}"/>
                </a:ext>
              </a:extLst>
            </p:cNvPr>
            <p:cNvSpPr/>
            <p:nvPr/>
          </p:nvSpPr>
          <p:spPr>
            <a:xfrm>
              <a:off x="4043624" y="233266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8" name="Oval 7">
              <a:extLst>
                <a:ext uri="{FF2B5EF4-FFF2-40B4-BE49-F238E27FC236}">
                  <a16:creationId xmlns:a16="http://schemas.microsoft.com/office/drawing/2014/main" id="{31E1C384-2BBD-C7E4-414C-53F21E6E3199}"/>
                </a:ext>
              </a:extLst>
            </p:cNvPr>
            <p:cNvSpPr/>
            <p:nvPr/>
          </p:nvSpPr>
          <p:spPr>
            <a:xfrm>
              <a:off x="5365871" y="233843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9" name="Oval 8">
              <a:extLst>
                <a:ext uri="{FF2B5EF4-FFF2-40B4-BE49-F238E27FC236}">
                  <a16:creationId xmlns:a16="http://schemas.microsoft.com/office/drawing/2014/main" id="{29F0F0DE-D224-7559-55EC-CED3C1FDCA47}"/>
                </a:ext>
              </a:extLst>
            </p:cNvPr>
            <p:cNvSpPr/>
            <p:nvPr/>
          </p:nvSpPr>
          <p:spPr>
            <a:xfrm>
              <a:off x="6261144"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10" name="Oval 9">
              <a:extLst>
                <a:ext uri="{FF2B5EF4-FFF2-40B4-BE49-F238E27FC236}">
                  <a16:creationId xmlns:a16="http://schemas.microsoft.com/office/drawing/2014/main" id="{AE47A9F5-7AFB-18F2-0A1B-98FC9EA605B9}"/>
                </a:ext>
              </a:extLst>
            </p:cNvPr>
            <p:cNvSpPr/>
            <p:nvPr/>
          </p:nvSpPr>
          <p:spPr>
            <a:xfrm>
              <a:off x="2705849" y="3701293"/>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11" name="Oval 10">
              <a:extLst>
                <a:ext uri="{FF2B5EF4-FFF2-40B4-BE49-F238E27FC236}">
                  <a16:creationId xmlns:a16="http://schemas.microsoft.com/office/drawing/2014/main" id="{47EAB564-25FC-BA18-C74E-F9F59F6A4F7D}"/>
                </a:ext>
              </a:extLst>
            </p:cNvPr>
            <p:cNvSpPr/>
            <p:nvPr/>
          </p:nvSpPr>
          <p:spPr>
            <a:xfrm>
              <a:off x="3377469" y="305943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2" name="Oval 11">
              <a:extLst>
                <a:ext uri="{FF2B5EF4-FFF2-40B4-BE49-F238E27FC236}">
                  <a16:creationId xmlns:a16="http://schemas.microsoft.com/office/drawing/2014/main" id="{830EC4D8-0C67-A5A9-13F2-F7CD81E27251}"/>
                </a:ext>
              </a:extLst>
            </p:cNvPr>
            <p:cNvSpPr/>
            <p:nvPr/>
          </p:nvSpPr>
          <p:spPr>
            <a:xfrm>
              <a:off x="4043623"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3" name="Oval 12">
              <a:extLst>
                <a:ext uri="{FF2B5EF4-FFF2-40B4-BE49-F238E27FC236}">
                  <a16:creationId xmlns:a16="http://schemas.microsoft.com/office/drawing/2014/main" id="{67967D00-1BC0-2F06-F902-4C9EE18B2D70}"/>
                </a:ext>
              </a:extLst>
            </p:cNvPr>
            <p:cNvSpPr/>
            <p:nvPr/>
          </p:nvSpPr>
          <p:spPr>
            <a:xfrm>
              <a:off x="5365871"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14" name="Straight Arrow Connector 13">
              <a:extLst>
                <a:ext uri="{FF2B5EF4-FFF2-40B4-BE49-F238E27FC236}">
                  <a16:creationId xmlns:a16="http://schemas.microsoft.com/office/drawing/2014/main" id="{69E1EEAE-C092-C3CA-3C09-52B52BC57A4D}"/>
                </a:ext>
              </a:extLst>
            </p:cNvPr>
            <p:cNvCxnSpPr>
              <a:cxnSpLocks/>
              <a:stCxn id="5" idx="7"/>
            </p:cNvCxnSpPr>
            <p:nvPr/>
          </p:nvCxnSpPr>
          <p:spPr>
            <a:xfrm flipV="1">
              <a:off x="2072757" y="2585502"/>
              <a:ext cx="648621"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501FD7E1-0766-A303-454B-89AF14EB758E}"/>
                </a:ext>
              </a:extLst>
            </p:cNvPr>
            <p:cNvCxnSpPr>
              <a:cxnSpLocks/>
              <a:stCxn id="5" idx="5"/>
            </p:cNvCxnSpPr>
            <p:nvPr/>
          </p:nvCxnSpPr>
          <p:spPr>
            <a:xfrm>
              <a:off x="2072757" y="3324878"/>
              <a:ext cx="648621"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9D2EFE98-9A51-8B7A-7669-850D5ECD0175}"/>
                </a:ext>
              </a:extLst>
            </p:cNvPr>
            <p:cNvCxnSpPr>
              <a:cxnSpLocks/>
            </p:cNvCxnSpPr>
            <p:nvPr/>
          </p:nvCxnSpPr>
          <p:spPr>
            <a:xfrm flipV="1">
              <a:off x="3716550" y="2632507"/>
              <a:ext cx="373430"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5E3004A3-7D33-7D90-E40F-DF0630CA97BD}"/>
                </a:ext>
              </a:extLst>
            </p:cNvPr>
            <p:cNvCxnSpPr>
              <a:cxnSpLocks/>
              <a:stCxn id="8" idx="6"/>
              <a:endCxn id="9" idx="0"/>
            </p:cNvCxnSpPr>
            <p:nvPr/>
          </p:nvCxnSpPr>
          <p:spPr>
            <a:xfrm>
              <a:off x="5779846" y="2524755"/>
              <a:ext cx="68828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1BB35E90-445B-E945-53AD-7384F8CA7D86}"/>
                </a:ext>
              </a:extLst>
            </p:cNvPr>
            <p:cNvCxnSpPr/>
            <p:nvPr/>
          </p:nvCxnSpPr>
          <p:spPr>
            <a:xfrm>
              <a:off x="3113907" y="3891503"/>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0699E31A-AF72-0C51-0686-8548D678E256}"/>
                </a:ext>
              </a:extLst>
            </p:cNvPr>
            <p:cNvCxnSpPr/>
            <p:nvPr/>
          </p:nvCxnSpPr>
          <p:spPr>
            <a:xfrm>
              <a:off x="4457600" y="3917352"/>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B592DC7-102B-E490-3B27-3FB2C3A54BD1}"/>
                </a:ext>
              </a:extLst>
            </p:cNvPr>
            <p:cNvCxnSpPr>
              <a:cxnSpLocks/>
              <a:endCxn id="13" idx="1"/>
            </p:cNvCxnSpPr>
            <p:nvPr/>
          </p:nvCxnSpPr>
          <p:spPr>
            <a:xfrm>
              <a:off x="4371084" y="2687995"/>
              <a:ext cx="1055412"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D0385151-A136-3AA7-9B01-D31BFFA3D0F8}"/>
                </a:ext>
              </a:extLst>
            </p:cNvPr>
            <p:cNvSpPr txBox="1"/>
            <p:nvPr/>
          </p:nvSpPr>
          <p:spPr>
            <a:xfrm>
              <a:off x="1966308" y="2322006"/>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a:t>
              </a:r>
            </a:p>
          </p:txBody>
        </p:sp>
        <p:sp>
          <p:nvSpPr>
            <p:cNvPr id="22" name="TextBox 21">
              <a:extLst>
                <a:ext uri="{FF2B5EF4-FFF2-40B4-BE49-F238E27FC236}">
                  <a16:creationId xmlns:a16="http://schemas.microsoft.com/office/drawing/2014/main" id="{C3E3634A-AAC5-EA52-5710-8197D230AD6E}"/>
                </a:ext>
              </a:extLst>
            </p:cNvPr>
            <p:cNvSpPr txBox="1"/>
            <p:nvPr/>
          </p:nvSpPr>
          <p:spPr>
            <a:xfrm>
              <a:off x="6006134" y="2506455"/>
              <a:ext cx="494729"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1/2</a:t>
              </a:r>
            </a:p>
          </p:txBody>
        </p:sp>
        <p:sp>
          <p:nvSpPr>
            <p:cNvPr id="25" name="TextBox 24">
              <a:extLst>
                <a:ext uri="{FF2B5EF4-FFF2-40B4-BE49-F238E27FC236}">
                  <a16:creationId xmlns:a16="http://schemas.microsoft.com/office/drawing/2014/main" id="{3B65BEE6-FAFE-23DC-F246-29C8CEDEE509}"/>
                </a:ext>
              </a:extLst>
            </p:cNvPr>
            <p:cNvSpPr txBox="1"/>
            <p:nvPr/>
          </p:nvSpPr>
          <p:spPr>
            <a:xfrm>
              <a:off x="5707600" y="3230706"/>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10</a:t>
              </a:r>
            </a:p>
          </p:txBody>
        </p:sp>
        <p:sp>
          <p:nvSpPr>
            <p:cNvPr id="26" name="TextBox 25">
              <a:extLst>
                <a:ext uri="{FF2B5EF4-FFF2-40B4-BE49-F238E27FC236}">
                  <a16:creationId xmlns:a16="http://schemas.microsoft.com/office/drawing/2014/main" id="{59013992-F20B-EFC6-8366-DB8E27FD7C43}"/>
                </a:ext>
              </a:extLst>
            </p:cNvPr>
            <p:cNvSpPr txBox="1"/>
            <p:nvPr/>
          </p:nvSpPr>
          <p:spPr>
            <a:xfrm>
              <a:off x="4574786" y="3675244"/>
              <a:ext cx="51401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1/3</a:t>
              </a:r>
            </a:p>
          </p:txBody>
        </p:sp>
        <p:sp>
          <p:nvSpPr>
            <p:cNvPr id="27" name="TextBox 26">
              <a:extLst>
                <a:ext uri="{FF2B5EF4-FFF2-40B4-BE49-F238E27FC236}">
                  <a16:creationId xmlns:a16="http://schemas.microsoft.com/office/drawing/2014/main" id="{B0E6C298-665F-F329-59F3-93327EB81F38}"/>
                </a:ext>
              </a:extLst>
            </p:cNvPr>
            <p:cNvSpPr txBox="1"/>
            <p:nvPr/>
          </p:nvSpPr>
          <p:spPr>
            <a:xfrm>
              <a:off x="3331484" y="390153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1/1</a:t>
              </a:r>
            </a:p>
          </p:txBody>
        </p:sp>
        <p:sp>
          <p:nvSpPr>
            <p:cNvPr id="28" name="TextBox 27">
              <a:extLst>
                <a:ext uri="{FF2B5EF4-FFF2-40B4-BE49-F238E27FC236}">
                  <a16:creationId xmlns:a16="http://schemas.microsoft.com/office/drawing/2014/main" id="{5D701C71-A026-9ED6-9486-D36EB9D96210}"/>
                </a:ext>
              </a:extLst>
            </p:cNvPr>
            <p:cNvSpPr txBox="1"/>
            <p:nvPr/>
          </p:nvSpPr>
          <p:spPr>
            <a:xfrm>
              <a:off x="1836135" y="3732117"/>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29" name="TextBox 28">
              <a:extLst>
                <a:ext uri="{FF2B5EF4-FFF2-40B4-BE49-F238E27FC236}">
                  <a16:creationId xmlns:a16="http://schemas.microsoft.com/office/drawing/2014/main" id="{162DFD83-0993-8595-8558-0D3648737C12}"/>
                </a:ext>
              </a:extLst>
            </p:cNvPr>
            <p:cNvSpPr txBox="1"/>
            <p:nvPr/>
          </p:nvSpPr>
          <p:spPr>
            <a:xfrm>
              <a:off x="3481518" y="269467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30" name="TextBox 29">
              <a:extLst>
                <a:ext uri="{FF2B5EF4-FFF2-40B4-BE49-F238E27FC236}">
                  <a16:creationId xmlns:a16="http://schemas.microsoft.com/office/drawing/2014/main" id="{D66BE389-4AA1-F2FE-B653-DD82A50BC7B5}"/>
                </a:ext>
              </a:extLst>
            </p:cNvPr>
            <p:cNvSpPr txBox="1"/>
            <p:nvPr/>
          </p:nvSpPr>
          <p:spPr>
            <a:xfrm>
              <a:off x="2788206" y="3348806"/>
              <a:ext cx="5824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32" name="TextBox 31">
              <a:extLst>
                <a:ext uri="{FF2B5EF4-FFF2-40B4-BE49-F238E27FC236}">
                  <a16:creationId xmlns:a16="http://schemas.microsoft.com/office/drawing/2014/main" id="{588656D7-2C41-9513-261C-86198B79BC23}"/>
                </a:ext>
              </a:extLst>
            </p:cNvPr>
            <p:cNvSpPr txBox="1"/>
            <p:nvPr/>
          </p:nvSpPr>
          <p:spPr>
            <a:xfrm>
              <a:off x="2590007" y="3089867"/>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35" name="Straight Arrow Connector 34">
              <a:extLst>
                <a:ext uri="{FF2B5EF4-FFF2-40B4-BE49-F238E27FC236}">
                  <a16:creationId xmlns:a16="http://schemas.microsoft.com/office/drawing/2014/main" id="{15CDF4A4-6859-E76B-56C8-7C718C758D11}"/>
                </a:ext>
              </a:extLst>
            </p:cNvPr>
            <p:cNvCxnSpPr>
              <a:cxnSpLocks/>
              <a:stCxn id="6" idx="4"/>
              <a:endCxn id="10" idx="0"/>
            </p:cNvCxnSpPr>
            <p:nvPr/>
          </p:nvCxnSpPr>
          <p:spPr>
            <a:xfrm flipH="1">
              <a:off x="2912837" y="2699535"/>
              <a:ext cx="15528"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028506C7-CF56-51D1-D632-3DAB3486FBF5}"/>
                </a:ext>
              </a:extLst>
            </p:cNvPr>
            <p:cNvSpPr txBox="1"/>
            <p:nvPr/>
          </p:nvSpPr>
          <p:spPr>
            <a:xfrm>
              <a:off x="4701200" y="2956416"/>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54" name="TextBox 53">
              <a:extLst>
                <a:ext uri="{FF2B5EF4-FFF2-40B4-BE49-F238E27FC236}">
                  <a16:creationId xmlns:a16="http://schemas.microsoft.com/office/drawing/2014/main" id="{6C8A1A0D-4124-B586-5E25-FF7EDD9B16A0}"/>
                </a:ext>
              </a:extLst>
            </p:cNvPr>
            <p:cNvSpPr txBox="1"/>
            <p:nvPr/>
          </p:nvSpPr>
          <p:spPr>
            <a:xfrm>
              <a:off x="5413613" y="2984042"/>
              <a:ext cx="49473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56" name="TextBox 55">
              <a:extLst>
                <a:ext uri="{FF2B5EF4-FFF2-40B4-BE49-F238E27FC236}">
                  <a16:creationId xmlns:a16="http://schemas.microsoft.com/office/drawing/2014/main" id="{6D1D5E2B-CAF8-76FB-58D7-82CEBDD376B9}"/>
                </a:ext>
              </a:extLst>
            </p:cNvPr>
            <p:cNvSpPr txBox="1"/>
            <p:nvPr/>
          </p:nvSpPr>
          <p:spPr>
            <a:xfrm>
              <a:off x="3743025" y="332487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57" name="TextBox 56">
              <a:extLst>
                <a:ext uri="{FF2B5EF4-FFF2-40B4-BE49-F238E27FC236}">
                  <a16:creationId xmlns:a16="http://schemas.microsoft.com/office/drawing/2014/main" id="{78A03AA4-67BC-8782-4D41-9B7BBB7D8F78}"/>
                </a:ext>
              </a:extLst>
            </p:cNvPr>
            <p:cNvSpPr txBox="1"/>
            <p:nvPr/>
          </p:nvSpPr>
          <p:spPr>
            <a:xfrm>
              <a:off x="2168031" y="2623552"/>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2</a:t>
              </a:r>
            </a:p>
          </p:txBody>
        </p:sp>
        <p:sp>
          <p:nvSpPr>
            <p:cNvPr id="60" name="TextBox 59">
              <a:extLst>
                <a:ext uri="{FF2B5EF4-FFF2-40B4-BE49-F238E27FC236}">
                  <a16:creationId xmlns:a16="http://schemas.microsoft.com/office/drawing/2014/main" id="{37E2781A-AD9C-2633-7F02-689F11556BBB}"/>
                </a:ext>
              </a:extLst>
            </p:cNvPr>
            <p:cNvSpPr txBox="1"/>
            <p:nvPr/>
          </p:nvSpPr>
          <p:spPr>
            <a:xfrm>
              <a:off x="4940774" y="2823442"/>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cxnSp>
          <p:nvCxnSpPr>
            <p:cNvPr id="63" name="Straight Arrow Connector 62">
              <a:extLst>
                <a:ext uri="{FF2B5EF4-FFF2-40B4-BE49-F238E27FC236}">
                  <a16:creationId xmlns:a16="http://schemas.microsoft.com/office/drawing/2014/main" id="{E9FCACD7-1787-0E5E-7F7A-8A7535B04DF4}"/>
                </a:ext>
              </a:extLst>
            </p:cNvPr>
            <p:cNvCxnSpPr>
              <a:stCxn id="8" idx="4"/>
              <a:endCxn id="13" idx="0"/>
            </p:cNvCxnSpPr>
            <p:nvPr/>
          </p:nvCxnSpPr>
          <p:spPr>
            <a:xfrm>
              <a:off x="5572858" y="2711075"/>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8" name="Connector: Curved 1727">
              <a:extLst>
                <a:ext uri="{FF2B5EF4-FFF2-40B4-BE49-F238E27FC236}">
                  <a16:creationId xmlns:a16="http://schemas.microsoft.com/office/drawing/2014/main" id="{71AC3E25-5DFD-AB99-2B9C-B86D283E63E0}"/>
                </a:ext>
              </a:extLst>
            </p:cNvPr>
            <p:cNvCxnSpPr>
              <a:cxnSpLocks/>
            </p:cNvCxnSpPr>
            <p:nvPr/>
          </p:nvCxnSpPr>
          <p:spPr>
            <a:xfrm flipH="1" flipV="1">
              <a:off x="5550889" y="2711074"/>
              <a:ext cx="21969" cy="1005682"/>
            </a:xfrm>
            <a:prstGeom prst="curvedConnector3">
              <a:avLst>
                <a:gd name="adj1" fmla="val 93650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853D89FB-746D-44FB-F8FB-B2FB6B35E8AE}"/>
                </a:ext>
              </a:extLst>
            </p:cNvPr>
            <p:cNvCxnSpPr>
              <a:stCxn id="8" idx="2"/>
              <a:endCxn id="7" idx="6"/>
            </p:cNvCxnSpPr>
            <p:nvPr/>
          </p:nvCxnSpPr>
          <p:spPr>
            <a:xfrm flipH="1" flipV="1">
              <a:off x="4457600" y="251898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1" name="Straight Arrow Connector 1730">
              <a:extLst>
                <a:ext uri="{FF2B5EF4-FFF2-40B4-BE49-F238E27FC236}">
                  <a16:creationId xmlns:a16="http://schemas.microsoft.com/office/drawing/2014/main" id="{5C302DC7-A65F-7B36-5006-56861939A7A0}"/>
                </a:ext>
              </a:extLst>
            </p:cNvPr>
            <p:cNvCxnSpPr>
              <a:stCxn id="7" idx="2"/>
              <a:endCxn id="6" idx="6"/>
            </p:cNvCxnSpPr>
            <p:nvPr/>
          </p:nvCxnSpPr>
          <p:spPr>
            <a:xfrm flipH="1" flipV="1">
              <a:off x="3135353" y="251321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2" name="Connector: Curved 1731">
              <a:extLst>
                <a:ext uri="{FF2B5EF4-FFF2-40B4-BE49-F238E27FC236}">
                  <a16:creationId xmlns:a16="http://schemas.microsoft.com/office/drawing/2014/main" id="{655B98CD-1AC4-1A38-0D5D-4A9F4773BB82}"/>
                </a:ext>
              </a:extLst>
            </p:cNvPr>
            <p:cNvCxnSpPr>
              <a:cxnSpLocks/>
              <a:endCxn id="5" idx="0"/>
            </p:cNvCxnSpPr>
            <p:nvPr/>
          </p:nvCxnSpPr>
          <p:spPr>
            <a:xfrm rot="10800000" flipV="1">
              <a:off x="1926395" y="2437666"/>
              <a:ext cx="807161" cy="56914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1734" name="TextBox 1733">
              <a:extLst>
                <a:ext uri="{FF2B5EF4-FFF2-40B4-BE49-F238E27FC236}">
                  <a16:creationId xmlns:a16="http://schemas.microsoft.com/office/drawing/2014/main" id="{FC300DB5-2DAF-D17C-7151-0B42780D7E6C}"/>
                </a:ext>
              </a:extLst>
            </p:cNvPr>
            <p:cNvSpPr txBox="1"/>
            <p:nvPr/>
          </p:nvSpPr>
          <p:spPr>
            <a:xfrm>
              <a:off x="2247685" y="3353363"/>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1/9</a:t>
              </a:r>
            </a:p>
          </p:txBody>
        </p:sp>
        <p:sp>
          <p:nvSpPr>
            <p:cNvPr id="34" name="TextBox 33">
              <a:extLst>
                <a:ext uri="{FF2B5EF4-FFF2-40B4-BE49-F238E27FC236}">
                  <a16:creationId xmlns:a16="http://schemas.microsoft.com/office/drawing/2014/main" id="{7C836A4E-02E6-4121-7457-73AC82AF3EC7}"/>
                </a:ext>
              </a:extLst>
            </p:cNvPr>
            <p:cNvSpPr txBox="1"/>
            <p:nvPr/>
          </p:nvSpPr>
          <p:spPr>
            <a:xfrm>
              <a:off x="6091595" y="3732116"/>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1/1</a:t>
              </a:r>
            </a:p>
          </p:txBody>
        </p:sp>
      </p:grpSp>
      <p:sp>
        <p:nvSpPr>
          <p:cNvPr id="1742" name="TextBox 1741">
            <a:extLst>
              <a:ext uri="{FF2B5EF4-FFF2-40B4-BE49-F238E27FC236}">
                <a16:creationId xmlns:a16="http://schemas.microsoft.com/office/drawing/2014/main" id="{CF42AF3C-BAA7-05DB-67DF-471F274509AE}"/>
              </a:ext>
            </a:extLst>
          </p:cNvPr>
          <p:cNvSpPr txBox="1"/>
          <p:nvPr/>
        </p:nvSpPr>
        <p:spPr>
          <a:xfrm>
            <a:off x="3300499" y="2215473"/>
            <a:ext cx="62850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43" name="TextBox 1742">
            <a:extLst>
              <a:ext uri="{FF2B5EF4-FFF2-40B4-BE49-F238E27FC236}">
                <a16:creationId xmlns:a16="http://schemas.microsoft.com/office/drawing/2014/main" id="{A16EE745-6F39-A884-B0BA-46FF43BAC2AE}"/>
              </a:ext>
            </a:extLst>
          </p:cNvPr>
          <p:cNvSpPr txBox="1"/>
          <p:nvPr/>
        </p:nvSpPr>
        <p:spPr>
          <a:xfrm>
            <a:off x="4551456" y="2214101"/>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44" name="TextBox 1743">
            <a:extLst>
              <a:ext uri="{FF2B5EF4-FFF2-40B4-BE49-F238E27FC236}">
                <a16:creationId xmlns:a16="http://schemas.microsoft.com/office/drawing/2014/main" id="{2A172620-A965-2C12-87E8-455BA059D25B}"/>
              </a:ext>
            </a:extLst>
          </p:cNvPr>
          <p:cNvSpPr txBox="1"/>
          <p:nvPr/>
        </p:nvSpPr>
        <p:spPr>
          <a:xfrm>
            <a:off x="4683398" y="418642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cxnSp>
        <p:nvCxnSpPr>
          <p:cNvPr id="1748" name="Connector: Curved 1747">
            <a:extLst>
              <a:ext uri="{FF2B5EF4-FFF2-40B4-BE49-F238E27FC236}">
                <a16:creationId xmlns:a16="http://schemas.microsoft.com/office/drawing/2014/main" id="{CE6D1F5B-5EB0-4EFC-3F59-F05AEFF9D5CE}"/>
              </a:ext>
            </a:extLst>
          </p:cNvPr>
          <p:cNvCxnSpPr>
            <a:cxnSpLocks/>
            <a:stCxn id="10" idx="2"/>
            <a:endCxn id="5" idx="4"/>
          </p:cNvCxnSpPr>
          <p:nvPr/>
        </p:nvCxnSpPr>
        <p:spPr>
          <a:xfrm rot="10800000">
            <a:off x="1926395" y="3379451"/>
            <a:ext cx="779455" cy="50816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754" name="Connector: Curved 1753">
            <a:extLst>
              <a:ext uri="{FF2B5EF4-FFF2-40B4-BE49-F238E27FC236}">
                <a16:creationId xmlns:a16="http://schemas.microsoft.com/office/drawing/2014/main" id="{B600CC1A-0A92-FB3F-F8D6-D98102EBE80E}"/>
              </a:ext>
            </a:extLst>
          </p:cNvPr>
          <p:cNvCxnSpPr>
            <a:cxnSpLocks/>
          </p:cNvCxnSpPr>
          <p:nvPr/>
        </p:nvCxnSpPr>
        <p:spPr>
          <a:xfrm rot="16200000" flipH="1" flipV="1">
            <a:off x="4890759" y="3511503"/>
            <a:ext cx="20695" cy="960584"/>
          </a:xfrm>
          <a:prstGeom prst="curvedConnector3">
            <a:avLst>
              <a:gd name="adj1" fmla="val 1244914"/>
            </a:avLst>
          </a:prstGeom>
          <a:ln>
            <a:tailEnd type="triangle"/>
          </a:ln>
        </p:spPr>
        <p:style>
          <a:lnRef idx="1">
            <a:schemeClr val="dk1"/>
          </a:lnRef>
          <a:fillRef idx="0">
            <a:schemeClr val="dk1"/>
          </a:fillRef>
          <a:effectRef idx="0">
            <a:schemeClr val="dk1"/>
          </a:effectRef>
          <a:fontRef idx="minor">
            <a:schemeClr val="tx1"/>
          </a:fontRef>
        </p:style>
      </p:cxnSp>
      <p:cxnSp>
        <p:nvCxnSpPr>
          <p:cNvPr id="1765" name="Straight Arrow Connector 1764">
            <a:extLst>
              <a:ext uri="{FF2B5EF4-FFF2-40B4-BE49-F238E27FC236}">
                <a16:creationId xmlns:a16="http://schemas.microsoft.com/office/drawing/2014/main" id="{1A4C839B-FE20-C053-37BD-8E09D7C83C5E}"/>
              </a:ext>
            </a:extLst>
          </p:cNvPr>
          <p:cNvCxnSpPr>
            <a:cxnSpLocks/>
          </p:cNvCxnSpPr>
          <p:nvPr/>
        </p:nvCxnSpPr>
        <p:spPr>
          <a:xfrm flipH="1">
            <a:off x="5719222" y="3324878"/>
            <a:ext cx="602547" cy="453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7" name="Straight Arrow Connector 1776">
            <a:extLst>
              <a:ext uri="{FF2B5EF4-FFF2-40B4-BE49-F238E27FC236}">
                <a16:creationId xmlns:a16="http://schemas.microsoft.com/office/drawing/2014/main" id="{09E3B211-D151-DB25-37A5-EF2C0585C1DB}"/>
              </a:ext>
            </a:extLst>
          </p:cNvPr>
          <p:cNvCxnSpPr>
            <a:cxnSpLocks/>
          </p:cNvCxnSpPr>
          <p:nvPr/>
        </p:nvCxnSpPr>
        <p:spPr>
          <a:xfrm rot="10800000" flipV="1">
            <a:off x="3108616" y="3417009"/>
            <a:ext cx="357902"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9" name="Straight Arrow Connector 1778">
            <a:extLst>
              <a:ext uri="{FF2B5EF4-FFF2-40B4-BE49-F238E27FC236}">
                <a16:creationId xmlns:a16="http://schemas.microsoft.com/office/drawing/2014/main" id="{303E9E78-83CA-9056-4CF7-1DD9C2157362}"/>
              </a:ext>
            </a:extLst>
          </p:cNvPr>
          <p:cNvCxnSpPr>
            <a:stCxn id="12" idx="1"/>
            <a:endCxn id="11" idx="5"/>
          </p:cNvCxnSpPr>
          <p:nvPr/>
        </p:nvCxnSpPr>
        <p:spPr>
          <a:xfrm flipH="1" flipV="1">
            <a:off x="3730820" y="3377498"/>
            <a:ext cx="373428"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52D2145F-3092-B5FB-D38C-C57BA357ED5C}"/>
              </a:ext>
            </a:extLst>
          </p:cNvPr>
          <p:cNvSpPr txBox="1"/>
          <p:nvPr/>
        </p:nvSpPr>
        <p:spPr>
          <a:xfrm>
            <a:off x="1748207" y="1605038"/>
            <a:ext cx="5191932" cy="315023"/>
          </a:xfrm>
          <a:prstGeom prst="rect">
            <a:avLst/>
          </a:prstGeom>
          <a:noFill/>
        </p:spPr>
        <p:txBody>
          <a:bodyPr wrap="square">
            <a:spAutoFit/>
          </a:bodyPr>
          <a:lstStyle/>
          <a:p>
            <a:pPr>
              <a:lnSpc>
                <a:spcPct val="107000"/>
              </a:lnSpc>
              <a:spcAft>
                <a:spcPts val="800"/>
              </a:spcAft>
            </a:pPr>
            <a:r>
              <a:rPr lang="en-US" sz="1400" b="1"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rPr>
              <a:t>Using path s → b → e → g → f → t</a:t>
            </a:r>
            <a:endParaRPr lang="en-US" sz="1100" kern="100" dirty="0">
              <a:solidFill>
                <a:schemeClr val="accent1">
                  <a:lumMod val="75000"/>
                </a:schemeClr>
              </a:solidFill>
              <a:effectLst/>
              <a:latin typeface="Poppins" panose="00000500000000000000" pitchFamily="2" charset="0"/>
              <a:ea typeface="Aptos" panose="020B0004020202020204" pitchFamily="34" charset="0"/>
              <a:cs typeface="Poppins" panose="00000500000000000000" pitchFamily="2" charset="0"/>
            </a:endParaRPr>
          </a:p>
        </p:txBody>
      </p:sp>
      <p:sp>
        <p:nvSpPr>
          <p:cNvPr id="33" name="Freeform: Shape 32">
            <a:extLst>
              <a:ext uri="{FF2B5EF4-FFF2-40B4-BE49-F238E27FC236}">
                <a16:creationId xmlns:a16="http://schemas.microsoft.com/office/drawing/2014/main" id="{54C7B3A8-1F6D-0416-5FDE-FDC16CC0C62F}"/>
              </a:ext>
            </a:extLst>
          </p:cNvPr>
          <p:cNvSpPr/>
          <p:nvPr/>
        </p:nvSpPr>
        <p:spPr>
          <a:xfrm rot="2990162" flipH="1">
            <a:off x="6008100" y="3262048"/>
            <a:ext cx="218963" cy="790391"/>
          </a:xfrm>
          <a:custGeom>
            <a:avLst/>
            <a:gdLst>
              <a:gd name="connsiteX0" fmla="*/ 242665 w 242665"/>
              <a:gd name="connsiteY0" fmla="*/ 1022888 h 1022888"/>
              <a:gd name="connsiteX1" fmla="*/ 25689 w 242665"/>
              <a:gd name="connsiteY1" fmla="*/ 635430 h 1022888"/>
              <a:gd name="connsiteX2" fmla="*/ 25689 w 242665"/>
              <a:gd name="connsiteY2" fmla="*/ 302217 h 1022888"/>
              <a:gd name="connsiteX3" fmla="*/ 219417 w 242665"/>
              <a:gd name="connsiteY3" fmla="*/ 0 h 1022888"/>
            </a:gdLst>
            <a:ahLst/>
            <a:cxnLst>
              <a:cxn ang="0">
                <a:pos x="connsiteX0" y="connsiteY0"/>
              </a:cxn>
              <a:cxn ang="0">
                <a:pos x="connsiteX1" y="connsiteY1"/>
              </a:cxn>
              <a:cxn ang="0">
                <a:pos x="connsiteX2" y="connsiteY2"/>
              </a:cxn>
              <a:cxn ang="0">
                <a:pos x="connsiteX3" y="connsiteY3"/>
              </a:cxn>
            </a:cxnLst>
            <a:rect l="l" t="t" r="r" b="b"/>
            <a:pathLst>
              <a:path w="242665" h="1022888">
                <a:moveTo>
                  <a:pt x="242665" y="1022888"/>
                </a:moveTo>
                <a:cubicBezTo>
                  <a:pt x="152258" y="889215"/>
                  <a:pt x="61852" y="755542"/>
                  <a:pt x="25689" y="635430"/>
                </a:cubicBezTo>
                <a:cubicBezTo>
                  <a:pt x="-10474" y="515318"/>
                  <a:pt x="-6599" y="408122"/>
                  <a:pt x="25689" y="302217"/>
                </a:cubicBezTo>
                <a:cubicBezTo>
                  <a:pt x="57977" y="196312"/>
                  <a:pt x="138697" y="98156"/>
                  <a:pt x="219417" y="0"/>
                </a:cubicBezTo>
              </a:path>
            </a:pathLst>
          </a:custGeom>
          <a:ln w="12700">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9378222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7F463364-A805-0148-552B-DBA0591CA798}"/>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B3C0ACE3-282D-6882-2C70-3D83A790398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Flow Network’s Example</a:t>
            </a:r>
          </a:p>
        </p:txBody>
      </p:sp>
      <p:grpSp>
        <p:nvGrpSpPr>
          <p:cNvPr id="3" name="Group 2">
            <a:extLst>
              <a:ext uri="{FF2B5EF4-FFF2-40B4-BE49-F238E27FC236}">
                <a16:creationId xmlns:a16="http://schemas.microsoft.com/office/drawing/2014/main" id="{712FA306-02C3-0B22-78A2-244ED6375D02}"/>
              </a:ext>
            </a:extLst>
          </p:cNvPr>
          <p:cNvGrpSpPr/>
          <p:nvPr/>
        </p:nvGrpSpPr>
        <p:grpSpPr>
          <a:xfrm>
            <a:off x="1719406" y="2322006"/>
            <a:ext cx="4955714" cy="1887309"/>
            <a:chOff x="1719406" y="2322006"/>
            <a:chExt cx="4955714" cy="1887309"/>
          </a:xfrm>
        </p:grpSpPr>
        <p:sp>
          <p:nvSpPr>
            <p:cNvPr id="5" name="Oval 4">
              <a:extLst>
                <a:ext uri="{FF2B5EF4-FFF2-40B4-BE49-F238E27FC236}">
                  <a16:creationId xmlns:a16="http://schemas.microsoft.com/office/drawing/2014/main" id="{8308E28D-162F-29C8-C6C2-18A0537DE3A4}"/>
                </a:ext>
              </a:extLst>
            </p:cNvPr>
            <p:cNvSpPr/>
            <p:nvPr/>
          </p:nvSpPr>
          <p:spPr>
            <a:xfrm>
              <a:off x="1719406"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6" name="Oval 5">
              <a:extLst>
                <a:ext uri="{FF2B5EF4-FFF2-40B4-BE49-F238E27FC236}">
                  <a16:creationId xmlns:a16="http://schemas.microsoft.com/office/drawing/2014/main" id="{85A9C9D4-E2A9-04B5-890C-028AB4F1B1DD}"/>
                </a:ext>
              </a:extLst>
            </p:cNvPr>
            <p:cNvSpPr/>
            <p:nvPr/>
          </p:nvSpPr>
          <p:spPr>
            <a:xfrm>
              <a:off x="2721377" y="232689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7" name="Oval 6">
              <a:extLst>
                <a:ext uri="{FF2B5EF4-FFF2-40B4-BE49-F238E27FC236}">
                  <a16:creationId xmlns:a16="http://schemas.microsoft.com/office/drawing/2014/main" id="{939DEFA5-5512-B931-19C6-30AF61F324FC}"/>
                </a:ext>
              </a:extLst>
            </p:cNvPr>
            <p:cNvSpPr/>
            <p:nvPr/>
          </p:nvSpPr>
          <p:spPr>
            <a:xfrm>
              <a:off x="4043624" y="233266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8" name="Oval 7">
              <a:extLst>
                <a:ext uri="{FF2B5EF4-FFF2-40B4-BE49-F238E27FC236}">
                  <a16:creationId xmlns:a16="http://schemas.microsoft.com/office/drawing/2014/main" id="{6AC8F541-3327-870B-FCD1-DA569B5BB7D4}"/>
                </a:ext>
              </a:extLst>
            </p:cNvPr>
            <p:cNvSpPr/>
            <p:nvPr/>
          </p:nvSpPr>
          <p:spPr>
            <a:xfrm>
              <a:off x="5365871" y="2338435"/>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9" name="Oval 8">
              <a:extLst>
                <a:ext uri="{FF2B5EF4-FFF2-40B4-BE49-F238E27FC236}">
                  <a16:creationId xmlns:a16="http://schemas.microsoft.com/office/drawing/2014/main" id="{65981C47-0BAE-AA80-AE65-5E6447CB4306}"/>
                </a:ext>
              </a:extLst>
            </p:cNvPr>
            <p:cNvSpPr/>
            <p:nvPr/>
          </p:nvSpPr>
          <p:spPr>
            <a:xfrm>
              <a:off x="6261144" y="300681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10" name="Oval 9">
              <a:extLst>
                <a:ext uri="{FF2B5EF4-FFF2-40B4-BE49-F238E27FC236}">
                  <a16:creationId xmlns:a16="http://schemas.microsoft.com/office/drawing/2014/main" id="{3B797056-38E2-9E1D-5498-747D8CE36145}"/>
                </a:ext>
              </a:extLst>
            </p:cNvPr>
            <p:cNvSpPr/>
            <p:nvPr/>
          </p:nvSpPr>
          <p:spPr>
            <a:xfrm>
              <a:off x="2705849" y="3701293"/>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11" name="Oval 10">
              <a:extLst>
                <a:ext uri="{FF2B5EF4-FFF2-40B4-BE49-F238E27FC236}">
                  <a16:creationId xmlns:a16="http://schemas.microsoft.com/office/drawing/2014/main" id="{8581E7A2-0CD5-B7A9-2BC5-BE29637318FE}"/>
                </a:ext>
              </a:extLst>
            </p:cNvPr>
            <p:cNvSpPr/>
            <p:nvPr/>
          </p:nvSpPr>
          <p:spPr>
            <a:xfrm>
              <a:off x="3377469" y="3059430"/>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2" name="Oval 11">
              <a:extLst>
                <a:ext uri="{FF2B5EF4-FFF2-40B4-BE49-F238E27FC236}">
                  <a16:creationId xmlns:a16="http://schemas.microsoft.com/office/drawing/2014/main" id="{FA1E043B-43BE-8936-1DB9-208E4FAC27ED}"/>
                </a:ext>
              </a:extLst>
            </p:cNvPr>
            <p:cNvSpPr/>
            <p:nvPr/>
          </p:nvSpPr>
          <p:spPr>
            <a:xfrm>
              <a:off x="4043623"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3" name="Oval 12">
              <a:extLst>
                <a:ext uri="{FF2B5EF4-FFF2-40B4-BE49-F238E27FC236}">
                  <a16:creationId xmlns:a16="http://schemas.microsoft.com/office/drawing/2014/main" id="{418E2462-4C20-4828-A8D8-DAD8703EA94E}"/>
                </a:ext>
              </a:extLst>
            </p:cNvPr>
            <p:cNvSpPr/>
            <p:nvPr/>
          </p:nvSpPr>
          <p:spPr>
            <a:xfrm>
              <a:off x="5365871" y="3723468"/>
              <a:ext cx="413976"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14" name="Straight Arrow Connector 13">
              <a:extLst>
                <a:ext uri="{FF2B5EF4-FFF2-40B4-BE49-F238E27FC236}">
                  <a16:creationId xmlns:a16="http://schemas.microsoft.com/office/drawing/2014/main" id="{0ECF1C85-54A6-3EA0-E93E-B951CDF94606}"/>
                </a:ext>
              </a:extLst>
            </p:cNvPr>
            <p:cNvCxnSpPr>
              <a:cxnSpLocks/>
              <a:stCxn id="5" idx="7"/>
            </p:cNvCxnSpPr>
            <p:nvPr/>
          </p:nvCxnSpPr>
          <p:spPr>
            <a:xfrm flipV="1">
              <a:off x="2072757" y="2585502"/>
              <a:ext cx="648621"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025EE40F-DCE1-F30A-1D4E-21EFC4BB4C32}"/>
                </a:ext>
              </a:extLst>
            </p:cNvPr>
            <p:cNvCxnSpPr>
              <a:cxnSpLocks/>
              <a:stCxn id="5" idx="5"/>
            </p:cNvCxnSpPr>
            <p:nvPr/>
          </p:nvCxnSpPr>
          <p:spPr>
            <a:xfrm>
              <a:off x="2072757" y="3324878"/>
              <a:ext cx="648621"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6D8F4C6B-97D9-CCF4-7606-1C64383D42FC}"/>
                </a:ext>
              </a:extLst>
            </p:cNvPr>
            <p:cNvCxnSpPr>
              <a:cxnSpLocks/>
            </p:cNvCxnSpPr>
            <p:nvPr/>
          </p:nvCxnSpPr>
          <p:spPr>
            <a:xfrm flipV="1">
              <a:off x="3716550" y="2632507"/>
              <a:ext cx="373430"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18EFB6AF-B552-2803-DAB2-D929D7B1C38D}"/>
                </a:ext>
              </a:extLst>
            </p:cNvPr>
            <p:cNvCxnSpPr>
              <a:cxnSpLocks/>
              <a:stCxn id="8" idx="6"/>
              <a:endCxn id="9" idx="0"/>
            </p:cNvCxnSpPr>
            <p:nvPr/>
          </p:nvCxnSpPr>
          <p:spPr>
            <a:xfrm>
              <a:off x="5779846" y="2524755"/>
              <a:ext cx="68828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2CA30C69-08CA-8BD6-6205-263180284AD4}"/>
                </a:ext>
              </a:extLst>
            </p:cNvPr>
            <p:cNvCxnSpPr/>
            <p:nvPr/>
          </p:nvCxnSpPr>
          <p:spPr>
            <a:xfrm>
              <a:off x="4457600" y="3917352"/>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C2BBB512-5166-B1BF-CFF2-CEDC4D8D0C93}"/>
                </a:ext>
              </a:extLst>
            </p:cNvPr>
            <p:cNvCxnSpPr>
              <a:cxnSpLocks/>
              <a:endCxn id="13" idx="1"/>
            </p:cNvCxnSpPr>
            <p:nvPr/>
          </p:nvCxnSpPr>
          <p:spPr>
            <a:xfrm>
              <a:off x="4371084" y="2687995"/>
              <a:ext cx="1055412"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093860F4-6DF7-2B9D-91B2-4475E3927689}"/>
                </a:ext>
              </a:extLst>
            </p:cNvPr>
            <p:cNvSpPr txBox="1"/>
            <p:nvPr/>
          </p:nvSpPr>
          <p:spPr>
            <a:xfrm>
              <a:off x="1966308" y="2322006"/>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8</a:t>
              </a:r>
            </a:p>
          </p:txBody>
        </p:sp>
        <p:sp>
          <p:nvSpPr>
            <p:cNvPr id="22" name="TextBox 21">
              <a:extLst>
                <a:ext uri="{FF2B5EF4-FFF2-40B4-BE49-F238E27FC236}">
                  <a16:creationId xmlns:a16="http://schemas.microsoft.com/office/drawing/2014/main" id="{D7B75336-AF7C-66D2-2FFB-7A5B5696C3C7}"/>
                </a:ext>
              </a:extLst>
            </p:cNvPr>
            <p:cNvSpPr txBox="1"/>
            <p:nvPr/>
          </p:nvSpPr>
          <p:spPr>
            <a:xfrm>
              <a:off x="5810158" y="2745137"/>
              <a:ext cx="494729"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25" name="TextBox 24">
              <a:extLst>
                <a:ext uri="{FF2B5EF4-FFF2-40B4-BE49-F238E27FC236}">
                  <a16:creationId xmlns:a16="http://schemas.microsoft.com/office/drawing/2014/main" id="{640389D7-2D78-742C-C960-99F4A0B36695}"/>
                </a:ext>
              </a:extLst>
            </p:cNvPr>
            <p:cNvSpPr txBox="1"/>
            <p:nvPr/>
          </p:nvSpPr>
          <p:spPr>
            <a:xfrm>
              <a:off x="5707600" y="3230706"/>
              <a:ext cx="687002"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11</a:t>
              </a:r>
            </a:p>
          </p:txBody>
        </p:sp>
        <p:sp>
          <p:nvSpPr>
            <p:cNvPr id="26" name="TextBox 25">
              <a:extLst>
                <a:ext uri="{FF2B5EF4-FFF2-40B4-BE49-F238E27FC236}">
                  <a16:creationId xmlns:a16="http://schemas.microsoft.com/office/drawing/2014/main" id="{61F2A838-4434-B78F-05B8-1C0E1CB87A12}"/>
                </a:ext>
              </a:extLst>
            </p:cNvPr>
            <p:cNvSpPr txBox="1"/>
            <p:nvPr/>
          </p:nvSpPr>
          <p:spPr>
            <a:xfrm>
              <a:off x="4574786" y="3675244"/>
              <a:ext cx="51401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27" name="TextBox 26">
              <a:extLst>
                <a:ext uri="{FF2B5EF4-FFF2-40B4-BE49-F238E27FC236}">
                  <a16:creationId xmlns:a16="http://schemas.microsoft.com/office/drawing/2014/main" id="{06DA5108-BA5F-459C-48AC-212AF1168804}"/>
                </a:ext>
              </a:extLst>
            </p:cNvPr>
            <p:cNvSpPr txBox="1"/>
            <p:nvPr/>
          </p:nvSpPr>
          <p:spPr>
            <a:xfrm>
              <a:off x="3331484" y="390153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28" name="TextBox 27">
              <a:extLst>
                <a:ext uri="{FF2B5EF4-FFF2-40B4-BE49-F238E27FC236}">
                  <a16:creationId xmlns:a16="http://schemas.microsoft.com/office/drawing/2014/main" id="{8660A735-528D-487D-FC71-882B8A846303}"/>
                </a:ext>
              </a:extLst>
            </p:cNvPr>
            <p:cNvSpPr txBox="1"/>
            <p:nvPr/>
          </p:nvSpPr>
          <p:spPr>
            <a:xfrm>
              <a:off x="1836135" y="3732117"/>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4</a:t>
              </a:r>
            </a:p>
          </p:txBody>
        </p:sp>
        <p:sp>
          <p:nvSpPr>
            <p:cNvPr id="29" name="TextBox 28">
              <a:extLst>
                <a:ext uri="{FF2B5EF4-FFF2-40B4-BE49-F238E27FC236}">
                  <a16:creationId xmlns:a16="http://schemas.microsoft.com/office/drawing/2014/main" id="{9D2494B1-B8C2-3AA7-0CD4-964679543683}"/>
                </a:ext>
              </a:extLst>
            </p:cNvPr>
            <p:cNvSpPr txBox="1"/>
            <p:nvPr/>
          </p:nvSpPr>
          <p:spPr>
            <a:xfrm>
              <a:off x="3481518" y="2694675"/>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30" name="TextBox 29">
              <a:extLst>
                <a:ext uri="{FF2B5EF4-FFF2-40B4-BE49-F238E27FC236}">
                  <a16:creationId xmlns:a16="http://schemas.microsoft.com/office/drawing/2014/main" id="{5B563B6C-F1C6-16EA-F615-059F6301104E}"/>
                </a:ext>
              </a:extLst>
            </p:cNvPr>
            <p:cNvSpPr txBox="1"/>
            <p:nvPr/>
          </p:nvSpPr>
          <p:spPr>
            <a:xfrm>
              <a:off x="2788206" y="3348806"/>
              <a:ext cx="5824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32" name="TextBox 31">
              <a:extLst>
                <a:ext uri="{FF2B5EF4-FFF2-40B4-BE49-F238E27FC236}">
                  <a16:creationId xmlns:a16="http://schemas.microsoft.com/office/drawing/2014/main" id="{884CBB3F-3098-77A3-6C1E-AD3CA6A90DF8}"/>
                </a:ext>
              </a:extLst>
            </p:cNvPr>
            <p:cNvSpPr txBox="1"/>
            <p:nvPr/>
          </p:nvSpPr>
          <p:spPr>
            <a:xfrm>
              <a:off x="2590156" y="3035792"/>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35" name="Straight Arrow Connector 34">
              <a:extLst>
                <a:ext uri="{FF2B5EF4-FFF2-40B4-BE49-F238E27FC236}">
                  <a16:creationId xmlns:a16="http://schemas.microsoft.com/office/drawing/2014/main" id="{224C1573-679F-5E57-EA8D-C39246AAC668}"/>
                </a:ext>
              </a:extLst>
            </p:cNvPr>
            <p:cNvCxnSpPr>
              <a:cxnSpLocks/>
              <a:stCxn id="6" idx="4"/>
              <a:endCxn id="10" idx="0"/>
            </p:cNvCxnSpPr>
            <p:nvPr/>
          </p:nvCxnSpPr>
          <p:spPr>
            <a:xfrm flipH="1">
              <a:off x="2912837" y="2699535"/>
              <a:ext cx="15528"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7EB4A3D8-FB0F-4F87-9EFD-3AE436ABC3BB}"/>
                </a:ext>
              </a:extLst>
            </p:cNvPr>
            <p:cNvSpPr txBox="1"/>
            <p:nvPr/>
          </p:nvSpPr>
          <p:spPr>
            <a:xfrm>
              <a:off x="4701200" y="2956416"/>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54" name="TextBox 53">
              <a:extLst>
                <a:ext uri="{FF2B5EF4-FFF2-40B4-BE49-F238E27FC236}">
                  <a16:creationId xmlns:a16="http://schemas.microsoft.com/office/drawing/2014/main" id="{128B57E8-4AEE-A7F4-6C0D-D6AC6866203B}"/>
                </a:ext>
              </a:extLst>
            </p:cNvPr>
            <p:cNvSpPr txBox="1"/>
            <p:nvPr/>
          </p:nvSpPr>
          <p:spPr>
            <a:xfrm>
              <a:off x="5413613" y="2984042"/>
              <a:ext cx="49473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56" name="TextBox 55">
              <a:extLst>
                <a:ext uri="{FF2B5EF4-FFF2-40B4-BE49-F238E27FC236}">
                  <a16:creationId xmlns:a16="http://schemas.microsoft.com/office/drawing/2014/main" id="{EFD56448-B7A2-AB96-81FE-65A10045F47A}"/>
                </a:ext>
              </a:extLst>
            </p:cNvPr>
            <p:cNvSpPr txBox="1"/>
            <p:nvPr/>
          </p:nvSpPr>
          <p:spPr>
            <a:xfrm>
              <a:off x="3743025" y="332487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57" name="TextBox 56">
              <a:extLst>
                <a:ext uri="{FF2B5EF4-FFF2-40B4-BE49-F238E27FC236}">
                  <a16:creationId xmlns:a16="http://schemas.microsoft.com/office/drawing/2014/main" id="{E32950F8-4EF8-0DD9-B2DE-3FC664EE90B5}"/>
                </a:ext>
              </a:extLst>
            </p:cNvPr>
            <p:cNvSpPr txBox="1"/>
            <p:nvPr/>
          </p:nvSpPr>
          <p:spPr>
            <a:xfrm>
              <a:off x="2168031" y="2623552"/>
              <a:ext cx="553539"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2</a:t>
              </a:r>
            </a:p>
          </p:txBody>
        </p:sp>
        <p:sp>
          <p:nvSpPr>
            <p:cNvPr id="60" name="TextBox 59">
              <a:extLst>
                <a:ext uri="{FF2B5EF4-FFF2-40B4-BE49-F238E27FC236}">
                  <a16:creationId xmlns:a16="http://schemas.microsoft.com/office/drawing/2014/main" id="{52182B00-D112-2A55-A5A4-2919024DD767}"/>
                </a:ext>
              </a:extLst>
            </p:cNvPr>
            <p:cNvSpPr txBox="1"/>
            <p:nvPr/>
          </p:nvSpPr>
          <p:spPr>
            <a:xfrm>
              <a:off x="4940774" y="2823442"/>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cxnSp>
          <p:nvCxnSpPr>
            <p:cNvPr id="63" name="Straight Arrow Connector 62">
              <a:extLst>
                <a:ext uri="{FF2B5EF4-FFF2-40B4-BE49-F238E27FC236}">
                  <a16:creationId xmlns:a16="http://schemas.microsoft.com/office/drawing/2014/main" id="{3D76B276-82BF-67A8-8EC5-CA9EDB003977}"/>
                </a:ext>
              </a:extLst>
            </p:cNvPr>
            <p:cNvCxnSpPr>
              <a:stCxn id="8" idx="4"/>
              <a:endCxn id="13" idx="0"/>
            </p:cNvCxnSpPr>
            <p:nvPr/>
          </p:nvCxnSpPr>
          <p:spPr>
            <a:xfrm>
              <a:off x="5572858" y="2711075"/>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8" name="Connector: Curved 1727">
              <a:extLst>
                <a:ext uri="{FF2B5EF4-FFF2-40B4-BE49-F238E27FC236}">
                  <a16:creationId xmlns:a16="http://schemas.microsoft.com/office/drawing/2014/main" id="{6B06F092-B770-B0FF-DF36-C8AB00032156}"/>
                </a:ext>
              </a:extLst>
            </p:cNvPr>
            <p:cNvCxnSpPr>
              <a:cxnSpLocks/>
            </p:cNvCxnSpPr>
            <p:nvPr/>
          </p:nvCxnSpPr>
          <p:spPr>
            <a:xfrm flipH="1" flipV="1">
              <a:off x="5550889" y="2711074"/>
              <a:ext cx="21969" cy="1005682"/>
            </a:xfrm>
            <a:prstGeom prst="curvedConnector3">
              <a:avLst>
                <a:gd name="adj1" fmla="val 936501"/>
              </a:avLst>
            </a:prstGeom>
            <a:ln>
              <a:tailEnd type="triangle"/>
            </a:ln>
          </p:spPr>
          <p:style>
            <a:lnRef idx="1">
              <a:schemeClr val="dk1"/>
            </a:lnRef>
            <a:fillRef idx="0">
              <a:schemeClr val="dk1"/>
            </a:fillRef>
            <a:effectRef idx="0">
              <a:schemeClr val="dk1"/>
            </a:effectRef>
            <a:fontRef idx="minor">
              <a:schemeClr val="tx1"/>
            </a:fontRef>
          </p:style>
        </p:cxnSp>
        <p:cxnSp>
          <p:nvCxnSpPr>
            <p:cNvPr id="1729" name="Straight Arrow Connector 1728">
              <a:extLst>
                <a:ext uri="{FF2B5EF4-FFF2-40B4-BE49-F238E27FC236}">
                  <a16:creationId xmlns:a16="http://schemas.microsoft.com/office/drawing/2014/main" id="{5164AEE1-CA32-0CDB-671A-70BF2D07D96F}"/>
                </a:ext>
              </a:extLst>
            </p:cNvPr>
            <p:cNvCxnSpPr>
              <a:stCxn id="8" idx="2"/>
              <a:endCxn id="7" idx="6"/>
            </p:cNvCxnSpPr>
            <p:nvPr/>
          </p:nvCxnSpPr>
          <p:spPr>
            <a:xfrm flipH="1" flipV="1">
              <a:off x="4457600" y="251898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1" name="Straight Arrow Connector 1730">
              <a:extLst>
                <a:ext uri="{FF2B5EF4-FFF2-40B4-BE49-F238E27FC236}">
                  <a16:creationId xmlns:a16="http://schemas.microsoft.com/office/drawing/2014/main" id="{F6F90864-EC8B-DDAE-ADD6-97E8FCEFA622}"/>
                </a:ext>
              </a:extLst>
            </p:cNvPr>
            <p:cNvCxnSpPr>
              <a:stCxn id="7" idx="2"/>
              <a:endCxn id="6" idx="6"/>
            </p:cNvCxnSpPr>
            <p:nvPr/>
          </p:nvCxnSpPr>
          <p:spPr>
            <a:xfrm flipH="1" flipV="1">
              <a:off x="3135353" y="2513215"/>
              <a:ext cx="908271"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2" name="Connector: Curved 1731">
              <a:extLst>
                <a:ext uri="{FF2B5EF4-FFF2-40B4-BE49-F238E27FC236}">
                  <a16:creationId xmlns:a16="http://schemas.microsoft.com/office/drawing/2014/main" id="{88450A84-5543-A365-6A2C-C8A623091D93}"/>
                </a:ext>
              </a:extLst>
            </p:cNvPr>
            <p:cNvCxnSpPr>
              <a:cxnSpLocks/>
              <a:endCxn id="5" idx="0"/>
            </p:cNvCxnSpPr>
            <p:nvPr/>
          </p:nvCxnSpPr>
          <p:spPr>
            <a:xfrm rot="10800000" flipV="1">
              <a:off x="1926395" y="2437666"/>
              <a:ext cx="807161" cy="569143"/>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1734" name="TextBox 1733">
              <a:extLst>
                <a:ext uri="{FF2B5EF4-FFF2-40B4-BE49-F238E27FC236}">
                  <a16:creationId xmlns:a16="http://schemas.microsoft.com/office/drawing/2014/main" id="{E9CCA816-123C-7B90-C7E9-15D45E5622FA}"/>
                </a:ext>
              </a:extLst>
            </p:cNvPr>
            <p:cNvSpPr txBox="1"/>
            <p:nvPr/>
          </p:nvSpPr>
          <p:spPr>
            <a:xfrm>
              <a:off x="2247685" y="3353363"/>
              <a:ext cx="544323"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grpSp>
      <p:sp>
        <p:nvSpPr>
          <p:cNvPr id="1742" name="TextBox 1741">
            <a:extLst>
              <a:ext uri="{FF2B5EF4-FFF2-40B4-BE49-F238E27FC236}">
                <a16:creationId xmlns:a16="http://schemas.microsoft.com/office/drawing/2014/main" id="{91F1714B-287F-8507-777A-A74BC45D4F7F}"/>
              </a:ext>
            </a:extLst>
          </p:cNvPr>
          <p:cNvSpPr txBox="1"/>
          <p:nvPr/>
        </p:nvSpPr>
        <p:spPr>
          <a:xfrm>
            <a:off x="3300499" y="2215473"/>
            <a:ext cx="628506"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43" name="TextBox 1742">
            <a:extLst>
              <a:ext uri="{FF2B5EF4-FFF2-40B4-BE49-F238E27FC236}">
                <a16:creationId xmlns:a16="http://schemas.microsoft.com/office/drawing/2014/main" id="{46006ED1-B5D4-72EA-B93C-FE2D63774D83}"/>
              </a:ext>
            </a:extLst>
          </p:cNvPr>
          <p:cNvSpPr txBox="1"/>
          <p:nvPr/>
        </p:nvSpPr>
        <p:spPr>
          <a:xfrm>
            <a:off x="4551456" y="2214101"/>
            <a:ext cx="66239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1744" name="TextBox 1743">
            <a:extLst>
              <a:ext uri="{FF2B5EF4-FFF2-40B4-BE49-F238E27FC236}">
                <a16:creationId xmlns:a16="http://schemas.microsoft.com/office/drawing/2014/main" id="{9C503CB9-2F1B-09C0-0DBD-F3F09AA4372C}"/>
              </a:ext>
            </a:extLst>
          </p:cNvPr>
          <p:cNvSpPr txBox="1"/>
          <p:nvPr/>
        </p:nvSpPr>
        <p:spPr>
          <a:xfrm>
            <a:off x="4683398" y="4186428"/>
            <a:ext cx="421070"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4</a:t>
            </a:r>
          </a:p>
        </p:txBody>
      </p:sp>
      <p:cxnSp>
        <p:nvCxnSpPr>
          <p:cNvPr id="1748" name="Connector: Curved 1747">
            <a:extLst>
              <a:ext uri="{FF2B5EF4-FFF2-40B4-BE49-F238E27FC236}">
                <a16:creationId xmlns:a16="http://schemas.microsoft.com/office/drawing/2014/main" id="{857FC238-1D49-789E-B1D4-82A42037AF3F}"/>
              </a:ext>
            </a:extLst>
          </p:cNvPr>
          <p:cNvCxnSpPr>
            <a:cxnSpLocks/>
            <a:stCxn id="10" idx="2"/>
            <a:endCxn id="5" idx="4"/>
          </p:cNvCxnSpPr>
          <p:nvPr/>
        </p:nvCxnSpPr>
        <p:spPr>
          <a:xfrm rot="10800000">
            <a:off x="1926395" y="3379451"/>
            <a:ext cx="779455" cy="508163"/>
          </a:xfrm>
          <a:prstGeom prst="curvedConnector2">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54" name="Connector: Curved 1753">
            <a:extLst>
              <a:ext uri="{FF2B5EF4-FFF2-40B4-BE49-F238E27FC236}">
                <a16:creationId xmlns:a16="http://schemas.microsoft.com/office/drawing/2014/main" id="{2D2E59A6-586B-E986-DE7F-1837A66C7288}"/>
              </a:ext>
            </a:extLst>
          </p:cNvPr>
          <p:cNvCxnSpPr>
            <a:cxnSpLocks/>
          </p:cNvCxnSpPr>
          <p:nvPr/>
        </p:nvCxnSpPr>
        <p:spPr>
          <a:xfrm rot="16200000" flipH="1" flipV="1">
            <a:off x="4890759" y="3511503"/>
            <a:ext cx="20695" cy="960584"/>
          </a:xfrm>
          <a:prstGeom prst="curvedConnector3">
            <a:avLst>
              <a:gd name="adj1" fmla="val 1244914"/>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65" name="Straight Arrow Connector 1764">
            <a:extLst>
              <a:ext uri="{FF2B5EF4-FFF2-40B4-BE49-F238E27FC236}">
                <a16:creationId xmlns:a16="http://schemas.microsoft.com/office/drawing/2014/main" id="{F11FE640-3E4A-45B0-0EF3-C5EF91EB0276}"/>
              </a:ext>
            </a:extLst>
          </p:cNvPr>
          <p:cNvCxnSpPr>
            <a:cxnSpLocks/>
          </p:cNvCxnSpPr>
          <p:nvPr/>
        </p:nvCxnSpPr>
        <p:spPr>
          <a:xfrm flipH="1">
            <a:off x="5719222" y="3324878"/>
            <a:ext cx="602547" cy="453162"/>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77" name="Straight Arrow Connector 1776">
            <a:extLst>
              <a:ext uri="{FF2B5EF4-FFF2-40B4-BE49-F238E27FC236}">
                <a16:creationId xmlns:a16="http://schemas.microsoft.com/office/drawing/2014/main" id="{F5C3B334-F32B-A782-F0AF-75A3DFA76E56}"/>
              </a:ext>
            </a:extLst>
          </p:cNvPr>
          <p:cNvCxnSpPr>
            <a:cxnSpLocks/>
          </p:cNvCxnSpPr>
          <p:nvPr/>
        </p:nvCxnSpPr>
        <p:spPr>
          <a:xfrm rot="10800000" flipV="1">
            <a:off x="3108616" y="3417009"/>
            <a:ext cx="357902"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9" name="Straight Arrow Connector 1778">
            <a:extLst>
              <a:ext uri="{FF2B5EF4-FFF2-40B4-BE49-F238E27FC236}">
                <a16:creationId xmlns:a16="http://schemas.microsoft.com/office/drawing/2014/main" id="{5B464326-73F1-4161-965B-7DCBFDE6B4AD}"/>
              </a:ext>
            </a:extLst>
          </p:cNvPr>
          <p:cNvCxnSpPr>
            <a:stCxn id="12" idx="1"/>
            <a:endCxn id="11" idx="5"/>
          </p:cNvCxnSpPr>
          <p:nvPr/>
        </p:nvCxnSpPr>
        <p:spPr>
          <a:xfrm flipH="1" flipV="1">
            <a:off x="3730820" y="3377498"/>
            <a:ext cx="373428"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Subtitle 3">
            <a:extLst>
              <a:ext uri="{FF2B5EF4-FFF2-40B4-BE49-F238E27FC236}">
                <a16:creationId xmlns:a16="http://schemas.microsoft.com/office/drawing/2014/main" id="{4A225A49-CE87-DBCD-42AE-A4F54E07364F}"/>
              </a:ext>
            </a:extLst>
          </p:cNvPr>
          <p:cNvSpPr txBox="1">
            <a:spLocks/>
          </p:cNvSpPr>
          <p:nvPr/>
        </p:nvSpPr>
        <p:spPr>
          <a:xfrm>
            <a:off x="1804749" y="1605775"/>
            <a:ext cx="2872833" cy="405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r>
              <a:rPr lang="en-US" dirty="0"/>
              <a:t>Residual Network </a:t>
            </a:r>
          </a:p>
        </p:txBody>
      </p:sp>
      <p:cxnSp>
        <p:nvCxnSpPr>
          <p:cNvPr id="23" name="Straight Arrow Connector 22">
            <a:extLst>
              <a:ext uri="{FF2B5EF4-FFF2-40B4-BE49-F238E27FC236}">
                <a16:creationId xmlns:a16="http://schemas.microsoft.com/office/drawing/2014/main" id="{FD63C3E0-FA91-3AD7-9CA9-D735646B02DE}"/>
              </a:ext>
            </a:extLst>
          </p:cNvPr>
          <p:cNvCxnSpPr>
            <a:stCxn id="12" idx="2"/>
            <a:endCxn id="10" idx="6"/>
          </p:cNvCxnSpPr>
          <p:nvPr/>
        </p:nvCxnSpPr>
        <p:spPr>
          <a:xfrm flipH="1" flipV="1">
            <a:off x="3119825" y="3887613"/>
            <a:ext cx="923798" cy="22175"/>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31" name="Google Shape;3286;p72">
            <a:extLst>
              <a:ext uri="{FF2B5EF4-FFF2-40B4-BE49-F238E27FC236}">
                <a16:creationId xmlns:a16="http://schemas.microsoft.com/office/drawing/2014/main" id="{20438795-7AF4-004F-329C-2261A1892837}"/>
              </a:ext>
            </a:extLst>
          </p:cNvPr>
          <p:cNvGrpSpPr/>
          <p:nvPr/>
        </p:nvGrpSpPr>
        <p:grpSpPr>
          <a:xfrm>
            <a:off x="3216753" y="4423756"/>
            <a:ext cx="1653739" cy="514379"/>
            <a:chOff x="4411970" y="2468674"/>
            <a:chExt cx="747317" cy="167425"/>
          </a:xfrm>
        </p:grpSpPr>
        <p:sp>
          <p:nvSpPr>
            <p:cNvPr id="37" name="Google Shape;3287;p72">
              <a:extLst>
                <a:ext uri="{FF2B5EF4-FFF2-40B4-BE49-F238E27FC236}">
                  <a16:creationId xmlns:a16="http://schemas.microsoft.com/office/drawing/2014/main" id="{D9D8AEEF-C2CD-D42D-6F01-AB9AAC78384C}"/>
                </a:ext>
              </a:extLst>
            </p:cNvPr>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8" name="Google Shape;3288;p72">
              <a:extLst>
                <a:ext uri="{FF2B5EF4-FFF2-40B4-BE49-F238E27FC236}">
                  <a16:creationId xmlns:a16="http://schemas.microsoft.com/office/drawing/2014/main" id="{C5B756B9-C701-EBD1-4630-1B0D6C77419C}"/>
                </a:ext>
              </a:extLst>
            </p:cNvPr>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n-US" b="1" dirty="0">
                  <a:solidFill>
                    <a:schemeClr val="bg2">
                      <a:lumMod val="75000"/>
                    </a:schemeClr>
                  </a:solidFill>
                  <a:latin typeface="Poppins" panose="00000500000000000000" pitchFamily="2" charset="0"/>
                  <a:cs typeface="Poppins" panose="00000500000000000000" pitchFamily="2" charset="0"/>
                </a:rPr>
                <a:t>    Flow = 12</a:t>
              </a:r>
              <a:endParaRPr b="1" dirty="0">
                <a:solidFill>
                  <a:schemeClr val="bg2">
                    <a:lumMod val="75000"/>
                  </a:schemeClr>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120903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9E8E81EE-2888-4C29-1FEA-81D396979E8B}"/>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D13D33DB-4CC2-11CF-3510-EB9300A73D5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Minimum Cut</a:t>
            </a:r>
          </a:p>
        </p:txBody>
      </p:sp>
      <p:sp>
        <p:nvSpPr>
          <p:cNvPr id="1741" name="Google Shape;1741;p43">
            <a:extLst>
              <a:ext uri="{FF2B5EF4-FFF2-40B4-BE49-F238E27FC236}">
                <a16:creationId xmlns:a16="http://schemas.microsoft.com/office/drawing/2014/main" id="{7F7F3A33-08CF-84DC-D2F0-1F2B7296BB4B}"/>
              </a:ext>
            </a:extLst>
          </p:cNvPr>
          <p:cNvSpPr txBox="1">
            <a:spLocks noGrp="1"/>
          </p:cNvSpPr>
          <p:nvPr>
            <p:ph type="subTitle" idx="1"/>
          </p:nvPr>
        </p:nvSpPr>
        <p:spPr>
          <a:xfrm>
            <a:off x="1804750" y="1935218"/>
            <a:ext cx="541139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separator splits the graph to minimize the input from the source subgraph to the target one.</a:t>
            </a:r>
          </a:p>
        </p:txBody>
      </p:sp>
    </p:spTree>
    <p:extLst>
      <p:ext uri="{BB962C8B-B14F-4D97-AF65-F5344CB8AC3E}">
        <p14:creationId xmlns:p14="http://schemas.microsoft.com/office/powerpoint/2010/main" val="31783928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2AEDFCA7-9D2A-4C06-2CD6-D329A3F16737}"/>
            </a:ext>
          </a:extLst>
        </p:cNvPr>
        <p:cNvGrpSpPr/>
        <p:nvPr/>
      </p:nvGrpSpPr>
      <p:grpSpPr>
        <a:xfrm>
          <a:off x="0" y="0"/>
          <a:ext cx="0" cy="0"/>
          <a:chOff x="0" y="0"/>
          <a:chExt cx="0" cy="0"/>
        </a:xfrm>
      </p:grpSpPr>
      <p:sp>
        <p:nvSpPr>
          <p:cNvPr id="1735" name="Google Shape;1735;p43">
            <a:extLst>
              <a:ext uri="{FF2B5EF4-FFF2-40B4-BE49-F238E27FC236}">
                <a16:creationId xmlns:a16="http://schemas.microsoft.com/office/drawing/2014/main" id="{7DB40E21-9B80-19DE-280A-194B1FCE03F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Minimum Cut’ Example</a:t>
            </a:r>
          </a:p>
        </p:txBody>
      </p:sp>
      <p:grpSp>
        <p:nvGrpSpPr>
          <p:cNvPr id="4" name="Group 3">
            <a:extLst>
              <a:ext uri="{FF2B5EF4-FFF2-40B4-BE49-F238E27FC236}">
                <a16:creationId xmlns:a16="http://schemas.microsoft.com/office/drawing/2014/main" id="{87970E44-3117-9816-865D-3FF81B3E4542}"/>
              </a:ext>
            </a:extLst>
          </p:cNvPr>
          <p:cNvGrpSpPr/>
          <p:nvPr/>
        </p:nvGrpSpPr>
        <p:grpSpPr>
          <a:xfrm>
            <a:off x="1713310" y="1464994"/>
            <a:ext cx="4955714" cy="2022809"/>
            <a:chOff x="1804750" y="2228725"/>
            <a:chExt cx="4824095" cy="2022809"/>
          </a:xfrm>
        </p:grpSpPr>
        <p:sp>
          <p:nvSpPr>
            <p:cNvPr id="5" name="Oval 4">
              <a:extLst>
                <a:ext uri="{FF2B5EF4-FFF2-40B4-BE49-F238E27FC236}">
                  <a16:creationId xmlns:a16="http://schemas.microsoft.com/office/drawing/2014/main" id="{347FD90F-63EB-960D-5F98-4095C715B1F9}"/>
                </a:ext>
              </a:extLst>
            </p:cNvPr>
            <p:cNvSpPr/>
            <p:nvPr/>
          </p:nvSpPr>
          <p:spPr>
            <a:xfrm>
              <a:off x="1804750"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s</a:t>
              </a:r>
            </a:p>
          </p:txBody>
        </p:sp>
        <p:sp>
          <p:nvSpPr>
            <p:cNvPr id="6" name="Oval 5">
              <a:extLst>
                <a:ext uri="{FF2B5EF4-FFF2-40B4-BE49-F238E27FC236}">
                  <a16:creationId xmlns:a16="http://schemas.microsoft.com/office/drawing/2014/main" id="{01D44BF6-A401-A622-2B39-809B241EF6C0}"/>
                </a:ext>
              </a:extLst>
            </p:cNvPr>
            <p:cNvSpPr/>
            <p:nvPr/>
          </p:nvSpPr>
          <p:spPr>
            <a:xfrm>
              <a:off x="2780110" y="234081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a</a:t>
              </a:r>
            </a:p>
          </p:txBody>
        </p:sp>
        <p:sp>
          <p:nvSpPr>
            <p:cNvPr id="7" name="Oval 6">
              <a:extLst>
                <a:ext uri="{FF2B5EF4-FFF2-40B4-BE49-F238E27FC236}">
                  <a16:creationId xmlns:a16="http://schemas.microsoft.com/office/drawing/2014/main" id="{B9E30F5F-CD5D-7BD5-E6CD-DD0EC2395B76}"/>
                </a:ext>
              </a:extLst>
            </p:cNvPr>
            <p:cNvSpPr/>
            <p:nvPr/>
          </p:nvSpPr>
          <p:spPr>
            <a:xfrm>
              <a:off x="4067239" y="234658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d</a:t>
              </a:r>
            </a:p>
          </p:txBody>
        </p:sp>
        <p:sp>
          <p:nvSpPr>
            <p:cNvPr id="8" name="Oval 7">
              <a:extLst>
                <a:ext uri="{FF2B5EF4-FFF2-40B4-BE49-F238E27FC236}">
                  <a16:creationId xmlns:a16="http://schemas.microsoft.com/office/drawing/2014/main" id="{143C1E4B-AFFE-B911-80CE-260CA0AB935B}"/>
                </a:ext>
              </a:extLst>
            </p:cNvPr>
            <p:cNvSpPr/>
            <p:nvPr/>
          </p:nvSpPr>
          <p:spPr>
            <a:xfrm>
              <a:off x="5354368" y="2352358"/>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f</a:t>
              </a:r>
            </a:p>
          </p:txBody>
        </p:sp>
        <p:sp>
          <p:nvSpPr>
            <p:cNvPr id="9" name="Oval 8">
              <a:extLst>
                <a:ext uri="{FF2B5EF4-FFF2-40B4-BE49-F238E27FC236}">
                  <a16:creationId xmlns:a16="http://schemas.microsoft.com/office/drawing/2014/main" id="{06A14FE9-D690-4D60-458B-1A068B81BE5F}"/>
                </a:ext>
              </a:extLst>
            </p:cNvPr>
            <p:cNvSpPr/>
            <p:nvPr/>
          </p:nvSpPr>
          <p:spPr>
            <a:xfrm>
              <a:off x="6225864" y="302073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t</a:t>
              </a:r>
            </a:p>
          </p:txBody>
        </p:sp>
        <p:sp>
          <p:nvSpPr>
            <p:cNvPr id="10" name="Oval 9">
              <a:extLst>
                <a:ext uri="{FF2B5EF4-FFF2-40B4-BE49-F238E27FC236}">
                  <a16:creationId xmlns:a16="http://schemas.microsoft.com/office/drawing/2014/main" id="{2EB6E1E5-D257-7287-EE5C-2734D1F81EB1}"/>
                </a:ext>
              </a:extLst>
            </p:cNvPr>
            <p:cNvSpPr/>
            <p:nvPr/>
          </p:nvSpPr>
          <p:spPr>
            <a:xfrm>
              <a:off x="2764994" y="3715216"/>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b</a:t>
              </a:r>
            </a:p>
          </p:txBody>
        </p:sp>
        <p:sp>
          <p:nvSpPr>
            <p:cNvPr id="11" name="Oval 10">
              <a:extLst>
                <a:ext uri="{FF2B5EF4-FFF2-40B4-BE49-F238E27FC236}">
                  <a16:creationId xmlns:a16="http://schemas.microsoft.com/office/drawing/2014/main" id="{3BF91DB4-00A4-A6B9-0605-515DC693021E}"/>
                </a:ext>
              </a:extLst>
            </p:cNvPr>
            <p:cNvSpPr/>
            <p:nvPr/>
          </p:nvSpPr>
          <p:spPr>
            <a:xfrm>
              <a:off x="3418776" y="3073353"/>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c</a:t>
              </a:r>
            </a:p>
          </p:txBody>
        </p:sp>
        <p:sp>
          <p:nvSpPr>
            <p:cNvPr id="12" name="Oval 11">
              <a:extLst>
                <a:ext uri="{FF2B5EF4-FFF2-40B4-BE49-F238E27FC236}">
                  <a16:creationId xmlns:a16="http://schemas.microsoft.com/office/drawing/2014/main" id="{8CB89F80-5B23-FF5B-B4B8-D74C197AD367}"/>
                </a:ext>
              </a:extLst>
            </p:cNvPr>
            <p:cNvSpPr/>
            <p:nvPr/>
          </p:nvSpPr>
          <p:spPr>
            <a:xfrm>
              <a:off x="406723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e</a:t>
              </a:r>
            </a:p>
          </p:txBody>
        </p:sp>
        <p:sp>
          <p:nvSpPr>
            <p:cNvPr id="13" name="Oval 12">
              <a:extLst>
                <a:ext uri="{FF2B5EF4-FFF2-40B4-BE49-F238E27FC236}">
                  <a16:creationId xmlns:a16="http://schemas.microsoft.com/office/drawing/2014/main" id="{03B7FC7C-19B3-3AC4-21DF-C929ACEAFD27}"/>
                </a:ext>
              </a:extLst>
            </p:cNvPr>
            <p:cNvSpPr/>
            <p:nvPr/>
          </p:nvSpPr>
          <p:spPr>
            <a:xfrm>
              <a:off x="5354368" y="3737391"/>
              <a:ext cx="402981" cy="37264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Poppins" panose="00000500000000000000" pitchFamily="2" charset="0"/>
                  <a:cs typeface="Poppins" panose="00000500000000000000" pitchFamily="2" charset="0"/>
                </a:rPr>
                <a:t>g</a:t>
              </a:r>
            </a:p>
          </p:txBody>
        </p:sp>
        <p:cxnSp>
          <p:nvCxnSpPr>
            <p:cNvPr id="14" name="Straight Arrow Connector 13">
              <a:extLst>
                <a:ext uri="{FF2B5EF4-FFF2-40B4-BE49-F238E27FC236}">
                  <a16:creationId xmlns:a16="http://schemas.microsoft.com/office/drawing/2014/main" id="{31A53F8E-DFE2-C50F-502E-06508CC43B0C}"/>
                </a:ext>
              </a:extLst>
            </p:cNvPr>
            <p:cNvCxnSpPr>
              <a:cxnSpLocks/>
              <a:stCxn id="5" idx="7"/>
            </p:cNvCxnSpPr>
            <p:nvPr/>
          </p:nvCxnSpPr>
          <p:spPr>
            <a:xfrm flipV="1">
              <a:off x="2148716" y="2599425"/>
              <a:ext cx="631394" cy="475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49D6F82-CF48-80B5-6F09-6391DEA08E3C}"/>
                </a:ext>
              </a:extLst>
            </p:cNvPr>
            <p:cNvCxnSpPr>
              <a:cxnSpLocks/>
              <a:stCxn id="5" idx="5"/>
            </p:cNvCxnSpPr>
            <p:nvPr/>
          </p:nvCxnSpPr>
          <p:spPr>
            <a:xfrm>
              <a:off x="2148716" y="3338801"/>
              <a:ext cx="631394" cy="5143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4126B849-2CD3-2AF6-7683-2A1351AA2C1B}"/>
                </a:ext>
              </a:extLst>
            </p:cNvPr>
            <p:cNvCxnSpPr>
              <a:stCxn id="6" idx="6"/>
              <a:endCxn id="7" idx="2"/>
            </p:cNvCxnSpPr>
            <p:nvPr/>
          </p:nvCxnSpPr>
          <p:spPr>
            <a:xfrm>
              <a:off x="3183091" y="2527138"/>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9D7333C6-3771-DCD5-2E49-2A113CF62B34}"/>
                </a:ext>
              </a:extLst>
            </p:cNvPr>
            <p:cNvCxnSpPr>
              <a:cxnSpLocks/>
            </p:cNvCxnSpPr>
            <p:nvPr/>
          </p:nvCxnSpPr>
          <p:spPr>
            <a:xfrm flipV="1">
              <a:off x="3748852" y="2646430"/>
              <a:ext cx="363512" cy="463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3D035F8D-70ED-0582-1FAE-F622B5C38C0A}"/>
                </a:ext>
              </a:extLst>
            </p:cNvPr>
            <p:cNvCxnSpPr/>
            <p:nvPr/>
          </p:nvCxnSpPr>
          <p:spPr>
            <a:xfrm>
              <a:off x="4470220" y="2527138"/>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E33AFA5F-97BE-1371-6311-C0A478DBADC4}"/>
                </a:ext>
              </a:extLst>
            </p:cNvPr>
            <p:cNvCxnSpPr>
              <a:cxnSpLocks/>
              <a:stCxn id="8" idx="6"/>
              <a:endCxn id="9" idx="0"/>
            </p:cNvCxnSpPr>
            <p:nvPr/>
          </p:nvCxnSpPr>
          <p:spPr>
            <a:xfrm>
              <a:off x="5757349" y="2538678"/>
              <a:ext cx="670006" cy="482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C714AB8E-B4DF-A0AF-5E92-59BB1885C409}"/>
                </a:ext>
              </a:extLst>
            </p:cNvPr>
            <p:cNvCxnSpPr>
              <a:cxnSpLocks/>
              <a:stCxn id="13" idx="6"/>
              <a:endCxn id="9" idx="4"/>
            </p:cNvCxnSpPr>
            <p:nvPr/>
          </p:nvCxnSpPr>
          <p:spPr>
            <a:xfrm flipV="1">
              <a:off x="5757349" y="3393373"/>
              <a:ext cx="670006" cy="530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19B21C9E-F364-62F6-B4D9-D72A48CEEACE}"/>
                </a:ext>
              </a:extLst>
            </p:cNvPr>
            <p:cNvCxnSpPr>
              <a:cxnSpLocks/>
              <a:stCxn id="10" idx="6"/>
            </p:cNvCxnSpPr>
            <p:nvPr/>
          </p:nvCxnSpPr>
          <p:spPr>
            <a:xfrm>
              <a:off x="3167975" y="3901536"/>
              <a:ext cx="878387" cy="9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E345C428-0834-31A3-187B-1DB4CD4C363B}"/>
                </a:ext>
              </a:extLst>
            </p:cNvPr>
            <p:cNvCxnSpPr/>
            <p:nvPr/>
          </p:nvCxnSpPr>
          <p:spPr>
            <a:xfrm>
              <a:off x="4470220" y="3931275"/>
              <a:ext cx="884148" cy="57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7335499D-8E13-C7A2-F461-4D76FD8A764D}"/>
                </a:ext>
              </a:extLst>
            </p:cNvPr>
            <p:cNvCxnSpPr>
              <a:cxnSpLocks/>
              <a:endCxn id="13" idx="1"/>
            </p:cNvCxnSpPr>
            <p:nvPr/>
          </p:nvCxnSpPr>
          <p:spPr>
            <a:xfrm>
              <a:off x="4386002" y="2701918"/>
              <a:ext cx="1027381" cy="1090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ACCFC015-FEE3-5653-3E74-EB8D425F25D3}"/>
                </a:ext>
              </a:extLst>
            </p:cNvPr>
            <p:cNvSpPr txBox="1"/>
            <p:nvPr/>
          </p:nvSpPr>
          <p:spPr>
            <a:xfrm>
              <a:off x="2141809" y="2602504"/>
              <a:ext cx="409887" cy="307777"/>
            </a:xfrm>
            <a:prstGeom prst="rect">
              <a:avLst/>
            </a:prstGeom>
            <a:noFill/>
          </p:spPr>
          <p:txBody>
            <a:bodyPr wrap="square" rtlCol="0">
              <a:spAutoFit/>
            </a:bodyPr>
            <a:lstStyle/>
            <a:p>
              <a:r>
                <a:rPr lang="en-US" dirty="0">
                  <a:solidFill>
                    <a:schemeClr val="accent1"/>
                  </a:solidFill>
                  <a:latin typeface="Poppins" panose="00000500000000000000" pitchFamily="2" charset="0"/>
                  <a:cs typeface="Poppins" panose="00000500000000000000" pitchFamily="2" charset="0"/>
                </a:rPr>
                <a:t>10</a:t>
              </a:r>
            </a:p>
          </p:txBody>
        </p:sp>
        <p:sp>
          <p:nvSpPr>
            <p:cNvPr id="25" name="TextBox 24">
              <a:extLst>
                <a:ext uri="{FF2B5EF4-FFF2-40B4-BE49-F238E27FC236}">
                  <a16:creationId xmlns:a16="http://schemas.microsoft.com/office/drawing/2014/main" id="{F61A039D-280B-DB23-3975-85194C87E4BC}"/>
                </a:ext>
              </a:extLst>
            </p:cNvPr>
            <p:cNvSpPr txBox="1"/>
            <p:nvPr/>
          </p:nvSpPr>
          <p:spPr>
            <a:xfrm>
              <a:off x="3384579" y="2228725"/>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26" name="TextBox 25">
              <a:extLst>
                <a:ext uri="{FF2B5EF4-FFF2-40B4-BE49-F238E27FC236}">
                  <a16:creationId xmlns:a16="http://schemas.microsoft.com/office/drawing/2014/main" id="{E912B999-425D-5AD8-F9EA-31116AD379EE}"/>
                </a:ext>
              </a:extLst>
            </p:cNvPr>
            <p:cNvSpPr txBox="1"/>
            <p:nvPr/>
          </p:nvSpPr>
          <p:spPr>
            <a:xfrm>
              <a:off x="4684362" y="2228725"/>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8</a:t>
              </a:r>
            </a:p>
          </p:txBody>
        </p:sp>
        <p:sp>
          <p:nvSpPr>
            <p:cNvPr id="27" name="TextBox 26">
              <a:extLst>
                <a:ext uri="{FF2B5EF4-FFF2-40B4-BE49-F238E27FC236}">
                  <a16:creationId xmlns:a16="http://schemas.microsoft.com/office/drawing/2014/main" id="{7D39B29D-D7B0-EEC1-831C-6282ADFC0027}"/>
                </a:ext>
              </a:extLst>
            </p:cNvPr>
            <p:cNvSpPr txBox="1"/>
            <p:nvPr/>
          </p:nvSpPr>
          <p:spPr>
            <a:xfrm>
              <a:off x="5977628" y="252037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2</a:t>
              </a:r>
            </a:p>
          </p:txBody>
        </p:sp>
        <p:sp>
          <p:nvSpPr>
            <p:cNvPr id="28" name="TextBox 27">
              <a:extLst>
                <a:ext uri="{FF2B5EF4-FFF2-40B4-BE49-F238E27FC236}">
                  <a16:creationId xmlns:a16="http://schemas.microsoft.com/office/drawing/2014/main" id="{F8C0DD9F-E792-F209-F3B9-5F34C7C00BBE}"/>
                </a:ext>
              </a:extLst>
            </p:cNvPr>
            <p:cNvSpPr txBox="1"/>
            <p:nvPr/>
          </p:nvSpPr>
          <p:spPr>
            <a:xfrm>
              <a:off x="5972742" y="356765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11</a:t>
              </a:r>
            </a:p>
          </p:txBody>
        </p:sp>
        <p:sp>
          <p:nvSpPr>
            <p:cNvPr id="29" name="TextBox 28">
              <a:extLst>
                <a:ext uri="{FF2B5EF4-FFF2-40B4-BE49-F238E27FC236}">
                  <a16:creationId xmlns:a16="http://schemas.microsoft.com/office/drawing/2014/main" id="{264DC1A2-CEAF-4434-1AAF-368BFCDC934E}"/>
                </a:ext>
              </a:extLst>
            </p:cNvPr>
            <p:cNvSpPr txBox="1"/>
            <p:nvPr/>
          </p:nvSpPr>
          <p:spPr>
            <a:xfrm>
              <a:off x="4684361" y="3943757"/>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6</a:t>
              </a:r>
            </a:p>
          </p:txBody>
        </p:sp>
        <p:sp>
          <p:nvSpPr>
            <p:cNvPr id="30" name="TextBox 29">
              <a:extLst>
                <a:ext uri="{FF2B5EF4-FFF2-40B4-BE49-F238E27FC236}">
                  <a16:creationId xmlns:a16="http://schemas.microsoft.com/office/drawing/2014/main" id="{965AB67F-A1FD-C227-9978-6F8FB7770D16}"/>
                </a:ext>
              </a:extLst>
            </p:cNvPr>
            <p:cNvSpPr txBox="1"/>
            <p:nvPr/>
          </p:nvSpPr>
          <p:spPr>
            <a:xfrm>
              <a:off x="3374013" y="391546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a:t>
              </a:r>
            </a:p>
          </p:txBody>
        </p:sp>
        <p:sp>
          <p:nvSpPr>
            <p:cNvPr id="31" name="TextBox 30">
              <a:extLst>
                <a:ext uri="{FF2B5EF4-FFF2-40B4-BE49-F238E27FC236}">
                  <a16:creationId xmlns:a16="http://schemas.microsoft.com/office/drawing/2014/main" id="{32381535-2AE1-BBF5-0470-76F3FCB10B95}"/>
                </a:ext>
              </a:extLst>
            </p:cNvPr>
            <p:cNvSpPr txBox="1"/>
            <p:nvPr/>
          </p:nvSpPr>
          <p:spPr>
            <a:xfrm>
              <a:off x="2082321" y="3583502"/>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12</a:t>
              </a:r>
            </a:p>
          </p:txBody>
        </p:sp>
        <p:sp>
          <p:nvSpPr>
            <p:cNvPr id="32" name="TextBox 31">
              <a:extLst>
                <a:ext uri="{FF2B5EF4-FFF2-40B4-BE49-F238E27FC236}">
                  <a16:creationId xmlns:a16="http://schemas.microsoft.com/office/drawing/2014/main" id="{89632998-FC4F-B7B0-597E-CF0F6967FCC6}"/>
                </a:ext>
              </a:extLst>
            </p:cNvPr>
            <p:cNvSpPr txBox="1"/>
            <p:nvPr/>
          </p:nvSpPr>
          <p:spPr>
            <a:xfrm>
              <a:off x="3520062" y="2708598"/>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7</a:t>
              </a:r>
            </a:p>
          </p:txBody>
        </p:sp>
        <p:sp>
          <p:nvSpPr>
            <p:cNvPr id="33" name="TextBox 32">
              <a:extLst>
                <a:ext uri="{FF2B5EF4-FFF2-40B4-BE49-F238E27FC236}">
                  <a16:creationId xmlns:a16="http://schemas.microsoft.com/office/drawing/2014/main" id="{2CA1AC31-725F-9811-2DB3-B71C4884897C}"/>
                </a:ext>
              </a:extLst>
            </p:cNvPr>
            <p:cNvSpPr txBox="1"/>
            <p:nvPr/>
          </p:nvSpPr>
          <p:spPr>
            <a:xfrm>
              <a:off x="3074810" y="336892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sp>
          <p:nvSpPr>
            <p:cNvPr id="34" name="TextBox 33">
              <a:extLst>
                <a:ext uri="{FF2B5EF4-FFF2-40B4-BE49-F238E27FC236}">
                  <a16:creationId xmlns:a16="http://schemas.microsoft.com/office/drawing/2014/main" id="{0D7C8B66-B4A3-7775-3B88-B90C447B14D0}"/>
                </a:ext>
              </a:extLst>
            </p:cNvPr>
            <p:cNvSpPr txBox="1"/>
            <p:nvPr/>
          </p:nvSpPr>
          <p:spPr>
            <a:xfrm>
              <a:off x="2652229" y="3103790"/>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9</a:t>
              </a:r>
            </a:p>
          </p:txBody>
        </p:sp>
        <p:cxnSp>
          <p:nvCxnSpPr>
            <p:cNvPr id="35" name="Straight Arrow Connector 34">
              <a:extLst>
                <a:ext uri="{FF2B5EF4-FFF2-40B4-BE49-F238E27FC236}">
                  <a16:creationId xmlns:a16="http://schemas.microsoft.com/office/drawing/2014/main" id="{03B2D14E-BCD5-0632-7313-07E49284A484}"/>
                </a:ext>
              </a:extLst>
            </p:cNvPr>
            <p:cNvCxnSpPr>
              <a:cxnSpLocks/>
              <a:stCxn id="6" idx="4"/>
              <a:endCxn id="10" idx="0"/>
            </p:cNvCxnSpPr>
            <p:nvPr/>
          </p:nvCxnSpPr>
          <p:spPr>
            <a:xfrm flipH="1">
              <a:off x="2966485" y="2713458"/>
              <a:ext cx="15116" cy="1001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56E6FA6D-E5F4-F17C-1CCD-5BEBF0ACF316}"/>
                </a:ext>
              </a:extLst>
            </p:cNvPr>
            <p:cNvSpPr txBox="1"/>
            <p:nvPr/>
          </p:nvSpPr>
          <p:spPr>
            <a:xfrm>
              <a:off x="4707350" y="2970339"/>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5</a:t>
              </a:r>
            </a:p>
          </p:txBody>
        </p:sp>
        <p:sp>
          <p:nvSpPr>
            <p:cNvPr id="37" name="TextBox 36">
              <a:extLst>
                <a:ext uri="{FF2B5EF4-FFF2-40B4-BE49-F238E27FC236}">
                  <a16:creationId xmlns:a16="http://schemas.microsoft.com/office/drawing/2014/main" id="{F0250F09-59B5-397D-83C3-629C1E111CA1}"/>
                </a:ext>
              </a:extLst>
            </p:cNvPr>
            <p:cNvSpPr txBox="1"/>
            <p:nvPr/>
          </p:nvSpPr>
          <p:spPr>
            <a:xfrm>
              <a:off x="5438586" y="3109700"/>
              <a:ext cx="481590" cy="307777"/>
            </a:xfrm>
            <a:prstGeom prst="rect">
              <a:avLst/>
            </a:prstGeom>
            <a:noFill/>
          </p:spPr>
          <p:txBody>
            <a:bodyPr wrap="square" rtlCol="0">
              <a:spAutoFit/>
            </a:bodyPr>
            <a:lstStyle/>
            <a:p>
              <a:pPr algn="ctr"/>
              <a:r>
                <a:rPr lang="en-US">
                  <a:solidFill>
                    <a:schemeClr val="accent1"/>
                  </a:solidFill>
                  <a:latin typeface="Poppins" panose="00000500000000000000" pitchFamily="2" charset="0"/>
                  <a:cs typeface="Poppins" panose="00000500000000000000" pitchFamily="2" charset="0"/>
                </a:rPr>
                <a:t>9</a:t>
              </a:r>
              <a:endParaRPr lang="en-US" dirty="0">
                <a:solidFill>
                  <a:schemeClr val="accent1"/>
                </a:solidFill>
                <a:latin typeface="Poppins" panose="00000500000000000000" pitchFamily="2" charset="0"/>
                <a:cs typeface="Poppins" panose="00000500000000000000" pitchFamily="2" charset="0"/>
              </a:endParaRPr>
            </a:p>
          </p:txBody>
        </p:sp>
        <p:cxnSp>
          <p:nvCxnSpPr>
            <p:cNvPr id="38" name="Straight Arrow Connector 37">
              <a:extLst>
                <a:ext uri="{FF2B5EF4-FFF2-40B4-BE49-F238E27FC236}">
                  <a16:creationId xmlns:a16="http://schemas.microsoft.com/office/drawing/2014/main" id="{530E8E0C-A9A9-DE20-3603-1E625EFD2F8A}"/>
                </a:ext>
              </a:extLst>
            </p:cNvPr>
            <p:cNvCxnSpPr>
              <a:cxnSpLocks/>
              <a:stCxn id="8" idx="4"/>
              <a:endCxn id="13" idx="0"/>
            </p:cNvCxnSpPr>
            <p:nvPr/>
          </p:nvCxnSpPr>
          <p:spPr>
            <a:xfrm>
              <a:off x="5555859" y="2724998"/>
              <a:ext cx="0" cy="10123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EA62224C-79D7-3C24-CFA7-6E6BF7B95862}"/>
                </a:ext>
              </a:extLst>
            </p:cNvPr>
            <p:cNvSpPr txBox="1"/>
            <p:nvPr/>
          </p:nvSpPr>
          <p:spPr>
            <a:xfrm>
              <a:off x="3774624" y="3338801"/>
              <a:ext cx="409887" cy="307777"/>
            </a:xfrm>
            <a:prstGeom prst="rect">
              <a:avLst/>
            </a:prstGeom>
            <a:noFill/>
          </p:spPr>
          <p:txBody>
            <a:bodyPr wrap="square" rtlCol="0">
              <a:spAutoFit/>
            </a:bodyPr>
            <a:lstStyle/>
            <a:p>
              <a:pPr algn="ctr"/>
              <a:r>
                <a:rPr lang="en-US" dirty="0">
                  <a:solidFill>
                    <a:schemeClr val="accent1"/>
                  </a:solidFill>
                  <a:latin typeface="Poppins" panose="00000500000000000000" pitchFamily="2" charset="0"/>
                  <a:cs typeface="Poppins" panose="00000500000000000000" pitchFamily="2" charset="0"/>
                </a:rPr>
                <a:t>3</a:t>
              </a:r>
            </a:p>
          </p:txBody>
        </p:sp>
        <p:cxnSp>
          <p:nvCxnSpPr>
            <p:cNvPr id="40" name="Straight Arrow Connector 39">
              <a:extLst>
                <a:ext uri="{FF2B5EF4-FFF2-40B4-BE49-F238E27FC236}">
                  <a16:creationId xmlns:a16="http://schemas.microsoft.com/office/drawing/2014/main" id="{A0EED649-9BD7-66F7-2CBC-1E5224DB2DE7}"/>
                </a:ext>
              </a:extLst>
            </p:cNvPr>
            <p:cNvCxnSpPr>
              <a:cxnSpLocks/>
              <a:stCxn id="11" idx="5"/>
              <a:endCxn id="12" idx="1"/>
            </p:cNvCxnSpPr>
            <p:nvPr/>
          </p:nvCxnSpPr>
          <p:spPr>
            <a:xfrm>
              <a:off x="3762742" y="3391421"/>
              <a:ext cx="363511" cy="40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44" name="Straight Connector 43">
            <a:extLst>
              <a:ext uri="{FF2B5EF4-FFF2-40B4-BE49-F238E27FC236}">
                <a16:creationId xmlns:a16="http://schemas.microsoft.com/office/drawing/2014/main" id="{08064C39-9F39-60BA-D453-7BF4FDC2C9AD}"/>
              </a:ext>
            </a:extLst>
          </p:cNvPr>
          <p:cNvCxnSpPr/>
          <p:nvPr/>
        </p:nvCxnSpPr>
        <p:spPr>
          <a:xfrm>
            <a:off x="5903826" y="1182409"/>
            <a:ext cx="0" cy="2663952"/>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5F7A45C9-BF2E-857D-B98D-2A7F92D9242A}"/>
              </a:ext>
            </a:extLst>
          </p:cNvPr>
          <p:cNvCxnSpPr/>
          <p:nvPr/>
        </p:nvCxnSpPr>
        <p:spPr>
          <a:xfrm>
            <a:off x="4671487" y="1154625"/>
            <a:ext cx="0" cy="2663952"/>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4CBCE4DE-EA61-F036-649D-5AF4C604AC60}"/>
              </a:ext>
            </a:extLst>
          </p:cNvPr>
          <p:cNvCxnSpPr/>
          <p:nvPr/>
        </p:nvCxnSpPr>
        <p:spPr>
          <a:xfrm>
            <a:off x="3254589" y="1151233"/>
            <a:ext cx="0" cy="2663952"/>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Connector 46">
            <a:extLst>
              <a:ext uri="{FF2B5EF4-FFF2-40B4-BE49-F238E27FC236}">
                <a16:creationId xmlns:a16="http://schemas.microsoft.com/office/drawing/2014/main" id="{BA741830-E3B3-2E7C-4C25-2E795A67706D}"/>
              </a:ext>
            </a:extLst>
          </p:cNvPr>
          <p:cNvCxnSpPr/>
          <p:nvPr/>
        </p:nvCxnSpPr>
        <p:spPr>
          <a:xfrm>
            <a:off x="3896492" y="1151233"/>
            <a:ext cx="0" cy="2663952"/>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Straight Arrow Connector 49">
            <a:extLst>
              <a:ext uri="{FF2B5EF4-FFF2-40B4-BE49-F238E27FC236}">
                <a16:creationId xmlns:a16="http://schemas.microsoft.com/office/drawing/2014/main" id="{A468469B-056A-A0D8-7FD9-6347F8A8CFFF}"/>
              </a:ext>
            </a:extLst>
          </p:cNvPr>
          <p:cNvCxnSpPr>
            <a:cxnSpLocks/>
          </p:cNvCxnSpPr>
          <p:nvPr/>
        </p:nvCxnSpPr>
        <p:spPr>
          <a:xfrm flipV="1">
            <a:off x="3094038" y="2658900"/>
            <a:ext cx="357902" cy="37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Google Shape;1736;p43">
            <a:extLst>
              <a:ext uri="{FF2B5EF4-FFF2-40B4-BE49-F238E27FC236}">
                <a16:creationId xmlns:a16="http://schemas.microsoft.com/office/drawing/2014/main" id="{AB9E8019-8D6F-99DA-BD5C-EFDB9455B274}"/>
              </a:ext>
            </a:extLst>
          </p:cNvPr>
          <p:cNvSpPr txBox="1">
            <a:spLocks/>
          </p:cNvSpPr>
          <p:nvPr/>
        </p:nvSpPr>
        <p:spPr>
          <a:xfrm>
            <a:off x="5621177" y="3879472"/>
            <a:ext cx="584378" cy="405600"/>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lgn="ctr"/>
            <a:r>
              <a:rPr lang="en-US" sz="1600" dirty="0">
                <a:solidFill>
                  <a:schemeClr val="accent2">
                    <a:lumMod val="75000"/>
                  </a:schemeClr>
                </a:solidFill>
              </a:rPr>
              <a:t>13</a:t>
            </a:r>
            <a:r>
              <a:rPr lang="en-US" sz="1600" dirty="0">
                <a:solidFill>
                  <a:schemeClr val="accent2">
                    <a:lumMod val="50000"/>
                  </a:schemeClr>
                </a:solidFill>
              </a:rPr>
              <a:t> </a:t>
            </a:r>
          </a:p>
        </p:txBody>
      </p:sp>
      <p:sp>
        <p:nvSpPr>
          <p:cNvPr id="57" name="Google Shape;1736;p43">
            <a:extLst>
              <a:ext uri="{FF2B5EF4-FFF2-40B4-BE49-F238E27FC236}">
                <a16:creationId xmlns:a16="http://schemas.microsoft.com/office/drawing/2014/main" id="{1C56E74D-AC2E-05F3-1BA0-FC49987B84AC}"/>
              </a:ext>
            </a:extLst>
          </p:cNvPr>
          <p:cNvSpPr txBox="1">
            <a:spLocks/>
          </p:cNvSpPr>
          <p:nvPr/>
        </p:nvSpPr>
        <p:spPr>
          <a:xfrm>
            <a:off x="4376418" y="3878118"/>
            <a:ext cx="584378" cy="405600"/>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lgn="ctr"/>
            <a:r>
              <a:rPr lang="en-US" sz="1600" dirty="0">
                <a:solidFill>
                  <a:schemeClr val="accent2">
                    <a:lumMod val="75000"/>
                  </a:schemeClr>
                </a:solidFill>
              </a:rPr>
              <a:t>9</a:t>
            </a:r>
            <a:r>
              <a:rPr lang="en-US" sz="1600" dirty="0">
                <a:solidFill>
                  <a:schemeClr val="accent2">
                    <a:lumMod val="50000"/>
                  </a:schemeClr>
                </a:solidFill>
              </a:rPr>
              <a:t> </a:t>
            </a:r>
          </a:p>
        </p:txBody>
      </p:sp>
      <p:sp>
        <p:nvSpPr>
          <p:cNvPr id="58" name="Google Shape;1736;p43">
            <a:extLst>
              <a:ext uri="{FF2B5EF4-FFF2-40B4-BE49-F238E27FC236}">
                <a16:creationId xmlns:a16="http://schemas.microsoft.com/office/drawing/2014/main" id="{FCD20497-577C-458A-433F-7A6B3434753C}"/>
              </a:ext>
            </a:extLst>
          </p:cNvPr>
          <p:cNvSpPr txBox="1">
            <a:spLocks/>
          </p:cNvSpPr>
          <p:nvPr/>
        </p:nvSpPr>
        <p:spPr>
          <a:xfrm>
            <a:off x="3622781" y="3878118"/>
            <a:ext cx="584378" cy="405600"/>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lgn="ctr"/>
            <a:r>
              <a:rPr lang="en-US" sz="1600" dirty="0">
                <a:solidFill>
                  <a:schemeClr val="accent2">
                    <a:lumMod val="75000"/>
                  </a:schemeClr>
                </a:solidFill>
              </a:rPr>
              <a:t>19</a:t>
            </a:r>
            <a:r>
              <a:rPr lang="en-US" sz="1600" dirty="0">
                <a:solidFill>
                  <a:schemeClr val="accent2">
                    <a:lumMod val="50000"/>
                  </a:schemeClr>
                </a:solidFill>
              </a:rPr>
              <a:t> </a:t>
            </a:r>
          </a:p>
        </p:txBody>
      </p:sp>
      <p:sp>
        <p:nvSpPr>
          <p:cNvPr id="59" name="Google Shape;1736;p43">
            <a:extLst>
              <a:ext uri="{FF2B5EF4-FFF2-40B4-BE49-F238E27FC236}">
                <a16:creationId xmlns:a16="http://schemas.microsoft.com/office/drawing/2014/main" id="{D5B8AC93-15A3-5457-A73B-D52CDFE7FD2F}"/>
              </a:ext>
            </a:extLst>
          </p:cNvPr>
          <p:cNvSpPr txBox="1">
            <a:spLocks/>
          </p:cNvSpPr>
          <p:nvPr/>
        </p:nvSpPr>
        <p:spPr>
          <a:xfrm>
            <a:off x="2936368" y="3877353"/>
            <a:ext cx="584378" cy="405600"/>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20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lgn="ctr"/>
            <a:r>
              <a:rPr lang="en-US" sz="1600" dirty="0">
                <a:solidFill>
                  <a:schemeClr val="accent2">
                    <a:lumMod val="75000"/>
                  </a:schemeClr>
                </a:solidFill>
              </a:rPr>
              <a:t>12</a:t>
            </a:r>
            <a:r>
              <a:rPr lang="en-US" sz="1600" dirty="0">
                <a:solidFill>
                  <a:schemeClr val="accent2">
                    <a:lumMod val="50000"/>
                  </a:schemeClr>
                </a:solidFill>
              </a:rPr>
              <a:t> </a:t>
            </a:r>
          </a:p>
        </p:txBody>
      </p:sp>
      <p:grpSp>
        <p:nvGrpSpPr>
          <p:cNvPr id="61" name="Google Shape;3278;p72">
            <a:extLst>
              <a:ext uri="{FF2B5EF4-FFF2-40B4-BE49-F238E27FC236}">
                <a16:creationId xmlns:a16="http://schemas.microsoft.com/office/drawing/2014/main" id="{9EF3BB3F-67FA-0E06-EF47-0A60F7DAAC32}"/>
              </a:ext>
            </a:extLst>
          </p:cNvPr>
          <p:cNvGrpSpPr/>
          <p:nvPr/>
        </p:nvGrpSpPr>
        <p:grpSpPr>
          <a:xfrm>
            <a:off x="1321327" y="3846361"/>
            <a:ext cx="1473119" cy="449623"/>
            <a:chOff x="4411970" y="2726085"/>
            <a:chExt cx="643107" cy="193659"/>
          </a:xfrm>
        </p:grpSpPr>
        <p:sp>
          <p:nvSpPr>
            <p:cNvPr id="62" name="Google Shape;3279;p72">
              <a:extLst>
                <a:ext uri="{FF2B5EF4-FFF2-40B4-BE49-F238E27FC236}">
                  <a16:creationId xmlns:a16="http://schemas.microsoft.com/office/drawing/2014/main" id="{483E21C2-7B13-1D72-F239-65C56E722678}"/>
                </a:ext>
              </a:extLst>
            </p:cNvPr>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panose="00000500000000000000" pitchFamily="2" charset="0"/>
                <a:cs typeface="Poppins" panose="00000500000000000000" pitchFamily="2" charset="0"/>
              </a:endParaRPr>
            </a:p>
          </p:txBody>
        </p:sp>
        <p:sp>
          <p:nvSpPr>
            <p:cNvPr id="63" name="Google Shape;3280;p72">
              <a:extLst>
                <a:ext uri="{FF2B5EF4-FFF2-40B4-BE49-F238E27FC236}">
                  <a16:creationId xmlns:a16="http://schemas.microsoft.com/office/drawing/2014/main" id="{3F357CB7-8F77-7A63-E4ED-A9CE3D79D026}"/>
                </a:ext>
              </a:extLst>
            </p:cNvPr>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noFill/>
            <a:ln w="9525" cap="flat"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panose="00000500000000000000" pitchFamily="2" charset="0"/>
                <a:cs typeface="Poppins" panose="00000500000000000000" pitchFamily="2" charset="0"/>
              </a:endParaRPr>
            </a:p>
          </p:txBody>
        </p:sp>
        <p:sp>
          <p:nvSpPr>
            <p:cNvPr id="1728" name="Google Shape;3281;p72">
              <a:extLst>
                <a:ext uri="{FF2B5EF4-FFF2-40B4-BE49-F238E27FC236}">
                  <a16:creationId xmlns:a16="http://schemas.microsoft.com/office/drawing/2014/main" id="{6D9D46FE-71E0-C623-6669-D41A42865644}"/>
                </a:ext>
              </a:extLst>
            </p:cNvPr>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accent1"/>
                  </a:solidFill>
                  <a:latin typeface="Poppins" panose="00000500000000000000" pitchFamily="2" charset="0"/>
                  <a:cs typeface="Poppins" panose="00000500000000000000" pitchFamily="2" charset="0"/>
                </a:rPr>
                <a:t>   Min. Cut</a:t>
              </a:r>
              <a:endParaRPr dirty="0">
                <a:solidFill>
                  <a:schemeClr val="accent1"/>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392250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animEffect transition="in" filter="fade">
                                      <p:cBhvr>
                                        <p:cTn id="14" dur="500"/>
                                        <p:tgtEl>
                                          <p:spTgt spid="5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anim calcmode="lin" valueType="num">
                                      <p:cBhvr>
                                        <p:cTn id="20" dur="500" fill="hold"/>
                                        <p:tgtEl>
                                          <p:spTgt spid="45"/>
                                        </p:tgtEl>
                                        <p:attrNameLst>
                                          <p:attrName>ppt_x</p:attrName>
                                        </p:attrNameLst>
                                      </p:cBhvr>
                                      <p:tavLst>
                                        <p:tav tm="0">
                                          <p:val>
                                            <p:strVal val="#ppt_x"/>
                                          </p:val>
                                        </p:tav>
                                        <p:tav tm="100000">
                                          <p:val>
                                            <p:strVal val="#ppt_x"/>
                                          </p:val>
                                        </p:tav>
                                      </p:tavLst>
                                    </p:anim>
                                    <p:anim calcmode="lin" valueType="num">
                                      <p:cBhvr>
                                        <p:cTn id="21"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500"/>
                                        <p:tgtEl>
                                          <p:spTgt spid="5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1000"/>
                                        <p:tgtEl>
                                          <p:spTgt spid="47"/>
                                        </p:tgtEl>
                                      </p:cBhvr>
                                    </p:animEffect>
                                    <p:anim calcmode="lin" valueType="num">
                                      <p:cBhvr>
                                        <p:cTn id="32" dur="1000" fill="hold"/>
                                        <p:tgtEl>
                                          <p:spTgt spid="47"/>
                                        </p:tgtEl>
                                        <p:attrNameLst>
                                          <p:attrName>ppt_x</p:attrName>
                                        </p:attrNameLst>
                                      </p:cBhvr>
                                      <p:tavLst>
                                        <p:tav tm="0">
                                          <p:val>
                                            <p:strVal val="#ppt_x"/>
                                          </p:val>
                                        </p:tav>
                                        <p:tav tm="100000">
                                          <p:val>
                                            <p:strVal val="#ppt_x"/>
                                          </p:val>
                                        </p:tav>
                                      </p:tavLst>
                                    </p:anim>
                                    <p:anim calcmode="lin" valueType="num">
                                      <p:cBhvr>
                                        <p:cTn id="33"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fade">
                                      <p:cBhvr>
                                        <p:cTn id="38" dur="500"/>
                                        <p:tgtEl>
                                          <p:spTgt spid="58"/>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anim calcmode="lin" valueType="num">
                                      <p:cBhvr>
                                        <p:cTn id="44" dur="500" fill="hold"/>
                                        <p:tgtEl>
                                          <p:spTgt spid="46"/>
                                        </p:tgtEl>
                                        <p:attrNameLst>
                                          <p:attrName>ppt_x</p:attrName>
                                        </p:attrNameLst>
                                      </p:cBhvr>
                                      <p:tavLst>
                                        <p:tav tm="0">
                                          <p:val>
                                            <p:strVal val="#ppt_x"/>
                                          </p:val>
                                        </p:tav>
                                        <p:tav tm="100000">
                                          <p:val>
                                            <p:strVal val="#ppt_x"/>
                                          </p:val>
                                        </p:tav>
                                      </p:tavLst>
                                    </p:anim>
                                    <p:anim calcmode="lin" valueType="num">
                                      <p:cBhvr>
                                        <p:cTn id="45"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9"/>
                                        </p:tgtEl>
                                        <p:attrNameLst>
                                          <p:attrName>style.visibility</p:attrName>
                                        </p:attrNameLst>
                                      </p:cBhvr>
                                      <p:to>
                                        <p:strVal val="visible"/>
                                      </p:to>
                                    </p:set>
                                    <p:animEffect transition="in" filter="fade">
                                      <p:cBhvr>
                                        <p:cTn id="50" dur="500"/>
                                        <p:tgtEl>
                                          <p:spTgt spid="59"/>
                                        </p:tgtEl>
                                      </p:cBhvr>
                                    </p:animEffect>
                                  </p:childTnLst>
                                </p:cTn>
                              </p:par>
                              <p:par>
                                <p:cTn id="51" presetID="1" presetClass="emph" presetSubtype="2" fill="hold" nodeType="withEffect">
                                  <p:stCondLst>
                                    <p:cond delay="0"/>
                                  </p:stCondLst>
                                  <p:childTnLst>
                                    <p:animClr clrSpc="rgb" dir="cw">
                                      <p:cBhvr>
                                        <p:cTn id="52" dur="2000" fill="hold"/>
                                        <p:tgtEl>
                                          <p:spTgt spid="59"/>
                                        </p:tgtEl>
                                        <p:attrNameLst>
                                          <p:attrName>fillcolor</p:attrName>
                                        </p:attrNameLst>
                                      </p:cBhvr>
                                      <p:to>
                                        <a:schemeClr val="accent2"/>
                                      </p:to>
                                    </p:animClr>
                                    <p:set>
                                      <p:cBhvr>
                                        <p:cTn id="53" dur="2000" fill="hold"/>
                                        <p:tgtEl>
                                          <p:spTgt spid="59"/>
                                        </p:tgtEl>
                                        <p:attrNameLst>
                                          <p:attrName>fill.type</p:attrName>
                                        </p:attrNameLst>
                                      </p:cBhvr>
                                      <p:to>
                                        <p:strVal val="solid"/>
                                      </p:to>
                                    </p:set>
                                    <p:set>
                                      <p:cBhvr>
                                        <p:cTn id="54" dur="2000" fill="hold"/>
                                        <p:tgtEl>
                                          <p:spTgt spid="59"/>
                                        </p:tgtEl>
                                        <p:attrNameLst>
                                          <p:attrName>fill.on</p:attrName>
                                        </p:attrNameLst>
                                      </p:cBhvr>
                                      <p:to>
                                        <p:strVal val="true"/>
                                      </p:to>
                                    </p:set>
                                  </p:childTnLst>
                                </p:cTn>
                              </p:par>
                              <p:par>
                                <p:cTn id="55" presetID="6" presetClass="entr" presetSubtype="16"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circle(in)">
                                      <p:cBhvr>
                                        <p:cTn id="57"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7" grpId="0" animBg="1"/>
      <p:bldP spid="58" grpId="0" animBg="1"/>
      <p:bldP spid="5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732">
          <a:extLst>
            <a:ext uri="{FF2B5EF4-FFF2-40B4-BE49-F238E27FC236}">
              <a16:creationId xmlns:a16="http://schemas.microsoft.com/office/drawing/2014/main" id="{8AF6D5C3-4145-43BF-55A6-DF2F2610A7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5B3C28-4AE7-1E42-1ECC-5BB5ADDCAE7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528889047"/>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2796</TotalTime>
  <Words>2641</Words>
  <Application>Microsoft Office PowerPoint</Application>
  <PresentationFormat>On-screen Show (16:9)</PresentationFormat>
  <Paragraphs>1259</Paragraphs>
  <Slides>77</Slides>
  <Notes>72</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Poppins</vt:lpstr>
      <vt:lpstr>Aptos</vt:lpstr>
      <vt:lpstr>Source Code Pro</vt:lpstr>
      <vt:lpstr>Cambria Math</vt:lpstr>
      <vt:lpstr>Open Sans</vt:lpstr>
      <vt:lpstr>Arial</vt:lpstr>
      <vt:lpstr>IBM Plex Mono</vt:lpstr>
      <vt:lpstr>Introduction to Coding Workshop by Slidesgo</vt:lpstr>
      <vt:lpstr>Graphs</vt:lpstr>
      <vt:lpstr>Table of contents</vt:lpstr>
      <vt:lpstr>Table of contents</vt:lpstr>
      <vt:lpstr>01</vt:lpstr>
      <vt:lpstr>What is a Graph?</vt:lpstr>
      <vt:lpstr>Why Study Graphs?</vt:lpstr>
      <vt:lpstr>Examples:</vt:lpstr>
      <vt:lpstr>Examples:</vt:lpstr>
      <vt:lpstr>02</vt:lpstr>
      <vt:lpstr>Graph Terminology</vt:lpstr>
      <vt:lpstr>Graph Terminology</vt:lpstr>
      <vt:lpstr>Graphs Types</vt:lpstr>
      <vt:lpstr>03</vt:lpstr>
      <vt:lpstr>Graph Representation Techniques</vt:lpstr>
      <vt:lpstr>Graph Representation Techniques</vt:lpstr>
      <vt:lpstr>04</vt:lpstr>
      <vt:lpstr>Depth-First Search (DFS)</vt:lpstr>
      <vt:lpstr>DFS Example</vt:lpstr>
      <vt:lpstr>Topological Sort Overview</vt:lpstr>
      <vt:lpstr>Topological Sort Overview</vt:lpstr>
      <vt:lpstr>Breadth-First Search (BFS)</vt:lpstr>
      <vt:lpstr>BFS Example</vt:lpstr>
      <vt:lpstr>BFS Vs DFS</vt:lpstr>
      <vt:lpstr>05</vt:lpstr>
      <vt:lpstr>Connectivity Concepts</vt:lpstr>
      <vt:lpstr>Strongly Connected Component (SCC)</vt:lpstr>
      <vt:lpstr>Types of Edges in DFS</vt:lpstr>
      <vt:lpstr>Types of Edges in DFS</vt:lpstr>
      <vt:lpstr>PowerPoint Presentation</vt:lpstr>
      <vt:lpstr> </vt:lpstr>
      <vt:lpstr>Strongly Connected Component</vt:lpstr>
      <vt:lpstr>Strongly connected component</vt:lpstr>
      <vt:lpstr>06</vt:lpstr>
      <vt:lpstr>Single Source Shortest Path algorithms:</vt:lpstr>
      <vt:lpstr>Dijkstra’s Algorithm</vt:lpstr>
      <vt:lpstr>Dijkstra’s Example</vt:lpstr>
      <vt:lpstr>Dijkstra’s Example</vt:lpstr>
      <vt:lpstr>Dijkstra’s Example</vt:lpstr>
      <vt:lpstr>Dijkstra’s Example</vt:lpstr>
      <vt:lpstr>Dijkstra’s Example</vt:lpstr>
      <vt:lpstr>Dijkstra’s Example</vt:lpstr>
      <vt:lpstr>Dijkstra’s Example</vt:lpstr>
      <vt:lpstr>Bellman-Ford </vt:lpstr>
      <vt:lpstr> </vt:lpstr>
      <vt:lpstr>PowerPoint Presentation</vt:lpstr>
      <vt:lpstr> </vt:lpstr>
      <vt:lpstr> </vt:lpstr>
      <vt:lpstr> </vt:lpstr>
      <vt:lpstr>Johnson's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07</vt:lpstr>
      <vt:lpstr>Slow-All-Pairs-Shortest-Path</vt:lpstr>
      <vt:lpstr>Example</vt:lpstr>
      <vt:lpstr>Example</vt:lpstr>
      <vt:lpstr>Example</vt:lpstr>
      <vt:lpstr>Fast-All-Pairs-Shortest-Path</vt:lpstr>
      <vt:lpstr>Floyd-Warshall</vt:lpstr>
      <vt:lpstr>08</vt:lpstr>
      <vt:lpstr>Flow Networks</vt:lpstr>
      <vt:lpstr>Flow Network’s Example</vt:lpstr>
      <vt:lpstr>Flow Network’s Example</vt:lpstr>
      <vt:lpstr>Flow Network’s Example</vt:lpstr>
      <vt:lpstr>Flow Network’s Example</vt:lpstr>
      <vt:lpstr>Flow Network’s Example</vt:lpstr>
      <vt:lpstr>Flow Network’s Example</vt:lpstr>
      <vt:lpstr>Flow Network’s Example</vt:lpstr>
      <vt:lpstr>Flow Network’s Example</vt:lpstr>
      <vt:lpstr>Flow Network’s Example</vt:lpstr>
      <vt:lpstr>Minimum Cut</vt:lpstr>
      <vt:lpstr>Minimum Cut’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noor elswefy</dc:creator>
  <cp:lastModifiedBy>Nour Mohammed Hamed Ahmed Elswefy 17E0093</cp:lastModifiedBy>
  <cp:revision>22</cp:revision>
  <dcterms:modified xsi:type="dcterms:W3CDTF">2025-02-23T20:59:45Z</dcterms:modified>
</cp:coreProperties>
</file>