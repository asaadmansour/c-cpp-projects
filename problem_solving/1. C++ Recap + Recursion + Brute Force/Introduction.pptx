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1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2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324" r:id="rId4"/>
    <p:sldId id="299" r:id="rId5"/>
    <p:sldId id="300" r:id="rId6"/>
    <p:sldId id="301" r:id="rId7"/>
    <p:sldId id="302" r:id="rId8"/>
    <p:sldId id="303" r:id="rId9"/>
    <p:sldId id="272" r:id="rId10"/>
    <p:sldId id="279" r:id="rId11"/>
    <p:sldId id="280" r:id="rId12"/>
    <p:sldId id="337" r:id="rId13"/>
    <p:sldId id="304" r:id="rId14"/>
    <p:sldId id="307" r:id="rId15"/>
    <p:sldId id="338" r:id="rId16"/>
    <p:sldId id="308" r:id="rId17"/>
    <p:sldId id="309" r:id="rId18"/>
    <p:sldId id="310" r:id="rId19"/>
    <p:sldId id="311" r:id="rId20"/>
    <p:sldId id="339" r:id="rId21"/>
    <p:sldId id="312" r:id="rId22"/>
    <p:sldId id="313" r:id="rId23"/>
    <p:sldId id="305" r:id="rId24"/>
    <p:sldId id="340" r:id="rId25"/>
    <p:sldId id="306" r:id="rId26"/>
    <p:sldId id="314" r:id="rId27"/>
    <p:sldId id="315" r:id="rId28"/>
    <p:sldId id="274" r:id="rId29"/>
    <p:sldId id="325" r:id="rId30"/>
    <p:sldId id="269" r:id="rId31"/>
    <p:sldId id="334" r:id="rId32"/>
    <p:sldId id="270" r:id="rId33"/>
    <p:sldId id="271" r:id="rId34"/>
    <p:sldId id="326" r:id="rId35"/>
    <p:sldId id="258" r:id="rId36"/>
    <p:sldId id="260" r:id="rId37"/>
    <p:sldId id="261" r:id="rId38"/>
    <p:sldId id="262" r:id="rId39"/>
    <p:sldId id="263" r:id="rId40"/>
    <p:sldId id="327" r:id="rId41"/>
    <p:sldId id="275" r:id="rId42"/>
    <p:sldId id="276" r:id="rId43"/>
    <p:sldId id="277" r:id="rId44"/>
    <p:sldId id="328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264" r:id="rId53"/>
    <p:sldId id="265" r:id="rId54"/>
    <p:sldId id="266" r:id="rId55"/>
    <p:sldId id="267" r:id="rId56"/>
    <p:sldId id="330" r:id="rId57"/>
    <p:sldId id="332" r:id="rId58"/>
    <p:sldId id="329" r:id="rId59"/>
    <p:sldId id="333" r:id="rId60"/>
    <p:sldId id="298" r:id="rId61"/>
    <p:sldId id="268" r:id="rId62"/>
    <p:sldId id="288" r:id="rId63"/>
    <p:sldId id="297" r:id="rId64"/>
    <p:sldId id="336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69"/>
    <p:restoredTop sz="93959" autoAdjust="0"/>
  </p:normalViewPr>
  <p:slideViewPr>
    <p:cSldViewPr snapToGrid="0">
      <p:cViewPr varScale="1">
        <p:scale>
          <a:sx n="70" d="100"/>
          <a:sy n="70" d="100"/>
        </p:scale>
        <p:origin x="217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222425-6D25-4D8B-9426-A66298ED454A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D31DDB-81AF-405A-B05F-A65FE3BF29CD}">
      <dgm:prSet phldrT="[Text]"/>
      <dgm:spPr/>
      <dgm:t>
        <a:bodyPr/>
        <a:lstStyle/>
        <a:p>
          <a:r>
            <a:rPr lang="en-US" dirty="0"/>
            <a:t>4</a:t>
          </a:r>
        </a:p>
      </dgm:t>
    </dgm:pt>
    <dgm:pt modelId="{3663084A-285E-47D8-AAEF-370F4DD0C20D}" type="parTrans" cxnId="{1C3B9B1C-BEB7-4D38-B87B-B8FBEB60A513}">
      <dgm:prSet/>
      <dgm:spPr/>
      <dgm:t>
        <a:bodyPr/>
        <a:lstStyle/>
        <a:p>
          <a:endParaRPr lang="en-US"/>
        </a:p>
      </dgm:t>
    </dgm:pt>
    <dgm:pt modelId="{E1CE1206-9ACC-4D78-AB0B-3180A313438A}" type="sibTrans" cxnId="{1C3B9B1C-BEB7-4D38-B87B-B8FBEB60A513}">
      <dgm:prSet/>
      <dgm:spPr/>
      <dgm:t>
        <a:bodyPr/>
        <a:lstStyle/>
        <a:p>
          <a:endParaRPr lang="en-US"/>
        </a:p>
      </dgm:t>
    </dgm:pt>
    <dgm:pt modelId="{12B2F92D-8B8C-493B-9084-DFCD25E2ED5F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F47C3220-AEF7-4872-B846-2BFB7C45C745}" type="parTrans" cxnId="{FFCF98BB-58B7-4E5D-AA80-FD9DEB2248FD}">
      <dgm:prSet/>
      <dgm:spPr/>
      <dgm:t>
        <a:bodyPr/>
        <a:lstStyle/>
        <a:p>
          <a:endParaRPr lang="en-US"/>
        </a:p>
      </dgm:t>
    </dgm:pt>
    <dgm:pt modelId="{F2BD2398-FA68-4FA3-A952-5992FF38D149}" type="sibTrans" cxnId="{FFCF98BB-58B7-4E5D-AA80-FD9DEB2248FD}">
      <dgm:prSet/>
      <dgm:spPr/>
      <dgm:t>
        <a:bodyPr/>
        <a:lstStyle/>
        <a:p>
          <a:endParaRPr lang="en-US"/>
        </a:p>
      </dgm:t>
    </dgm:pt>
    <dgm:pt modelId="{4727C88A-8CE7-48D3-8531-97F85149A919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A3238DB4-E820-49AE-8EB4-618E6AB46A40}" type="parTrans" cxnId="{F7527B07-E973-40CA-A037-78E885354014}">
      <dgm:prSet/>
      <dgm:spPr/>
      <dgm:t>
        <a:bodyPr/>
        <a:lstStyle/>
        <a:p>
          <a:endParaRPr lang="en-US"/>
        </a:p>
      </dgm:t>
    </dgm:pt>
    <dgm:pt modelId="{614785D9-739B-4999-8D32-913CE87D78BB}" type="sibTrans" cxnId="{F7527B07-E973-40CA-A037-78E885354014}">
      <dgm:prSet/>
      <dgm:spPr/>
      <dgm:t>
        <a:bodyPr/>
        <a:lstStyle/>
        <a:p>
          <a:endParaRPr lang="en-US"/>
        </a:p>
      </dgm:t>
    </dgm:pt>
    <dgm:pt modelId="{61A673A2-435A-457D-9E07-4B892AC01C95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5088F7C8-90AE-47EE-84DF-336AF6172885}" type="parTrans" cxnId="{CD1C78D3-0B07-43C4-BC66-0B2403863C34}">
      <dgm:prSet/>
      <dgm:spPr/>
      <dgm:t>
        <a:bodyPr/>
        <a:lstStyle/>
        <a:p>
          <a:endParaRPr lang="en-US"/>
        </a:p>
      </dgm:t>
    </dgm:pt>
    <dgm:pt modelId="{63FE1C44-3A60-4B1B-8BA0-98C79F5BD27F}" type="sibTrans" cxnId="{CD1C78D3-0B07-43C4-BC66-0B2403863C34}">
      <dgm:prSet/>
      <dgm:spPr/>
      <dgm:t>
        <a:bodyPr/>
        <a:lstStyle/>
        <a:p>
          <a:endParaRPr lang="en-US"/>
        </a:p>
      </dgm:t>
    </dgm:pt>
    <dgm:pt modelId="{00AB7751-DC52-4F4B-B7E8-7DB9C71312EA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D3FA7D69-67E2-4299-8BA3-F0B85CC5D5A8}" type="parTrans" cxnId="{3657314A-8D63-40A4-81B0-6A842BB226AC}">
      <dgm:prSet/>
      <dgm:spPr/>
      <dgm:t>
        <a:bodyPr/>
        <a:lstStyle/>
        <a:p>
          <a:endParaRPr lang="en-US"/>
        </a:p>
      </dgm:t>
    </dgm:pt>
    <dgm:pt modelId="{4F0CDEA8-4B1D-4ADF-9927-81D0854C8C69}" type="sibTrans" cxnId="{3657314A-8D63-40A4-81B0-6A842BB226AC}">
      <dgm:prSet/>
      <dgm:spPr/>
      <dgm:t>
        <a:bodyPr/>
        <a:lstStyle/>
        <a:p>
          <a:endParaRPr lang="en-US"/>
        </a:p>
      </dgm:t>
    </dgm:pt>
    <dgm:pt modelId="{B0A10DE8-2DF2-4061-A153-F765BC0FA436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A070603F-2855-4913-A35D-1D1DBE1ECD27}" type="parTrans" cxnId="{866FA088-FA0C-4C29-97E6-E59D39D1A3DB}">
      <dgm:prSet/>
      <dgm:spPr/>
      <dgm:t>
        <a:bodyPr/>
        <a:lstStyle/>
        <a:p>
          <a:endParaRPr lang="en-US"/>
        </a:p>
      </dgm:t>
    </dgm:pt>
    <dgm:pt modelId="{46011EC0-0837-4EB7-977C-293C0F0227E2}" type="sibTrans" cxnId="{866FA088-FA0C-4C29-97E6-E59D39D1A3DB}">
      <dgm:prSet/>
      <dgm:spPr/>
      <dgm:t>
        <a:bodyPr/>
        <a:lstStyle/>
        <a:p>
          <a:endParaRPr lang="en-US"/>
        </a:p>
      </dgm:t>
    </dgm:pt>
    <dgm:pt modelId="{AB8CE92F-2B2D-4024-8466-0586AC25AB60}">
      <dgm:prSet phldrT="[Text]"/>
      <dgm:spPr/>
      <dgm:t>
        <a:bodyPr/>
        <a:lstStyle/>
        <a:p>
          <a:r>
            <a:rPr lang="en-US" dirty="0"/>
            <a:t>0</a:t>
          </a:r>
        </a:p>
      </dgm:t>
    </dgm:pt>
    <dgm:pt modelId="{9F0C916C-1B4E-44E3-88E2-1BB6738B5C81}" type="parTrans" cxnId="{A57E3D4A-E0B4-4FCE-B030-1BB84483E909}">
      <dgm:prSet/>
      <dgm:spPr/>
      <dgm:t>
        <a:bodyPr/>
        <a:lstStyle/>
        <a:p>
          <a:endParaRPr lang="en-US"/>
        </a:p>
      </dgm:t>
    </dgm:pt>
    <dgm:pt modelId="{159F5E16-2370-4473-99A7-D59CF38CF5CD}" type="sibTrans" cxnId="{A57E3D4A-E0B4-4FCE-B030-1BB84483E909}">
      <dgm:prSet/>
      <dgm:spPr/>
      <dgm:t>
        <a:bodyPr/>
        <a:lstStyle/>
        <a:p>
          <a:endParaRPr lang="en-US"/>
        </a:p>
      </dgm:t>
    </dgm:pt>
    <dgm:pt modelId="{5D11F110-77D0-4814-8446-CBF9CE71D9A8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C1A0F246-F7EA-44AF-B92F-F6947ABBA370}" type="sibTrans" cxnId="{15D421F7-CC38-4EE7-90DE-545042614A2B}">
      <dgm:prSet/>
      <dgm:spPr/>
      <dgm:t>
        <a:bodyPr/>
        <a:lstStyle/>
        <a:p>
          <a:endParaRPr lang="en-US"/>
        </a:p>
      </dgm:t>
    </dgm:pt>
    <dgm:pt modelId="{AECC71DC-A302-4355-B4B0-45DF580B6E43}" type="parTrans" cxnId="{15D421F7-CC38-4EE7-90DE-545042614A2B}">
      <dgm:prSet/>
      <dgm:spPr/>
      <dgm:t>
        <a:bodyPr/>
        <a:lstStyle/>
        <a:p>
          <a:endParaRPr lang="en-US"/>
        </a:p>
      </dgm:t>
    </dgm:pt>
    <dgm:pt modelId="{93892754-5ECA-4D9A-8DC9-356679BD608D}">
      <dgm:prSet phldrT="[Text]"/>
      <dgm:spPr/>
      <dgm:t>
        <a:bodyPr/>
        <a:lstStyle/>
        <a:p>
          <a:r>
            <a:rPr lang="en-US" dirty="0"/>
            <a:t>0</a:t>
          </a:r>
        </a:p>
      </dgm:t>
    </dgm:pt>
    <dgm:pt modelId="{95719921-A44A-46DD-A291-BE455A8AF896}" type="sibTrans" cxnId="{D2E85440-65CF-4132-8282-9E80ADAB59E6}">
      <dgm:prSet/>
      <dgm:spPr/>
      <dgm:t>
        <a:bodyPr/>
        <a:lstStyle/>
        <a:p>
          <a:endParaRPr lang="en-US"/>
        </a:p>
      </dgm:t>
    </dgm:pt>
    <dgm:pt modelId="{0CC4E095-B579-4499-8672-14A3B798762D}" type="parTrans" cxnId="{D2E85440-65CF-4132-8282-9E80ADAB59E6}">
      <dgm:prSet/>
      <dgm:spPr/>
      <dgm:t>
        <a:bodyPr/>
        <a:lstStyle/>
        <a:p>
          <a:endParaRPr lang="en-US"/>
        </a:p>
      </dgm:t>
    </dgm:pt>
    <dgm:pt modelId="{82D45EC8-7D3F-4499-9D7B-52697A83CBDE}" type="pres">
      <dgm:prSet presAssocID="{62222425-6D25-4D8B-9426-A66298ED45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9034368-C805-4251-BB16-B7CD7430DFF6}" type="pres">
      <dgm:prSet presAssocID="{BFD31DDB-81AF-405A-B05F-A65FE3BF29CD}" presName="hierRoot1" presStyleCnt="0"/>
      <dgm:spPr/>
    </dgm:pt>
    <dgm:pt modelId="{6A462961-366B-4D45-89D7-D5B843043D9D}" type="pres">
      <dgm:prSet presAssocID="{BFD31DDB-81AF-405A-B05F-A65FE3BF29CD}" presName="composite" presStyleCnt="0"/>
      <dgm:spPr/>
    </dgm:pt>
    <dgm:pt modelId="{6BC2B84B-B849-4C9B-AE7E-39F88DDB38F4}" type="pres">
      <dgm:prSet presAssocID="{BFD31DDB-81AF-405A-B05F-A65FE3BF29CD}" presName="image" presStyleLbl="node0" presStyleIdx="0" presStyleCnt="1"/>
      <dgm:spPr/>
    </dgm:pt>
    <dgm:pt modelId="{676CD1C2-E5E2-46C3-A1D7-E167CB2BBB25}" type="pres">
      <dgm:prSet presAssocID="{BFD31DDB-81AF-405A-B05F-A65FE3BF29CD}" presName="text" presStyleLbl="revTx" presStyleIdx="0" presStyleCnt="9">
        <dgm:presLayoutVars>
          <dgm:chPref val="3"/>
        </dgm:presLayoutVars>
      </dgm:prSet>
      <dgm:spPr/>
    </dgm:pt>
    <dgm:pt modelId="{3C380B9C-51BA-4636-B6B8-FD0569D38EA7}" type="pres">
      <dgm:prSet presAssocID="{BFD31DDB-81AF-405A-B05F-A65FE3BF29CD}" presName="hierChild2" presStyleCnt="0"/>
      <dgm:spPr/>
    </dgm:pt>
    <dgm:pt modelId="{D6ADE249-9F35-40DA-812D-4D3C01A47463}" type="pres">
      <dgm:prSet presAssocID="{F47C3220-AEF7-4872-B846-2BFB7C45C745}" presName="Name10" presStyleLbl="parChTrans1D2" presStyleIdx="0" presStyleCnt="2"/>
      <dgm:spPr/>
    </dgm:pt>
    <dgm:pt modelId="{69BD935B-D177-4BA7-BC81-B54F167A5B05}" type="pres">
      <dgm:prSet presAssocID="{12B2F92D-8B8C-493B-9084-DFCD25E2ED5F}" presName="hierRoot2" presStyleCnt="0"/>
      <dgm:spPr/>
    </dgm:pt>
    <dgm:pt modelId="{CBE36035-DE2B-4B50-B15C-20ADB66708D4}" type="pres">
      <dgm:prSet presAssocID="{12B2F92D-8B8C-493B-9084-DFCD25E2ED5F}" presName="composite2" presStyleCnt="0"/>
      <dgm:spPr/>
    </dgm:pt>
    <dgm:pt modelId="{CAE55F1E-C19F-4B66-8D23-E23D61C8274A}" type="pres">
      <dgm:prSet presAssocID="{12B2F92D-8B8C-493B-9084-DFCD25E2ED5F}" presName="image2" presStyleLbl="node2" presStyleIdx="0" presStyleCnt="2"/>
      <dgm:spPr/>
    </dgm:pt>
    <dgm:pt modelId="{9ADE254B-AB07-4F15-B082-A60445A66A30}" type="pres">
      <dgm:prSet presAssocID="{12B2F92D-8B8C-493B-9084-DFCD25E2ED5F}" presName="text2" presStyleLbl="revTx" presStyleIdx="1" presStyleCnt="9">
        <dgm:presLayoutVars>
          <dgm:chPref val="3"/>
        </dgm:presLayoutVars>
      </dgm:prSet>
      <dgm:spPr/>
    </dgm:pt>
    <dgm:pt modelId="{137D34E1-C591-46D9-A69E-33DF9C5646E4}" type="pres">
      <dgm:prSet presAssocID="{12B2F92D-8B8C-493B-9084-DFCD25E2ED5F}" presName="hierChild3" presStyleCnt="0"/>
      <dgm:spPr/>
    </dgm:pt>
    <dgm:pt modelId="{AC9DEF68-33FF-472B-9DEE-5655B74025FE}" type="pres">
      <dgm:prSet presAssocID="{A3238DB4-E820-49AE-8EB4-618E6AB46A40}" presName="Name17" presStyleLbl="parChTrans1D3" presStyleIdx="0" presStyleCnt="4"/>
      <dgm:spPr/>
    </dgm:pt>
    <dgm:pt modelId="{85ACCECE-3422-45C3-B816-548BDE8C35CF}" type="pres">
      <dgm:prSet presAssocID="{4727C88A-8CE7-48D3-8531-97F85149A919}" presName="hierRoot3" presStyleCnt="0"/>
      <dgm:spPr/>
    </dgm:pt>
    <dgm:pt modelId="{559DA7D7-8F31-4623-B971-EDBD43E3F4BC}" type="pres">
      <dgm:prSet presAssocID="{4727C88A-8CE7-48D3-8531-97F85149A919}" presName="composite3" presStyleCnt="0"/>
      <dgm:spPr/>
    </dgm:pt>
    <dgm:pt modelId="{F0378735-1767-4B95-A191-84FCF421923B}" type="pres">
      <dgm:prSet presAssocID="{4727C88A-8CE7-48D3-8531-97F85149A919}" presName="image3" presStyleLbl="node3" presStyleIdx="0" presStyleCnt="4"/>
      <dgm:spPr/>
    </dgm:pt>
    <dgm:pt modelId="{84A4564B-9AB7-4C8F-B8A8-39EFD12C3F04}" type="pres">
      <dgm:prSet presAssocID="{4727C88A-8CE7-48D3-8531-97F85149A919}" presName="text3" presStyleLbl="revTx" presStyleIdx="2" presStyleCnt="9">
        <dgm:presLayoutVars>
          <dgm:chPref val="3"/>
        </dgm:presLayoutVars>
      </dgm:prSet>
      <dgm:spPr/>
    </dgm:pt>
    <dgm:pt modelId="{3C5BD723-FD69-4D36-8EB7-31470A594C4E}" type="pres">
      <dgm:prSet presAssocID="{4727C88A-8CE7-48D3-8531-97F85149A919}" presName="hierChild4" presStyleCnt="0"/>
      <dgm:spPr/>
    </dgm:pt>
    <dgm:pt modelId="{35A4CF92-AAEF-402E-A11E-284E0F3CBD39}" type="pres">
      <dgm:prSet presAssocID="{A070603F-2855-4913-A35D-1D1DBE1ECD27}" presName="Name23" presStyleLbl="parChTrans1D4" presStyleIdx="0" presStyleCnt="2"/>
      <dgm:spPr/>
    </dgm:pt>
    <dgm:pt modelId="{6DBD82C3-A43D-4F30-ABD5-548DE9DABC7B}" type="pres">
      <dgm:prSet presAssocID="{B0A10DE8-2DF2-4061-A153-F765BC0FA436}" presName="hierRoot4" presStyleCnt="0"/>
      <dgm:spPr/>
    </dgm:pt>
    <dgm:pt modelId="{156C01FE-8395-41EA-8B81-FC0BF1980FC5}" type="pres">
      <dgm:prSet presAssocID="{B0A10DE8-2DF2-4061-A153-F765BC0FA436}" presName="composite4" presStyleCnt="0"/>
      <dgm:spPr/>
    </dgm:pt>
    <dgm:pt modelId="{31378BE1-73BB-4FBA-8B37-26EFF9163B79}" type="pres">
      <dgm:prSet presAssocID="{B0A10DE8-2DF2-4061-A153-F765BC0FA436}" presName="image4" presStyleLbl="node4" presStyleIdx="0" presStyleCnt="2"/>
      <dgm:spPr/>
    </dgm:pt>
    <dgm:pt modelId="{E9CEC15E-51D7-4F26-8AFB-875D60F417CD}" type="pres">
      <dgm:prSet presAssocID="{B0A10DE8-2DF2-4061-A153-F765BC0FA436}" presName="text4" presStyleLbl="revTx" presStyleIdx="3" presStyleCnt="9">
        <dgm:presLayoutVars>
          <dgm:chPref val="3"/>
        </dgm:presLayoutVars>
      </dgm:prSet>
      <dgm:spPr/>
    </dgm:pt>
    <dgm:pt modelId="{54B4CE1E-6618-4173-8B97-B42E581702B8}" type="pres">
      <dgm:prSet presAssocID="{B0A10DE8-2DF2-4061-A153-F765BC0FA436}" presName="hierChild5" presStyleCnt="0"/>
      <dgm:spPr/>
    </dgm:pt>
    <dgm:pt modelId="{D650D1E0-7F2E-426B-8C00-8AE85615FEAE}" type="pres">
      <dgm:prSet presAssocID="{9F0C916C-1B4E-44E3-88E2-1BB6738B5C81}" presName="Name23" presStyleLbl="parChTrans1D4" presStyleIdx="1" presStyleCnt="2"/>
      <dgm:spPr/>
    </dgm:pt>
    <dgm:pt modelId="{83E2F6E3-53BD-4E5B-B88E-FA332CAE77BC}" type="pres">
      <dgm:prSet presAssocID="{AB8CE92F-2B2D-4024-8466-0586AC25AB60}" presName="hierRoot4" presStyleCnt="0"/>
      <dgm:spPr/>
    </dgm:pt>
    <dgm:pt modelId="{71DA6488-A4D9-4FC8-B345-E15927F80B6E}" type="pres">
      <dgm:prSet presAssocID="{AB8CE92F-2B2D-4024-8466-0586AC25AB60}" presName="composite4" presStyleCnt="0"/>
      <dgm:spPr/>
    </dgm:pt>
    <dgm:pt modelId="{E88FCE21-AB7D-4D6A-B05D-0EC880AD204C}" type="pres">
      <dgm:prSet presAssocID="{AB8CE92F-2B2D-4024-8466-0586AC25AB60}" presName="image4" presStyleLbl="node4" presStyleIdx="1" presStyleCnt="2"/>
      <dgm:spPr/>
    </dgm:pt>
    <dgm:pt modelId="{17953249-6B62-4A5D-8B52-79726E159038}" type="pres">
      <dgm:prSet presAssocID="{AB8CE92F-2B2D-4024-8466-0586AC25AB60}" presName="text4" presStyleLbl="revTx" presStyleIdx="4" presStyleCnt="9">
        <dgm:presLayoutVars>
          <dgm:chPref val="3"/>
        </dgm:presLayoutVars>
      </dgm:prSet>
      <dgm:spPr/>
    </dgm:pt>
    <dgm:pt modelId="{84C5BD53-2299-4531-9908-D834393165AE}" type="pres">
      <dgm:prSet presAssocID="{AB8CE92F-2B2D-4024-8466-0586AC25AB60}" presName="hierChild5" presStyleCnt="0"/>
      <dgm:spPr/>
    </dgm:pt>
    <dgm:pt modelId="{D076B3B4-AFA5-47D6-90E3-8BACBD8D4168}" type="pres">
      <dgm:prSet presAssocID="{5088F7C8-90AE-47EE-84DF-336AF6172885}" presName="Name17" presStyleLbl="parChTrans1D3" presStyleIdx="1" presStyleCnt="4"/>
      <dgm:spPr/>
    </dgm:pt>
    <dgm:pt modelId="{EDB0A0DC-9478-44DC-AB84-E18245846904}" type="pres">
      <dgm:prSet presAssocID="{61A673A2-435A-457D-9E07-4B892AC01C95}" presName="hierRoot3" presStyleCnt="0"/>
      <dgm:spPr/>
    </dgm:pt>
    <dgm:pt modelId="{5D2C1107-BF0C-4711-8B45-B5694FB15CC5}" type="pres">
      <dgm:prSet presAssocID="{61A673A2-435A-457D-9E07-4B892AC01C95}" presName="composite3" presStyleCnt="0"/>
      <dgm:spPr/>
    </dgm:pt>
    <dgm:pt modelId="{4233B3E3-6C67-4C0E-96E4-BB2B0B75586A}" type="pres">
      <dgm:prSet presAssocID="{61A673A2-435A-457D-9E07-4B892AC01C95}" presName="image3" presStyleLbl="node3" presStyleIdx="1" presStyleCnt="4"/>
      <dgm:spPr/>
    </dgm:pt>
    <dgm:pt modelId="{5BF73AE5-E6A9-41E4-8D16-336CA1EA5BD6}" type="pres">
      <dgm:prSet presAssocID="{61A673A2-435A-457D-9E07-4B892AC01C95}" presName="text3" presStyleLbl="revTx" presStyleIdx="5" presStyleCnt="9">
        <dgm:presLayoutVars>
          <dgm:chPref val="3"/>
        </dgm:presLayoutVars>
      </dgm:prSet>
      <dgm:spPr/>
    </dgm:pt>
    <dgm:pt modelId="{EC4B6FA5-182C-4938-88F2-B08D9DDA4CF2}" type="pres">
      <dgm:prSet presAssocID="{61A673A2-435A-457D-9E07-4B892AC01C95}" presName="hierChild4" presStyleCnt="0"/>
      <dgm:spPr/>
    </dgm:pt>
    <dgm:pt modelId="{9A78DEC2-0E8A-48F5-BBA4-71E5BF8FC3D8}" type="pres">
      <dgm:prSet presAssocID="{AECC71DC-A302-4355-B4B0-45DF580B6E43}" presName="Name10" presStyleLbl="parChTrans1D2" presStyleIdx="1" presStyleCnt="2"/>
      <dgm:spPr/>
    </dgm:pt>
    <dgm:pt modelId="{741A59A1-3BF8-4091-BAFC-C93C09AC177D}" type="pres">
      <dgm:prSet presAssocID="{5D11F110-77D0-4814-8446-CBF9CE71D9A8}" presName="hierRoot2" presStyleCnt="0"/>
      <dgm:spPr/>
    </dgm:pt>
    <dgm:pt modelId="{38930689-8848-4BAB-97CD-AE550C2EB541}" type="pres">
      <dgm:prSet presAssocID="{5D11F110-77D0-4814-8446-CBF9CE71D9A8}" presName="composite2" presStyleCnt="0"/>
      <dgm:spPr/>
    </dgm:pt>
    <dgm:pt modelId="{A71313E5-2DD8-450D-AA94-93DCA40D8A75}" type="pres">
      <dgm:prSet presAssocID="{5D11F110-77D0-4814-8446-CBF9CE71D9A8}" presName="image2" presStyleLbl="node2" presStyleIdx="1" presStyleCnt="2"/>
      <dgm:spPr/>
    </dgm:pt>
    <dgm:pt modelId="{371DD64E-BB9A-4F95-AFDF-7E283A8FB183}" type="pres">
      <dgm:prSet presAssocID="{5D11F110-77D0-4814-8446-CBF9CE71D9A8}" presName="text2" presStyleLbl="revTx" presStyleIdx="6" presStyleCnt="9">
        <dgm:presLayoutVars>
          <dgm:chPref val="3"/>
        </dgm:presLayoutVars>
      </dgm:prSet>
      <dgm:spPr/>
    </dgm:pt>
    <dgm:pt modelId="{0DAD8494-9B2E-46A5-BD1F-7707C681CE8C}" type="pres">
      <dgm:prSet presAssocID="{5D11F110-77D0-4814-8446-CBF9CE71D9A8}" presName="hierChild3" presStyleCnt="0"/>
      <dgm:spPr/>
    </dgm:pt>
    <dgm:pt modelId="{A62C44E4-ADA3-4A06-91A0-E4D74AB3101E}" type="pres">
      <dgm:prSet presAssocID="{D3FA7D69-67E2-4299-8BA3-F0B85CC5D5A8}" presName="Name17" presStyleLbl="parChTrans1D3" presStyleIdx="2" presStyleCnt="4"/>
      <dgm:spPr/>
    </dgm:pt>
    <dgm:pt modelId="{33B33122-20DB-42DA-AD28-9E538BD950E4}" type="pres">
      <dgm:prSet presAssocID="{00AB7751-DC52-4F4B-B7E8-7DB9C71312EA}" presName="hierRoot3" presStyleCnt="0"/>
      <dgm:spPr/>
    </dgm:pt>
    <dgm:pt modelId="{A3D78DBC-D4F3-41D3-826E-E66AC4DBAD22}" type="pres">
      <dgm:prSet presAssocID="{00AB7751-DC52-4F4B-B7E8-7DB9C71312EA}" presName="composite3" presStyleCnt="0"/>
      <dgm:spPr/>
    </dgm:pt>
    <dgm:pt modelId="{15D941F4-E666-404F-931A-47AFD41A8665}" type="pres">
      <dgm:prSet presAssocID="{00AB7751-DC52-4F4B-B7E8-7DB9C71312EA}" presName="image3" presStyleLbl="node3" presStyleIdx="2" presStyleCnt="4"/>
      <dgm:spPr/>
    </dgm:pt>
    <dgm:pt modelId="{DD72F8D6-541C-4DD8-9291-3393D2674493}" type="pres">
      <dgm:prSet presAssocID="{00AB7751-DC52-4F4B-B7E8-7DB9C71312EA}" presName="text3" presStyleLbl="revTx" presStyleIdx="7" presStyleCnt="9">
        <dgm:presLayoutVars>
          <dgm:chPref val="3"/>
        </dgm:presLayoutVars>
      </dgm:prSet>
      <dgm:spPr/>
    </dgm:pt>
    <dgm:pt modelId="{DC6BB136-F534-40CF-B092-EF8B65FD337E}" type="pres">
      <dgm:prSet presAssocID="{00AB7751-DC52-4F4B-B7E8-7DB9C71312EA}" presName="hierChild4" presStyleCnt="0"/>
      <dgm:spPr/>
    </dgm:pt>
    <dgm:pt modelId="{A74F1DD8-D5E6-468A-99E5-4BD8DE9BD90E}" type="pres">
      <dgm:prSet presAssocID="{0CC4E095-B579-4499-8672-14A3B798762D}" presName="Name17" presStyleLbl="parChTrans1D3" presStyleIdx="3" presStyleCnt="4"/>
      <dgm:spPr/>
    </dgm:pt>
    <dgm:pt modelId="{852CF4F1-B880-49A8-80E8-B78DA43B18CF}" type="pres">
      <dgm:prSet presAssocID="{93892754-5ECA-4D9A-8DC9-356679BD608D}" presName="hierRoot3" presStyleCnt="0"/>
      <dgm:spPr/>
    </dgm:pt>
    <dgm:pt modelId="{B0FAB7FC-7534-49F8-8286-09FAFFD5909B}" type="pres">
      <dgm:prSet presAssocID="{93892754-5ECA-4D9A-8DC9-356679BD608D}" presName="composite3" presStyleCnt="0"/>
      <dgm:spPr/>
    </dgm:pt>
    <dgm:pt modelId="{F881A462-697D-49DF-BDAA-18C064836F11}" type="pres">
      <dgm:prSet presAssocID="{93892754-5ECA-4D9A-8DC9-356679BD608D}" presName="image3" presStyleLbl="node3" presStyleIdx="3" presStyleCnt="4"/>
      <dgm:spPr/>
    </dgm:pt>
    <dgm:pt modelId="{A44B5226-5E83-47F5-9BD1-8F12B789F2F2}" type="pres">
      <dgm:prSet presAssocID="{93892754-5ECA-4D9A-8DC9-356679BD608D}" presName="text3" presStyleLbl="revTx" presStyleIdx="8" presStyleCnt="9">
        <dgm:presLayoutVars>
          <dgm:chPref val="3"/>
        </dgm:presLayoutVars>
      </dgm:prSet>
      <dgm:spPr/>
    </dgm:pt>
    <dgm:pt modelId="{FF357B60-0D29-43D9-B515-84F14FADED91}" type="pres">
      <dgm:prSet presAssocID="{93892754-5ECA-4D9A-8DC9-356679BD608D}" presName="hierChild4" presStyleCnt="0"/>
      <dgm:spPr/>
    </dgm:pt>
  </dgm:ptLst>
  <dgm:cxnLst>
    <dgm:cxn modelId="{2A871A02-4128-4758-882D-6097B9253A1C}" type="presOf" srcId="{AECC71DC-A302-4355-B4B0-45DF580B6E43}" destId="{9A78DEC2-0E8A-48F5-BBA4-71E5BF8FC3D8}" srcOrd="0" destOrd="0" presId="urn:microsoft.com/office/officeart/2009/layout/CirclePictureHierarchy"/>
    <dgm:cxn modelId="{F7527B07-E973-40CA-A037-78E885354014}" srcId="{12B2F92D-8B8C-493B-9084-DFCD25E2ED5F}" destId="{4727C88A-8CE7-48D3-8531-97F85149A919}" srcOrd="0" destOrd="0" parTransId="{A3238DB4-E820-49AE-8EB4-618E6AB46A40}" sibTransId="{614785D9-739B-4999-8D32-913CE87D78BB}"/>
    <dgm:cxn modelId="{A2905F0C-DEDE-48FA-898D-5B560DE75B6C}" type="presOf" srcId="{AB8CE92F-2B2D-4024-8466-0586AC25AB60}" destId="{17953249-6B62-4A5D-8B52-79726E159038}" srcOrd="0" destOrd="0" presId="urn:microsoft.com/office/officeart/2009/layout/CirclePictureHierarchy"/>
    <dgm:cxn modelId="{D9D59F19-8EAD-4222-97B0-ADEB76BDE1AA}" type="presOf" srcId="{5088F7C8-90AE-47EE-84DF-336AF6172885}" destId="{D076B3B4-AFA5-47D6-90E3-8BACBD8D4168}" srcOrd="0" destOrd="0" presId="urn:microsoft.com/office/officeart/2009/layout/CirclePictureHierarchy"/>
    <dgm:cxn modelId="{1C3B9B1C-BEB7-4D38-B87B-B8FBEB60A513}" srcId="{62222425-6D25-4D8B-9426-A66298ED454A}" destId="{BFD31DDB-81AF-405A-B05F-A65FE3BF29CD}" srcOrd="0" destOrd="0" parTransId="{3663084A-285E-47D8-AAEF-370F4DD0C20D}" sibTransId="{E1CE1206-9ACC-4D78-AB0B-3180A313438A}"/>
    <dgm:cxn modelId="{7D69F01D-2D03-4DD5-B2EA-6B9540EB4DAC}" type="presOf" srcId="{A3238DB4-E820-49AE-8EB4-618E6AB46A40}" destId="{AC9DEF68-33FF-472B-9DEE-5655B74025FE}" srcOrd="0" destOrd="0" presId="urn:microsoft.com/office/officeart/2009/layout/CirclePictureHierarchy"/>
    <dgm:cxn modelId="{BD75C223-CE65-4E11-ACFF-8C2AC4FE9CA0}" type="presOf" srcId="{62222425-6D25-4D8B-9426-A66298ED454A}" destId="{82D45EC8-7D3F-4499-9D7B-52697A83CBDE}" srcOrd="0" destOrd="0" presId="urn:microsoft.com/office/officeart/2009/layout/CirclePictureHierarchy"/>
    <dgm:cxn modelId="{2E9D8A2B-108E-423D-BF06-F203C4E82FB7}" type="presOf" srcId="{9F0C916C-1B4E-44E3-88E2-1BB6738B5C81}" destId="{D650D1E0-7F2E-426B-8C00-8AE85615FEAE}" srcOrd="0" destOrd="0" presId="urn:microsoft.com/office/officeart/2009/layout/CirclePictureHierarchy"/>
    <dgm:cxn modelId="{E34F4D35-D13A-4DAD-9033-86E2E513BC08}" type="presOf" srcId="{D3FA7D69-67E2-4299-8BA3-F0B85CC5D5A8}" destId="{A62C44E4-ADA3-4A06-91A0-E4D74AB3101E}" srcOrd="0" destOrd="0" presId="urn:microsoft.com/office/officeart/2009/layout/CirclePictureHierarchy"/>
    <dgm:cxn modelId="{E8344D37-3E5F-40C2-BF76-2269514DDBAD}" type="presOf" srcId="{B0A10DE8-2DF2-4061-A153-F765BC0FA436}" destId="{E9CEC15E-51D7-4F26-8AFB-875D60F417CD}" srcOrd="0" destOrd="0" presId="urn:microsoft.com/office/officeart/2009/layout/CirclePictureHierarchy"/>
    <dgm:cxn modelId="{D2E85440-65CF-4132-8282-9E80ADAB59E6}" srcId="{5D11F110-77D0-4814-8446-CBF9CE71D9A8}" destId="{93892754-5ECA-4D9A-8DC9-356679BD608D}" srcOrd="1" destOrd="0" parTransId="{0CC4E095-B579-4499-8672-14A3B798762D}" sibTransId="{95719921-A44A-46DD-A291-BE455A8AF896}"/>
    <dgm:cxn modelId="{3657314A-8D63-40A4-81B0-6A842BB226AC}" srcId="{5D11F110-77D0-4814-8446-CBF9CE71D9A8}" destId="{00AB7751-DC52-4F4B-B7E8-7DB9C71312EA}" srcOrd="0" destOrd="0" parTransId="{D3FA7D69-67E2-4299-8BA3-F0B85CC5D5A8}" sibTransId="{4F0CDEA8-4B1D-4ADF-9927-81D0854C8C69}"/>
    <dgm:cxn modelId="{A57E3D4A-E0B4-4FCE-B030-1BB84483E909}" srcId="{4727C88A-8CE7-48D3-8531-97F85149A919}" destId="{AB8CE92F-2B2D-4024-8466-0586AC25AB60}" srcOrd="1" destOrd="0" parTransId="{9F0C916C-1B4E-44E3-88E2-1BB6738B5C81}" sibTransId="{159F5E16-2370-4473-99A7-D59CF38CF5CD}"/>
    <dgm:cxn modelId="{9C785D67-BD8F-4598-B25F-DB3E01B00A39}" type="presOf" srcId="{61A673A2-435A-457D-9E07-4B892AC01C95}" destId="{5BF73AE5-E6A9-41E4-8D16-336CA1EA5BD6}" srcOrd="0" destOrd="0" presId="urn:microsoft.com/office/officeart/2009/layout/CirclePictureHierarchy"/>
    <dgm:cxn modelId="{866FA088-FA0C-4C29-97E6-E59D39D1A3DB}" srcId="{4727C88A-8CE7-48D3-8531-97F85149A919}" destId="{B0A10DE8-2DF2-4061-A153-F765BC0FA436}" srcOrd="0" destOrd="0" parTransId="{A070603F-2855-4913-A35D-1D1DBE1ECD27}" sibTransId="{46011EC0-0837-4EB7-977C-293C0F0227E2}"/>
    <dgm:cxn modelId="{FB728BAB-B43F-4EB8-B4D6-50BC913E0216}" type="presOf" srcId="{00AB7751-DC52-4F4B-B7E8-7DB9C71312EA}" destId="{DD72F8D6-541C-4DD8-9291-3393D2674493}" srcOrd="0" destOrd="0" presId="urn:microsoft.com/office/officeart/2009/layout/CirclePictureHierarchy"/>
    <dgm:cxn modelId="{42569DB6-B7BE-49A5-A24D-0825C056E823}" type="presOf" srcId="{F47C3220-AEF7-4872-B846-2BFB7C45C745}" destId="{D6ADE249-9F35-40DA-812D-4D3C01A47463}" srcOrd="0" destOrd="0" presId="urn:microsoft.com/office/officeart/2009/layout/CirclePictureHierarchy"/>
    <dgm:cxn modelId="{FFCF98BB-58B7-4E5D-AA80-FD9DEB2248FD}" srcId="{BFD31DDB-81AF-405A-B05F-A65FE3BF29CD}" destId="{12B2F92D-8B8C-493B-9084-DFCD25E2ED5F}" srcOrd="0" destOrd="0" parTransId="{F47C3220-AEF7-4872-B846-2BFB7C45C745}" sibTransId="{F2BD2398-FA68-4FA3-A952-5992FF38D149}"/>
    <dgm:cxn modelId="{EA7C49BC-0314-4870-86A3-E3E6F9F2987A}" type="presOf" srcId="{5D11F110-77D0-4814-8446-CBF9CE71D9A8}" destId="{371DD64E-BB9A-4F95-AFDF-7E283A8FB183}" srcOrd="0" destOrd="0" presId="urn:microsoft.com/office/officeart/2009/layout/CirclePictureHierarchy"/>
    <dgm:cxn modelId="{7F6C63C6-91A7-44F5-924D-2CE8CEB18AED}" type="presOf" srcId="{12B2F92D-8B8C-493B-9084-DFCD25E2ED5F}" destId="{9ADE254B-AB07-4F15-B082-A60445A66A30}" srcOrd="0" destOrd="0" presId="urn:microsoft.com/office/officeart/2009/layout/CirclePictureHierarchy"/>
    <dgm:cxn modelId="{D789BED2-0B1A-49D6-8A11-F7BF8C147AD2}" type="presOf" srcId="{4727C88A-8CE7-48D3-8531-97F85149A919}" destId="{84A4564B-9AB7-4C8F-B8A8-39EFD12C3F04}" srcOrd="0" destOrd="0" presId="urn:microsoft.com/office/officeart/2009/layout/CirclePictureHierarchy"/>
    <dgm:cxn modelId="{CD1C78D3-0B07-43C4-BC66-0B2403863C34}" srcId="{12B2F92D-8B8C-493B-9084-DFCD25E2ED5F}" destId="{61A673A2-435A-457D-9E07-4B892AC01C95}" srcOrd="1" destOrd="0" parTransId="{5088F7C8-90AE-47EE-84DF-336AF6172885}" sibTransId="{63FE1C44-3A60-4B1B-8BA0-98C79F5BD27F}"/>
    <dgm:cxn modelId="{15D421F7-CC38-4EE7-90DE-545042614A2B}" srcId="{BFD31DDB-81AF-405A-B05F-A65FE3BF29CD}" destId="{5D11F110-77D0-4814-8446-CBF9CE71D9A8}" srcOrd="1" destOrd="0" parTransId="{AECC71DC-A302-4355-B4B0-45DF580B6E43}" sibTransId="{C1A0F246-F7EA-44AF-B92F-F6947ABBA370}"/>
    <dgm:cxn modelId="{67D352FA-0794-417F-9438-A8D0A482472D}" type="presOf" srcId="{A070603F-2855-4913-A35D-1D1DBE1ECD27}" destId="{35A4CF92-AAEF-402E-A11E-284E0F3CBD39}" srcOrd="0" destOrd="0" presId="urn:microsoft.com/office/officeart/2009/layout/CirclePictureHierarchy"/>
    <dgm:cxn modelId="{DF66DCFC-7E23-49CE-87F4-2DAD24F50BD5}" type="presOf" srcId="{93892754-5ECA-4D9A-8DC9-356679BD608D}" destId="{A44B5226-5E83-47F5-9BD1-8F12B789F2F2}" srcOrd="0" destOrd="0" presId="urn:microsoft.com/office/officeart/2009/layout/CirclePictureHierarchy"/>
    <dgm:cxn modelId="{3E2403FD-C4B6-4CFF-8E81-7AA03AC81CF0}" type="presOf" srcId="{BFD31DDB-81AF-405A-B05F-A65FE3BF29CD}" destId="{676CD1C2-E5E2-46C3-A1D7-E167CB2BBB25}" srcOrd="0" destOrd="0" presId="urn:microsoft.com/office/officeart/2009/layout/CirclePictureHierarchy"/>
    <dgm:cxn modelId="{165603FF-A2AC-4809-B134-4AEFDD59F9DC}" type="presOf" srcId="{0CC4E095-B579-4499-8672-14A3B798762D}" destId="{A74F1DD8-D5E6-468A-99E5-4BD8DE9BD90E}" srcOrd="0" destOrd="0" presId="urn:microsoft.com/office/officeart/2009/layout/CirclePictureHierarchy"/>
    <dgm:cxn modelId="{BBB9E9DE-7791-4674-9FE5-D46CB2AD2C26}" type="presParOf" srcId="{82D45EC8-7D3F-4499-9D7B-52697A83CBDE}" destId="{19034368-C805-4251-BB16-B7CD7430DFF6}" srcOrd="0" destOrd="0" presId="urn:microsoft.com/office/officeart/2009/layout/CirclePictureHierarchy"/>
    <dgm:cxn modelId="{D8E3E231-FA54-4080-8AA9-B962AC955878}" type="presParOf" srcId="{19034368-C805-4251-BB16-B7CD7430DFF6}" destId="{6A462961-366B-4D45-89D7-D5B843043D9D}" srcOrd="0" destOrd="0" presId="urn:microsoft.com/office/officeart/2009/layout/CirclePictureHierarchy"/>
    <dgm:cxn modelId="{EF554773-AD6B-4497-9850-8997E1800AA4}" type="presParOf" srcId="{6A462961-366B-4D45-89D7-D5B843043D9D}" destId="{6BC2B84B-B849-4C9B-AE7E-39F88DDB38F4}" srcOrd="0" destOrd="0" presId="urn:microsoft.com/office/officeart/2009/layout/CirclePictureHierarchy"/>
    <dgm:cxn modelId="{141D0D0E-6E1E-4689-8C4F-D4211D5FD256}" type="presParOf" srcId="{6A462961-366B-4D45-89D7-D5B843043D9D}" destId="{676CD1C2-E5E2-46C3-A1D7-E167CB2BBB25}" srcOrd="1" destOrd="0" presId="urn:microsoft.com/office/officeart/2009/layout/CirclePictureHierarchy"/>
    <dgm:cxn modelId="{308AA623-89BB-4ECD-8B64-2726790C40D8}" type="presParOf" srcId="{19034368-C805-4251-BB16-B7CD7430DFF6}" destId="{3C380B9C-51BA-4636-B6B8-FD0569D38EA7}" srcOrd="1" destOrd="0" presId="urn:microsoft.com/office/officeart/2009/layout/CirclePictureHierarchy"/>
    <dgm:cxn modelId="{FEE59DDC-6C17-4555-95ED-53457C874978}" type="presParOf" srcId="{3C380B9C-51BA-4636-B6B8-FD0569D38EA7}" destId="{D6ADE249-9F35-40DA-812D-4D3C01A47463}" srcOrd="0" destOrd="0" presId="urn:microsoft.com/office/officeart/2009/layout/CirclePictureHierarchy"/>
    <dgm:cxn modelId="{F8882E63-75ED-40BB-BDED-7F64DA48A07A}" type="presParOf" srcId="{3C380B9C-51BA-4636-B6B8-FD0569D38EA7}" destId="{69BD935B-D177-4BA7-BC81-B54F167A5B05}" srcOrd="1" destOrd="0" presId="urn:microsoft.com/office/officeart/2009/layout/CirclePictureHierarchy"/>
    <dgm:cxn modelId="{4BA21692-92F2-4AC3-A5E7-DFC53CE2F288}" type="presParOf" srcId="{69BD935B-D177-4BA7-BC81-B54F167A5B05}" destId="{CBE36035-DE2B-4B50-B15C-20ADB66708D4}" srcOrd="0" destOrd="0" presId="urn:microsoft.com/office/officeart/2009/layout/CirclePictureHierarchy"/>
    <dgm:cxn modelId="{A060E3CD-3054-4249-89F1-0036FA614A56}" type="presParOf" srcId="{CBE36035-DE2B-4B50-B15C-20ADB66708D4}" destId="{CAE55F1E-C19F-4B66-8D23-E23D61C8274A}" srcOrd="0" destOrd="0" presId="urn:microsoft.com/office/officeart/2009/layout/CirclePictureHierarchy"/>
    <dgm:cxn modelId="{48E6EA12-E731-4578-AB32-E04C1EB207EE}" type="presParOf" srcId="{CBE36035-DE2B-4B50-B15C-20ADB66708D4}" destId="{9ADE254B-AB07-4F15-B082-A60445A66A30}" srcOrd="1" destOrd="0" presId="urn:microsoft.com/office/officeart/2009/layout/CirclePictureHierarchy"/>
    <dgm:cxn modelId="{1C5C7E54-5BD4-458F-8057-ADF2F84B53E1}" type="presParOf" srcId="{69BD935B-D177-4BA7-BC81-B54F167A5B05}" destId="{137D34E1-C591-46D9-A69E-33DF9C5646E4}" srcOrd="1" destOrd="0" presId="urn:microsoft.com/office/officeart/2009/layout/CirclePictureHierarchy"/>
    <dgm:cxn modelId="{9A94B685-9309-41C4-8F08-16B2E640A0A9}" type="presParOf" srcId="{137D34E1-C591-46D9-A69E-33DF9C5646E4}" destId="{AC9DEF68-33FF-472B-9DEE-5655B74025FE}" srcOrd="0" destOrd="0" presId="urn:microsoft.com/office/officeart/2009/layout/CirclePictureHierarchy"/>
    <dgm:cxn modelId="{6D72E91D-2D63-45D5-8BCC-F85F8D6416EB}" type="presParOf" srcId="{137D34E1-C591-46D9-A69E-33DF9C5646E4}" destId="{85ACCECE-3422-45C3-B816-548BDE8C35CF}" srcOrd="1" destOrd="0" presId="urn:microsoft.com/office/officeart/2009/layout/CirclePictureHierarchy"/>
    <dgm:cxn modelId="{DAB3666C-69B6-49F9-910F-2FD2CC44EDAB}" type="presParOf" srcId="{85ACCECE-3422-45C3-B816-548BDE8C35CF}" destId="{559DA7D7-8F31-4623-B971-EDBD43E3F4BC}" srcOrd="0" destOrd="0" presId="urn:microsoft.com/office/officeart/2009/layout/CirclePictureHierarchy"/>
    <dgm:cxn modelId="{617FA213-BC1C-4FDA-BCA7-B06E79DB1E29}" type="presParOf" srcId="{559DA7D7-8F31-4623-B971-EDBD43E3F4BC}" destId="{F0378735-1767-4B95-A191-84FCF421923B}" srcOrd="0" destOrd="0" presId="urn:microsoft.com/office/officeart/2009/layout/CirclePictureHierarchy"/>
    <dgm:cxn modelId="{F74F3C06-1C94-481B-9F73-570FE5DF4D64}" type="presParOf" srcId="{559DA7D7-8F31-4623-B971-EDBD43E3F4BC}" destId="{84A4564B-9AB7-4C8F-B8A8-39EFD12C3F04}" srcOrd="1" destOrd="0" presId="urn:microsoft.com/office/officeart/2009/layout/CirclePictureHierarchy"/>
    <dgm:cxn modelId="{4D3BF935-4CAF-4EFF-A48B-5BCFDFDFC75B}" type="presParOf" srcId="{85ACCECE-3422-45C3-B816-548BDE8C35CF}" destId="{3C5BD723-FD69-4D36-8EB7-31470A594C4E}" srcOrd="1" destOrd="0" presId="urn:microsoft.com/office/officeart/2009/layout/CirclePictureHierarchy"/>
    <dgm:cxn modelId="{5B09D541-86B5-45A0-9213-BCEE053FC511}" type="presParOf" srcId="{3C5BD723-FD69-4D36-8EB7-31470A594C4E}" destId="{35A4CF92-AAEF-402E-A11E-284E0F3CBD39}" srcOrd="0" destOrd="0" presId="urn:microsoft.com/office/officeart/2009/layout/CirclePictureHierarchy"/>
    <dgm:cxn modelId="{369D25AA-C70A-4AA2-8D13-43CA0DB2BA0B}" type="presParOf" srcId="{3C5BD723-FD69-4D36-8EB7-31470A594C4E}" destId="{6DBD82C3-A43D-4F30-ABD5-548DE9DABC7B}" srcOrd="1" destOrd="0" presId="urn:microsoft.com/office/officeart/2009/layout/CirclePictureHierarchy"/>
    <dgm:cxn modelId="{57845D92-1140-4062-A1EF-62A980CAA2C4}" type="presParOf" srcId="{6DBD82C3-A43D-4F30-ABD5-548DE9DABC7B}" destId="{156C01FE-8395-41EA-8B81-FC0BF1980FC5}" srcOrd="0" destOrd="0" presId="urn:microsoft.com/office/officeart/2009/layout/CirclePictureHierarchy"/>
    <dgm:cxn modelId="{28E62147-9780-41E5-A2F1-3E05F4F4B1CE}" type="presParOf" srcId="{156C01FE-8395-41EA-8B81-FC0BF1980FC5}" destId="{31378BE1-73BB-4FBA-8B37-26EFF9163B79}" srcOrd="0" destOrd="0" presId="urn:microsoft.com/office/officeart/2009/layout/CirclePictureHierarchy"/>
    <dgm:cxn modelId="{A2762EDE-5471-4631-BE5E-826EDFD02185}" type="presParOf" srcId="{156C01FE-8395-41EA-8B81-FC0BF1980FC5}" destId="{E9CEC15E-51D7-4F26-8AFB-875D60F417CD}" srcOrd="1" destOrd="0" presId="urn:microsoft.com/office/officeart/2009/layout/CirclePictureHierarchy"/>
    <dgm:cxn modelId="{CCAFE853-3B95-4422-9154-28307EF1824A}" type="presParOf" srcId="{6DBD82C3-A43D-4F30-ABD5-548DE9DABC7B}" destId="{54B4CE1E-6618-4173-8B97-B42E581702B8}" srcOrd="1" destOrd="0" presId="urn:microsoft.com/office/officeart/2009/layout/CirclePictureHierarchy"/>
    <dgm:cxn modelId="{958EFDD2-4CE2-4793-A1EF-C938EC55C89F}" type="presParOf" srcId="{3C5BD723-FD69-4D36-8EB7-31470A594C4E}" destId="{D650D1E0-7F2E-426B-8C00-8AE85615FEAE}" srcOrd="2" destOrd="0" presId="urn:microsoft.com/office/officeart/2009/layout/CirclePictureHierarchy"/>
    <dgm:cxn modelId="{34D2C8E9-AD14-4133-98A0-05B17FDF4ECE}" type="presParOf" srcId="{3C5BD723-FD69-4D36-8EB7-31470A594C4E}" destId="{83E2F6E3-53BD-4E5B-B88E-FA332CAE77BC}" srcOrd="3" destOrd="0" presId="urn:microsoft.com/office/officeart/2009/layout/CirclePictureHierarchy"/>
    <dgm:cxn modelId="{16348FD0-F6EB-4295-8893-AE0A84EC0B98}" type="presParOf" srcId="{83E2F6E3-53BD-4E5B-B88E-FA332CAE77BC}" destId="{71DA6488-A4D9-4FC8-B345-E15927F80B6E}" srcOrd="0" destOrd="0" presId="urn:microsoft.com/office/officeart/2009/layout/CirclePictureHierarchy"/>
    <dgm:cxn modelId="{2301A2CF-A8CF-451F-A568-6EBD3B2F8238}" type="presParOf" srcId="{71DA6488-A4D9-4FC8-B345-E15927F80B6E}" destId="{E88FCE21-AB7D-4D6A-B05D-0EC880AD204C}" srcOrd="0" destOrd="0" presId="urn:microsoft.com/office/officeart/2009/layout/CirclePictureHierarchy"/>
    <dgm:cxn modelId="{1765BF1C-0DC6-4D6F-9549-3F03E5D60D37}" type="presParOf" srcId="{71DA6488-A4D9-4FC8-B345-E15927F80B6E}" destId="{17953249-6B62-4A5D-8B52-79726E159038}" srcOrd="1" destOrd="0" presId="urn:microsoft.com/office/officeart/2009/layout/CirclePictureHierarchy"/>
    <dgm:cxn modelId="{DE4FA6B7-C0A0-4062-B886-7F38AA6CEEF7}" type="presParOf" srcId="{83E2F6E3-53BD-4E5B-B88E-FA332CAE77BC}" destId="{84C5BD53-2299-4531-9908-D834393165AE}" srcOrd="1" destOrd="0" presId="urn:microsoft.com/office/officeart/2009/layout/CirclePictureHierarchy"/>
    <dgm:cxn modelId="{3C53865C-0878-4A13-B594-658B7821C9BF}" type="presParOf" srcId="{137D34E1-C591-46D9-A69E-33DF9C5646E4}" destId="{D076B3B4-AFA5-47D6-90E3-8BACBD8D4168}" srcOrd="2" destOrd="0" presId="urn:microsoft.com/office/officeart/2009/layout/CirclePictureHierarchy"/>
    <dgm:cxn modelId="{8B7BEA40-0672-447A-87FF-728C7887D9D8}" type="presParOf" srcId="{137D34E1-C591-46D9-A69E-33DF9C5646E4}" destId="{EDB0A0DC-9478-44DC-AB84-E18245846904}" srcOrd="3" destOrd="0" presId="urn:microsoft.com/office/officeart/2009/layout/CirclePictureHierarchy"/>
    <dgm:cxn modelId="{4E23EDB0-5DF9-43D2-AD79-CDDAF028421A}" type="presParOf" srcId="{EDB0A0DC-9478-44DC-AB84-E18245846904}" destId="{5D2C1107-BF0C-4711-8B45-B5694FB15CC5}" srcOrd="0" destOrd="0" presId="urn:microsoft.com/office/officeart/2009/layout/CirclePictureHierarchy"/>
    <dgm:cxn modelId="{05C75CA0-733C-4594-9691-AC6A732AA65B}" type="presParOf" srcId="{5D2C1107-BF0C-4711-8B45-B5694FB15CC5}" destId="{4233B3E3-6C67-4C0E-96E4-BB2B0B75586A}" srcOrd="0" destOrd="0" presId="urn:microsoft.com/office/officeart/2009/layout/CirclePictureHierarchy"/>
    <dgm:cxn modelId="{3415C1C7-1EB6-4622-8354-8A32EC32DC36}" type="presParOf" srcId="{5D2C1107-BF0C-4711-8B45-B5694FB15CC5}" destId="{5BF73AE5-E6A9-41E4-8D16-336CA1EA5BD6}" srcOrd="1" destOrd="0" presId="urn:microsoft.com/office/officeart/2009/layout/CirclePictureHierarchy"/>
    <dgm:cxn modelId="{F291CAFE-2B50-4D0A-BA17-B89A1BF6E404}" type="presParOf" srcId="{EDB0A0DC-9478-44DC-AB84-E18245846904}" destId="{EC4B6FA5-182C-4938-88F2-B08D9DDA4CF2}" srcOrd="1" destOrd="0" presId="urn:microsoft.com/office/officeart/2009/layout/CirclePictureHierarchy"/>
    <dgm:cxn modelId="{E734CA5E-24A2-4717-A5B1-1FC20427E286}" type="presParOf" srcId="{3C380B9C-51BA-4636-B6B8-FD0569D38EA7}" destId="{9A78DEC2-0E8A-48F5-BBA4-71E5BF8FC3D8}" srcOrd="2" destOrd="0" presId="urn:microsoft.com/office/officeart/2009/layout/CirclePictureHierarchy"/>
    <dgm:cxn modelId="{6FA26492-17C3-4327-8CF7-E40E70D0CC3B}" type="presParOf" srcId="{3C380B9C-51BA-4636-B6B8-FD0569D38EA7}" destId="{741A59A1-3BF8-4091-BAFC-C93C09AC177D}" srcOrd="3" destOrd="0" presId="urn:microsoft.com/office/officeart/2009/layout/CirclePictureHierarchy"/>
    <dgm:cxn modelId="{1EE05BE7-1783-415D-9C41-81F8822BF515}" type="presParOf" srcId="{741A59A1-3BF8-4091-BAFC-C93C09AC177D}" destId="{38930689-8848-4BAB-97CD-AE550C2EB541}" srcOrd="0" destOrd="0" presId="urn:microsoft.com/office/officeart/2009/layout/CirclePictureHierarchy"/>
    <dgm:cxn modelId="{C8CA07C0-38F7-41DD-A9BE-5E86050CD494}" type="presParOf" srcId="{38930689-8848-4BAB-97CD-AE550C2EB541}" destId="{A71313E5-2DD8-450D-AA94-93DCA40D8A75}" srcOrd="0" destOrd="0" presId="urn:microsoft.com/office/officeart/2009/layout/CirclePictureHierarchy"/>
    <dgm:cxn modelId="{2F51A481-173A-43A4-915F-B52398EE91EE}" type="presParOf" srcId="{38930689-8848-4BAB-97CD-AE550C2EB541}" destId="{371DD64E-BB9A-4F95-AFDF-7E283A8FB183}" srcOrd="1" destOrd="0" presId="urn:microsoft.com/office/officeart/2009/layout/CirclePictureHierarchy"/>
    <dgm:cxn modelId="{ED724A70-3CB8-48D9-B278-D937D8DECCE0}" type="presParOf" srcId="{741A59A1-3BF8-4091-BAFC-C93C09AC177D}" destId="{0DAD8494-9B2E-46A5-BD1F-7707C681CE8C}" srcOrd="1" destOrd="0" presId="urn:microsoft.com/office/officeart/2009/layout/CirclePictureHierarchy"/>
    <dgm:cxn modelId="{71C96B59-2B86-4854-8DEC-453AE51F398F}" type="presParOf" srcId="{0DAD8494-9B2E-46A5-BD1F-7707C681CE8C}" destId="{A62C44E4-ADA3-4A06-91A0-E4D74AB3101E}" srcOrd="0" destOrd="0" presId="urn:microsoft.com/office/officeart/2009/layout/CirclePictureHierarchy"/>
    <dgm:cxn modelId="{D127F876-595B-45D3-82D3-E5ED4E047B31}" type="presParOf" srcId="{0DAD8494-9B2E-46A5-BD1F-7707C681CE8C}" destId="{33B33122-20DB-42DA-AD28-9E538BD950E4}" srcOrd="1" destOrd="0" presId="urn:microsoft.com/office/officeart/2009/layout/CirclePictureHierarchy"/>
    <dgm:cxn modelId="{EFDC7E8F-6B89-42AD-8893-B9E599FDF38E}" type="presParOf" srcId="{33B33122-20DB-42DA-AD28-9E538BD950E4}" destId="{A3D78DBC-D4F3-41D3-826E-E66AC4DBAD22}" srcOrd="0" destOrd="0" presId="urn:microsoft.com/office/officeart/2009/layout/CirclePictureHierarchy"/>
    <dgm:cxn modelId="{EB6B1385-4FED-4DAA-9BCA-A5A21D3D5BF7}" type="presParOf" srcId="{A3D78DBC-D4F3-41D3-826E-E66AC4DBAD22}" destId="{15D941F4-E666-404F-931A-47AFD41A8665}" srcOrd="0" destOrd="0" presId="urn:microsoft.com/office/officeart/2009/layout/CirclePictureHierarchy"/>
    <dgm:cxn modelId="{180E8E4C-FD79-4E74-AEEE-E055164ECB1F}" type="presParOf" srcId="{A3D78DBC-D4F3-41D3-826E-E66AC4DBAD22}" destId="{DD72F8D6-541C-4DD8-9291-3393D2674493}" srcOrd="1" destOrd="0" presId="urn:microsoft.com/office/officeart/2009/layout/CirclePictureHierarchy"/>
    <dgm:cxn modelId="{F71B468A-E404-47AA-A448-FA7D7745A103}" type="presParOf" srcId="{33B33122-20DB-42DA-AD28-9E538BD950E4}" destId="{DC6BB136-F534-40CF-B092-EF8B65FD337E}" srcOrd="1" destOrd="0" presId="urn:microsoft.com/office/officeart/2009/layout/CirclePictureHierarchy"/>
    <dgm:cxn modelId="{7754E8A5-6BCB-4B68-8C13-727256DA7050}" type="presParOf" srcId="{0DAD8494-9B2E-46A5-BD1F-7707C681CE8C}" destId="{A74F1DD8-D5E6-468A-99E5-4BD8DE9BD90E}" srcOrd="2" destOrd="0" presId="urn:microsoft.com/office/officeart/2009/layout/CirclePictureHierarchy"/>
    <dgm:cxn modelId="{3D3AB0FB-516C-4E83-BD53-F78CF1A80B9F}" type="presParOf" srcId="{0DAD8494-9B2E-46A5-BD1F-7707C681CE8C}" destId="{852CF4F1-B880-49A8-80E8-B78DA43B18CF}" srcOrd="3" destOrd="0" presId="urn:microsoft.com/office/officeart/2009/layout/CirclePictureHierarchy"/>
    <dgm:cxn modelId="{47AE046A-0A26-49E5-82F3-3A99BA45895F}" type="presParOf" srcId="{852CF4F1-B880-49A8-80E8-B78DA43B18CF}" destId="{B0FAB7FC-7534-49F8-8286-09FAFFD5909B}" srcOrd="0" destOrd="0" presId="urn:microsoft.com/office/officeart/2009/layout/CirclePictureHierarchy"/>
    <dgm:cxn modelId="{93D0D003-445B-4C7D-9266-2FA33C130791}" type="presParOf" srcId="{B0FAB7FC-7534-49F8-8286-09FAFFD5909B}" destId="{F881A462-697D-49DF-BDAA-18C064836F11}" srcOrd="0" destOrd="0" presId="urn:microsoft.com/office/officeart/2009/layout/CirclePictureHierarchy"/>
    <dgm:cxn modelId="{96612EB7-97C4-4111-88E4-77FFA9E02CBF}" type="presParOf" srcId="{B0FAB7FC-7534-49F8-8286-09FAFFD5909B}" destId="{A44B5226-5E83-47F5-9BD1-8F12B789F2F2}" srcOrd="1" destOrd="0" presId="urn:microsoft.com/office/officeart/2009/layout/CirclePictureHierarchy"/>
    <dgm:cxn modelId="{C5291938-9131-4BEA-949C-EDCAE26C5769}" type="presParOf" srcId="{852CF4F1-B880-49A8-80E8-B78DA43B18CF}" destId="{FF357B60-0D29-43D9-B515-84F14FADED91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222425-6D25-4D8B-9426-A66298ED454A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D31DDB-81AF-405A-B05F-A65FE3BF29CD}">
      <dgm:prSet phldrT="[Text]"/>
      <dgm:spPr/>
      <dgm:t>
        <a:bodyPr/>
        <a:lstStyle/>
        <a:p>
          <a:endParaRPr lang="en-US" dirty="0"/>
        </a:p>
      </dgm:t>
    </dgm:pt>
    <dgm:pt modelId="{3663084A-285E-47D8-AAEF-370F4DD0C20D}" type="parTrans" cxnId="{1C3B9B1C-BEB7-4D38-B87B-B8FBEB60A513}">
      <dgm:prSet/>
      <dgm:spPr/>
      <dgm:t>
        <a:bodyPr/>
        <a:lstStyle/>
        <a:p>
          <a:endParaRPr lang="en-US"/>
        </a:p>
      </dgm:t>
    </dgm:pt>
    <dgm:pt modelId="{E1CE1206-9ACC-4D78-AB0B-3180A313438A}" type="sibTrans" cxnId="{1C3B9B1C-BEB7-4D38-B87B-B8FBEB60A513}">
      <dgm:prSet/>
      <dgm:spPr/>
      <dgm:t>
        <a:bodyPr/>
        <a:lstStyle/>
        <a:p>
          <a:endParaRPr lang="en-US"/>
        </a:p>
      </dgm:t>
    </dgm:pt>
    <dgm:pt modelId="{12B2F92D-8B8C-493B-9084-DFCD25E2ED5F}">
      <dgm:prSet phldrT="[Text]"/>
      <dgm:spPr/>
      <dgm:t>
        <a:bodyPr/>
        <a:lstStyle/>
        <a:p>
          <a:r>
            <a:rPr lang="en-US" dirty="0"/>
            <a:t>0</a:t>
          </a:r>
        </a:p>
      </dgm:t>
    </dgm:pt>
    <dgm:pt modelId="{F47C3220-AEF7-4872-B846-2BFB7C45C745}" type="parTrans" cxnId="{FFCF98BB-58B7-4E5D-AA80-FD9DEB2248FD}">
      <dgm:prSet/>
      <dgm:spPr/>
      <dgm:t>
        <a:bodyPr/>
        <a:lstStyle/>
        <a:p>
          <a:endParaRPr lang="en-US"/>
        </a:p>
      </dgm:t>
    </dgm:pt>
    <dgm:pt modelId="{F2BD2398-FA68-4FA3-A952-5992FF38D149}" type="sibTrans" cxnId="{FFCF98BB-58B7-4E5D-AA80-FD9DEB2248FD}">
      <dgm:prSet/>
      <dgm:spPr/>
      <dgm:t>
        <a:bodyPr/>
        <a:lstStyle/>
        <a:p>
          <a:endParaRPr lang="en-US"/>
        </a:p>
      </dgm:t>
    </dgm:pt>
    <dgm:pt modelId="{4727C88A-8CE7-48D3-8531-97F85149A919}">
      <dgm:prSet phldrT="[Text]"/>
      <dgm:spPr/>
      <dgm:t>
        <a:bodyPr/>
        <a:lstStyle/>
        <a:p>
          <a:r>
            <a:rPr lang="en-US" dirty="0"/>
            <a:t>00</a:t>
          </a:r>
        </a:p>
      </dgm:t>
    </dgm:pt>
    <dgm:pt modelId="{A3238DB4-E820-49AE-8EB4-618E6AB46A40}" type="parTrans" cxnId="{F7527B07-E973-40CA-A037-78E885354014}">
      <dgm:prSet/>
      <dgm:spPr/>
      <dgm:t>
        <a:bodyPr/>
        <a:lstStyle/>
        <a:p>
          <a:endParaRPr lang="en-US"/>
        </a:p>
      </dgm:t>
    </dgm:pt>
    <dgm:pt modelId="{614785D9-739B-4999-8D32-913CE87D78BB}" type="sibTrans" cxnId="{F7527B07-E973-40CA-A037-78E885354014}">
      <dgm:prSet/>
      <dgm:spPr/>
      <dgm:t>
        <a:bodyPr/>
        <a:lstStyle/>
        <a:p>
          <a:endParaRPr lang="en-US"/>
        </a:p>
      </dgm:t>
    </dgm:pt>
    <dgm:pt modelId="{61A673A2-435A-457D-9E07-4B892AC01C95}">
      <dgm:prSet phldrT="[Text]"/>
      <dgm:spPr/>
      <dgm:t>
        <a:bodyPr/>
        <a:lstStyle/>
        <a:p>
          <a:r>
            <a:rPr lang="en-US" dirty="0"/>
            <a:t>01</a:t>
          </a:r>
        </a:p>
      </dgm:t>
    </dgm:pt>
    <dgm:pt modelId="{5088F7C8-90AE-47EE-84DF-336AF6172885}" type="parTrans" cxnId="{CD1C78D3-0B07-43C4-BC66-0B2403863C34}">
      <dgm:prSet/>
      <dgm:spPr/>
      <dgm:t>
        <a:bodyPr/>
        <a:lstStyle/>
        <a:p>
          <a:endParaRPr lang="en-US"/>
        </a:p>
      </dgm:t>
    </dgm:pt>
    <dgm:pt modelId="{63FE1C44-3A60-4B1B-8BA0-98C79F5BD27F}" type="sibTrans" cxnId="{CD1C78D3-0B07-43C4-BC66-0B2403863C34}">
      <dgm:prSet/>
      <dgm:spPr/>
      <dgm:t>
        <a:bodyPr/>
        <a:lstStyle/>
        <a:p>
          <a:endParaRPr lang="en-US"/>
        </a:p>
      </dgm:t>
    </dgm:pt>
    <dgm:pt modelId="{5D11F110-77D0-4814-8446-CBF9CE71D9A8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AECC71DC-A302-4355-B4B0-45DF580B6E43}" type="parTrans" cxnId="{15D421F7-CC38-4EE7-90DE-545042614A2B}">
      <dgm:prSet/>
      <dgm:spPr/>
      <dgm:t>
        <a:bodyPr/>
        <a:lstStyle/>
        <a:p>
          <a:endParaRPr lang="en-US"/>
        </a:p>
      </dgm:t>
    </dgm:pt>
    <dgm:pt modelId="{C1A0F246-F7EA-44AF-B92F-F6947ABBA370}" type="sibTrans" cxnId="{15D421F7-CC38-4EE7-90DE-545042614A2B}">
      <dgm:prSet/>
      <dgm:spPr/>
      <dgm:t>
        <a:bodyPr/>
        <a:lstStyle/>
        <a:p>
          <a:endParaRPr lang="en-US"/>
        </a:p>
      </dgm:t>
    </dgm:pt>
    <dgm:pt modelId="{00AB7751-DC52-4F4B-B7E8-7DB9C71312EA}">
      <dgm:prSet phldrT="[Text]"/>
      <dgm:spPr/>
      <dgm:t>
        <a:bodyPr/>
        <a:lstStyle/>
        <a:p>
          <a:r>
            <a:rPr lang="en-US" dirty="0"/>
            <a:t>10</a:t>
          </a:r>
        </a:p>
      </dgm:t>
    </dgm:pt>
    <dgm:pt modelId="{D3FA7D69-67E2-4299-8BA3-F0B85CC5D5A8}" type="parTrans" cxnId="{3657314A-8D63-40A4-81B0-6A842BB226AC}">
      <dgm:prSet/>
      <dgm:spPr/>
      <dgm:t>
        <a:bodyPr/>
        <a:lstStyle/>
        <a:p>
          <a:endParaRPr lang="en-US"/>
        </a:p>
      </dgm:t>
    </dgm:pt>
    <dgm:pt modelId="{4F0CDEA8-4B1D-4ADF-9927-81D0854C8C69}" type="sibTrans" cxnId="{3657314A-8D63-40A4-81B0-6A842BB226AC}">
      <dgm:prSet/>
      <dgm:spPr/>
      <dgm:t>
        <a:bodyPr/>
        <a:lstStyle/>
        <a:p>
          <a:endParaRPr lang="en-US"/>
        </a:p>
      </dgm:t>
    </dgm:pt>
    <dgm:pt modelId="{93892754-5ECA-4D9A-8DC9-356679BD608D}">
      <dgm:prSet phldrT="[Text]"/>
      <dgm:spPr/>
      <dgm:t>
        <a:bodyPr/>
        <a:lstStyle/>
        <a:p>
          <a:r>
            <a:rPr lang="en-US" dirty="0"/>
            <a:t>11</a:t>
          </a:r>
        </a:p>
      </dgm:t>
    </dgm:pt>
    <dgm:pt modelId="{0CC4E095-B579-4499-8672-14A3B798762D}" type="parTrans" cxnId="{D2E85440-65CF-4132-8282-9E80ADAB59E6}">
      <dgm:prSet/>
      <dgm:spPr/>
      <dgm:t>
        <a:bodyPr/>
        <a:lstStyle/>
        <a:p>
          <a:endParaRPr lang="en-US"/>
        </a:p>
      </dgm:t>
    </dgm:pt>
    <dgm:pt modelId="{95719921-A44A-46DD-A291-BE455A8AF896}" type="sibTrans" cxnId="{D2E85440-65CF-4132-8282-9E80ADAB59E6}">
      <dgm:prSet/>
      <dgm:spPr/>
      <dgm:t>
        <a:bodyPr/>
        <a:lstStyle/>
        <a:p>
          <a:endParaRPr lang="en-US"/>
        </a:p>
      </dgm:t>
    </dgm:pt>
    <dgm:pt modelId="{B0A10DE8-2DF2-4061-A153-F765BC0FA436}">
      <dgm:prSet phldrT="[Text]"/>
      <dgm:spPr/>
      <dgm:t>
        <a:bodyPr/>
        <a:lstStyle/>
        <a:p>
          <a:r>
            <a:rPr lang="en-US" dirty="0"/>
            <a:t>000</a:t>
          </a:r>
        </a:p>
      </dgm:t>
    </dgm:pt>
    <dgm:pt modelId="{A070603F-2855-4913-A35D-1D1DBE1ECD27}" type="parTrans" cxnId="{866FA088-FA0C-4C29-97E6-E59D39D1A3DB}">
      <dgm:prSet/>
      <dgm:spPr/>
      <dgm:t>
        <a:bodyPr/>
        <a:lstStyle/>
        <a:p>
          <a:endParaRPr lang="en-US"/>
        </a:p>
      </dgm:t>
    </dgm:pt>
    <dgm:pt modelId="{46011EC0-0837-4EB7-977C-293C0F0227E2}" type="sibTrans" cxnId="{866FA088-FA0C-4C29-97E6-E59D39D1A3DB}">
      <dgm:prSet/>
      <dgm:spPr/>
      <dgm:t>
        <a:bodyPr/>
        <a:lstStyle/>
        <a:p>
          <a:endParaRPr lang="en-US"/>
        </a:p>
      </dgm:t>
    </dgm:pt>
    <dgm:pt modelId="{AB8CE92F-2B2D-4024-8466-0586AC25AB60}">
      <dgm:prSet phldrT="[Text]"/>
      <dgm:spPr/>
      <dgm:t>
        <a:bodyPr/>
        <a:lstStyle/>
        <a:p>
          <a:r>
            <a:rPr lang="en-US" dirty="0"/>
            <a:t>001</a:t>
          </a:r>
        </a:p>
      </dgm:t>
    </dgm:pt>
    <dgm:pt modelId="{9F0C916C-1B4E-44E3-88E2-1BB6738B5C81}" type="parTrans" cxnId="{A57E3D4A-E0B4-4FCE-B030-1BB84483E909}">
      <dgm:prSet/>
      <dgm:spPr/>
      <dgm:t>
        <a:bodyPr/>
        <a:lstStyle/>
        <a:p>
          <a:endParaRPr lang="en-US"/>
        </a:p>
      </dgm:t>
    </dgm:pt>
    <dgm:pt modelId="{159F5E16-2370-4473-99A7-D59CF38CF5CD}" type="sibTrans" cxnId="{A57E3D4A-E0B4-4FCE-B030-1BB84483E909}">
      <dgm:prSet/>
      <dgm:spPr/>
      <dgm:t>
        <a:bodyPr/>
        <a:lstStyle/>
        <a:p>
          <a:endParaRPr lang="en-US"/>
        </a:p>
      </dgm:t>
    </dgm:pt>
    <dgm:pt modelId="{E22E366A-781A-4B36-822D-90B95C9EA77B}">
      <dgm:prSet phldrT="[Text]"/>
      <dgm:spPr/>
      <dgm:t>
        <a:bodyPr/>
        <a:lstStyle/>
        <a:p>
          <a:r>
            <a:rPr lang="en-US" dirty="0"/>
            <a:t>010</a:t>
          </a:r>
        </a:p>
      </dgm:t>
    </dgm:pt>
    <dgm:pt modelId="{37C23012-DACA-48D0-9623-858F691F766C}" type="parTrans" cxnId="{91044B39-2BCD-4DC7-9B9E-019E4BD7488C}">
      <dgm:prSet/>
      <dgm:spPr/>
      <dgm:t>
        <a:bodyPr/>
        <a:lstStyle/>
        <a:p>
          <a:endParaRPr lang="en-US"/>
        </a:p>
      </dgm:t>
    </dgm:pt>
    <dgm:pt modelId="{F8BF401D-29E8-47B6-9252-29D2B06F8A06}" type="sibTrans" cxnId="{91044B39-2BCD-4DC7-9B9E-019E4BD7488C}">
      <dgm:prSet/>
      <dgm:spPr/>
      <dgm:t>
        <a:bodyPr/>
        <a:lstStyle/>
        <a:p>
          <a:endParaRPr lang="en-US"/>
        </a:p>
      </dgm:t>
    </dgm:pt>
    <dgm:pt modelId="{532E9890-2140-4539-BAD0-F04B6DECBA2D}">
      <dgm:prSet phldrT="[Text]"/>
      <dgm:spPr/>
      <dgm:t>
        <a:bodyPr/>
        <a:lstStyle/>
        <a:p>
          <a:r>
            <a:rPr lang="en-US" dirty="0"/>
            <a:t>011</a:t>
          </a:r>
        </a:p>
      </dgm:t>
    </dgm:pt>
    <dgm:pt modelId="{AF962CAF-4140-4D85-A989-4B9CFAF4727E}" type="parTrans" cxnId="{34B7ABA5-8980-446E-9E2F-68A04C3B9CC8}">
      <dgm:prSet/>
      <dgm:spPr/>
      <dgm:t>
        <a:bodyPr/>
        <a:lstStyle/>
        <a:p>
          <a:endParaRPr lang="en-US"/>
        </a:p>
      </dgm:t>
    </dgm:pt>
    <dgm:pt modelId="{E629EFF1-B0B9-4F2A-AA62-B332B09F8508}" type="sibTrans" cxnId="{34B7ABA5-8980-446E-9E2F-68A04C3B9CC8}">
      <dgm:prSet/>
      <dgm:spPr/>
      <dgm:t>
        <a:bodyPr/>
        <a:lstStyle/>
        <a:p>
          <a:endParaRPr lang="en-US"/>
        </a:p>
      </dgm:t>
    </dgm:pt>
    <dgm:pt modelId="{9351FFA1-FFD0-4F84-B435-4E076DCCF2F3}">
      <dgm:prSet phldrT="[Text]"/>
      <dgm:spPr/>
      <dgm:t>
        <a:bodyPr/>
        <a:lstStyle/>
        <a:p>
          <a:r>
            <a:rPr lang="en-US" dirty="0"/>
            <a:t>100</a:t>
          </a:r>
        </a:p>
      </dgm:t>
    </dgm:pt>
    <dgm:pt modelId="{6E5B2170-3FEA-49CC-BCF2-2F6E5E0447C9}" type="parTrans" cxnId="{BF508BF2-23F3-4C9A-ABA8-D56790A7C8E7}">
      <dgm:prSet/>
      <dgm:spPr/>
      <dgm:t>
        <a:bodyPr/>
        <a:lstStyle/>
        <a:p>
          <a:endParaRPr lang="en-US"/>
        </a:p>
      </dgm:t>
    </dgm:pt>
    <dgm:pt modelId="{295C9A89-9DC9-4035-A200-CD40423940EF}" type="sibTrans" cxnId="{BF508BF2-23F3-4C9A-ABA8-D56790A7C8E7}">
      <dgm:prSet/>
      <dgm:spPr/>
      <dgm:t>
        <a:bodyPr/>
        <a:lstStyle/>
        <a:p>
          <a:endParaRPr lang="en-US"/>
        </a:p>
      </dgm:t>
    </dgm:pt>
    <dgm:pt modelId="{12A18A02-1957-4FE2-9AA7-A6DCCC4668B9}">
      <dgm:prSet phldrT="[Text]"/>
      <dgm:spPr/>
      <dgm:t>
        <a:bodyPr/>
        <a:lstStyle/>
        <a:p>
          <a:r>
            <a:rPr lang="en-US" dirty="0"/>
            <a:t>101</a:t>
          </a:r>
        </a:p>
      </dgm:t>
    </dgm:pt>
    <dgm:pt modelId="{1591179F-9259-44C1-AF98-C81809767388}" type="parTrans" cxnId="{2117E08E-AE5A-4556-AA9E-D6F4097720D3}">
      <dgm:prSet/>
      <dgm:spPr/>
      <dgm:t>
        <a:bodyPr/>
        <a:lstStyle/>
        <a:p>
          <a:endParaRPr lang="en-US"/>
        </a:p>
      </dgm:t>
    </dgm:pt>
    <dgm:pt modelId="{14F69394-9632-495E-817D-E18B25A5810D}" type="sibTrans" cxnId="{2117E08E-AE5A-4556-AA9E-D6F4097720D3}">
      <dgm:prSet/>
      <dgm:spPr/>
      <dgm:t>
        <a:bodyPr/>
        <a:lstStyle/>
        <a:p>
          <a:endParaRPr lang="en-US"/>
        </a:p>
      </dgm:t>
    </dgm:pt>
    <dgm:pt modelId="{55FBA790-26E4-4A9C-AC99-6992004AF661}">
      <dgm:prSet phldrT="[Text]"/>
      <dgm:spPr/>
      <dgm:t>
        <a:bodyPr/>
        <a:lstStyle/>
        <a:p>
          <a:r>
            <a:rPr lang="en-US" dirty="0"/>
            <a:t>110</a:t>
          </a:r>
        </a:p>
      </dgm:t>
    </dgm:pt>
    <dgm:pt modelId="{C9FD766D-9B48-484C-85E9-C22A38559DEF}" type="parTrans" cxnId="{204D9C4A-758D-4322-9EBF-BC7905DB610B}">
      <dgm:prSet/>
      <dgm:spPr/>
      <dgm:t>
        <a:bodyPr/>
        <a:lstStyle/>
        <a:p>
          <a:endParaRPr lang="en-US"/>
        </a:p>
      </dgm:t>
    </dgm:pt>
    <dgm:pt modelId="{6203F14D-55E3-41D7-B5BB-3037AE05BEE3}" type="sibTrans" cxnId="{204D9C4A-758D-4322-9EBF-BC7905DB610B}">
      <dgm:prSet/>
      <dgm:spPr/>
      <dgm:t>
        <a:bodyPr/>
        <a:lstStyle/>
        <a:p>
          <a:endParaRPr lang="en-US"/>
        </a:p>
      </dgm:t>
    </dgm:pt>
    <dgm:pt modelId="{E070A57E-1F1F-4F65-93FF-4C868045D50C}">
      <dgm:prSet phldrT="[Text]"/>
      <dgm:spPr/>
      <dgm:t>
        <a:bodyPr/>
        <a:lstStyle/>
        <a:p>
          <a:r>
            <a:rPr lang="en-US" dirty="0"/>
            <a:t>111</a:t>
          </a:r>
        </a:p>
      </dgm:t>
    </dgm:pt>
    <dgm:pt modelId="{D6D23A75-2C57-4E1C-A5A8-6C131405AE83}" type="parTrans" cxnId="{38CE95D7-555A-49BD-82C5-E8CA2992E933}">
      <dgm:prSet/>
      <dgm:spPr/>
      <dgm:t>
        <a:bodyPr/>
        <a:lstStyle/>
        <a:p>
          <a:endParaRPr lang="en-US"/>
        </a:p>
      </dgm:t>
    </dgm:pt>
    <dgm:pt modelId="{9A5D93BB-F4FC-4578-BF3D-F6BA6672C44E}" type="sibTrans" cxnId="{38CE95D7-555A-49BD-82C5-E8CA2992E933}">
      <dgm:prSet/>
      <dgm:spPr/>
      <dgm:t>
        <a:bodyPr/>
        <a:lstStyle/>
        <a:p>
          <a:endParaRPr lang="en-US"/>
        </a:p>
      </dgm:t>
    </dgm:pt>
    <dgm:pt modelId="{82D45EC8-7D3F-4499-9D7B-52697A83CBDE}" type="pres">
      <dgm:prSet presAssocID="{62222425-6D25-4D8B-9426-A66298ED45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9034368-C805-4251-BB16-B7CD7430DFF6}" type="pres">
      <dgm:prSet presAssocID="{BFD31DDB-81AF-405A-B05F-A65FE3BF29CD}" presName="hierRoot1" presStyleCnt="0"/>
      <dgm:spPr/>
    </dgm:pt>
    <dgm:pt modelId="{6A462961-366B-4D45-89D7-D5B843043D9D}" type="pres">
      <dgm:prSet presAssocID="{BFD31DDB-81AF-405A-B05F-A65FE3BF29CD}" presName="composite" presStyleCnt="0"/>
      <dgm:spPr/>
    </dgm:pt>
    <dgm:pt modelId="{6BC2B84B-B849-4C9B-AE7E-39F88DDB38F4}" type="pres">
      <dgm:prSet presAssocID="{BFD31DDB-81AF-405A-B05F-A65FE3BF29CD}" presName="image" presStyleLbl="node0" presStyleIdx="0" presStyleCnt="1"/>
      <dgm:spPr/>
    </dgm:pt>
    <dgm:pt modelId="{676CD1C2-E5E2-46C3-A1D7-E167CB2BBB25}" type="pres">
      <dgm:prSet presAssocID="{BFD31DDB-81AF-405A-B05F-A65FE3BF29CD}" presName="text" presStyleLbl="revTx" presStyleIdx="0" presStyleCnt="15">
        <dgm:presLayoutVars>
          <dgm:chPref val="3"/>
        </dgm:presLayoutVars>
      </dgm:prSet>
      <dgm:spPr/>
    </dgm:pt>
    <dgm:pt modelId="{3C380B9C-51BA-4636-B6B8-FD0569D38EA7}" type="pres">
      <dgm:prSet presAssocID="{BFD31DDB-81AF-405A-B05F-A65FE3BF29CD}" presName="hierChild2" presStyleCnt="0"/>
      <dgm:spPr/>
    </dgm:pt>
    <dgm:pt modelId="{D6ADE249-9F35-40DA-812D-4D3C01A47463}" type="pres">
      <dgm:prSet presAssocID="{F47C3220-AEF7-4872-B846-2BFB7C45C745}" presName="Name10" presStyleLbl="parChTrans1D2" presStyleIdx="0" presStyleCnt="2"/>
      <dgm:spPr/>
    </dgm:pt>
    <dgm:pt modelId="{69BD935B-D177-4BA7-BC81-B54F167A5B05}" type="pres">
      <dgm:prSet presAssocID="{12B2F92D-8B8C-493B-9084-DFCD25E2ED5F}" presName="hierRoot2" presStyleCnt="0"/>
      <dgm:spPr/>
    </dgm:pt>
    <dgm:pt modelId="{CBE36035-DE2B-4B50-B15C-20ADB66708D4}" type="pres">
      <dgm:prSet presAssocID="{12B2F92D-8B8C-493B-9084-DFCD25E2ED5F}" presName="composite2" presStyleCnt="0"/>
      <dgm:spPr/>
    </dgm:pt>
    <dgm:pt modelId="{CAE55F1E-C19F-4B66-8D23-E23D61C8274A}" type="pres">
      <dgm:prSet presAssocID="{12B2F92D-8B8C-493B-9084-DFCD25E2ED5F}" presName="image2" presStyleLbl="node2" presStyleIdx="0" presStyleCnt="2"/>
      <dgm:spPr/>
    </dgm:pt>
    <dgm:pt modelId="{9ADE254B-AB07-4F15-B082-A60445A66A30}" type="pres">
      <dgm:prSet presAssocID="{12B2F92D-8B8C-493B-9084-DFCD25E2ED5F}" presName="text2" presStyleLbl="revTx" presStyleIdx="1" presStyleCnt="15">
        <dgm:presLayoutVars>
          <dgm:chPref val="3"/>
        </dgm:presLayoutVars>
      </dgm:prSet>
      <dgm:spPr/>
    </dgm:pt>
    <dgm:pt modelId="{137D34E1-C591-46D9-A69E-33DF9C5646E4}" type="pres">
      <dgm:prSet presAssocID="{12B2F92D-8B8C-493B-9084-DFCD25E2ED5F}" presName="hierChild3" presStyleCnt="0"/>
      <dgm:spPr/>
    </dgm:pt>
    <dgm:pt modelId="{AC9DEF68-33FF-472B-9DEE-5655B74025FE}" type="pres">
      <dgm:prSet presAssocID="{A3238DB4-E820-49AE-8EB4-618E6AB46A40}" presName="Name17" presStyleLbl="parChTrans1D3" presStyleIdx="0" presStyleCnt="4"/>
      <dgm:spPr/>
    </dgm:pt>
    <dgm:pt modelId="{85ACCECE-3422-45C3-B816-548BDE8C35CF}" type="pres">
      <dgm:prSet presAssocID="{4727C88A-8CE7-48D3-8531-97F85149A919}" presName="hierRoot3" presStyleCnt="0"/>
      <dgm:spPr/>
    </dgm:pt>
    <dgm:pt modelId="{559DA7D7-8F31-4623-B971-EDBD43E3F4BC}" type="pres">
      <dgm:prSet presAssocID="{4727C88A-8CE7-48D3-8531-97F85149A919}" presName="composite3" presStyleCnt="0"/>
      <dgm:spPr/>
    </dgm:pt>
    <dgm:pt modelId="{F0378735-1767-4B95-A191-84FCF421923B}" type="pres">
      <dgm:prSet presAssocID="{4727C88A-8CE7-48D3-8531-97F85149A919}" presName="image3" presStyleLbl="node3" presStyleIdx="0" presStyleCnt="4"/>
      <dgm:spPr/>
    </dgm:pt>
    <dgm:pt modelId="{84A4564B-9AB7-4C8F-B8A8-39EFD12C3F04}" type="pres">
      <dgm:prSet presAssocID="{4727C88A-8CE7-48D3-8531-97F85149A919}" presName="text3" presStyleLbl="revTx" presStyleIdx="2" presStyleCnt="15">
        <dgm:presLayoutVars>
          <dgm:chPref val="3"/>
        </dgm:presLayoutVars>
      </dgm:prSet>
      <dgm:spPr/>
    </dgm:pt>
    <dgm:pt modelId="{3C5BD723-FD69-4D36-8EB7-31470A594C4E}" type="pres">
      <dgm:prSet presAssocID="{4727C88A-8CE7-48D3-8531-97F85149A919}" presName="hierChild4" presStyleCnt="0"/>
      <dgm:spPr/>
    </dgm:pt>
    <dgm:pt modelId="{35A4CF92-AAEF-402E-A11E-284E0F3CBD39}" type="pres">
      <dgm:prSet presAssocID="{A070603F-2855-4913-A35D-1D1DBE1ECD27}" presName="Name23" presStyleLbl="parChTrans1D4" presStyleIdx="0" presStyleCnt="8"/>
      <dgm:spPr/>
    </dgm:pt>
    <dgm:pt modelId="{6DBD82C3-A43D-4F30-ABD5-548DE9DABC7B}" type="pres">
      <dgm:prSet presAssocID="{B0A10DE8-2DF2-4061-A153-F765BC0FA436}" presName="hierRoot4" presStyleCnt="0"/>
      <dgm:spPr/>
    </dgm:pt>
    <dgm:pt modelId="{156C01FE-8395-41EA-8B81-FC0BF1980FC5}" type="pres">
      <dgm:prSet presAssocID="{B0A10DE8-2DF2-4061-A153-F765BC0FA436}" presName="composite4" presStyleCnt="0"/>
      <dgm:spPr/>
    </dgm:pt>
    <dgm:pt modelId="{31378BE1-73BB-4FBA-8B37-26EFF9163B79}" type="pres">
      <dgm:prSet presAssocID="{B0A10DE8-2DF2-4061-A153-F765BC0FA436}" presName="image4" presStyleLbl="node4" presStyleIdx="0" presStyleCnt="8"/>
      <dgm:spPr/>
    </dgm:pt>
    <dgm:pt modelId="{E9CEC15E-51D7-4F26-8AFB-875D60F417CD}" type="pres">
      <dgm:prSet presAssocID="{B0A10DE8-2DF2-4061-A153-F765BC0FA436}" presName="text4" presStyleLbl="revTx" presStyleIdx="3" presStyleCnt="15">
        <dgm:presLayoutVars>
          <dgm:chPref val="3"/>
        </dgm:presLayoutVars>
      </dgm:prSet>
      <dgm:spPr/>
    </dgm:pt>
    <dgm:pt modelId="{54B4CE1E-6618-4173-8B97-B42E581702B8}" type="pres">
      <dgm:prSet presAssocID="{B0A10DE8-2DF2-4061-A153-F765BC0FA436}" presName="hierChild5" presStyleCnt="0"/>
      <dgm:spPr/>
    </dgm:pt>
    <dgm:pt modelId="{D650D1E0-7F2E-426B-8C00-8AE85615FEAE}" type="pres">
      <dgm:prSet presAssocID="{9F0C916C-1B4E-44E3-88E2-1BB6738B5C81}" presName="Name23" presStyleLbl="parChTrans1D4" presStyleIdx="1" presStyleCnt="8"/>
      <dgm:spPr/>
    </dgm:pt>
    <dgm:pt modelId="{83E2F6E3-53BD-4E5B-B88E-FA332CAE77BC}" type="pres">
      <dgm:prSet presAssocID="{AB8CE92F-2B2D-4024-8466-0586AC25AB60}" presName="hierRoot4" presStyleCnt="0"/>
      <dgm:spPr/>
    </dgm:pt>
    <dgm:pt modelId="{71DA6488-A4D9-4FC8-B345-E15927F80B6E}" type="pres">
      <dgm:prSet presAssocID="{AB8CE92F-2B2D-4024-8466-0586AC25AB60}" presName="composite4" presStyleCnt="0"/>
      <dgm:spPr/>
    </dgm:pt>
    <dgm:pt modelId="{E88FCE21-AB7D-4D6A-B05D-0EC880AD204C}" type="pres">
      <dgm:prSet presAssocID="{AB8CE92F-2B2D-4024-8466-0586AC25AB60}" presName="image4" presStyleLbl="node4" presStyleIdx="1" presStyleCnt="8"/>
      <dgm:spPr/>
    </dgm:pt>
    <dgm:pt modelId="{17953249-6B62-4A5D-8B52-79726E159038}" type="pres">
      <dgm:prSet presAssocID="{AB8CE92F-2B2D-4024-8466-0586AC25AB60}" presName="text4" presStyleLbl="revTx" presStyleIdx="4" presStyleCnt="15">
        <dgm:presLayoutVars>
          <dgm:chPref val="3"/>
        </dgm:presLayoutVars>
      </dgm:prSet>
      <dgm:spPr/>
    </dgm:pt>
    <dgm:pt modelId="{84C5BD53-2299-4531-9908-D834393165AE}" type="pres">
      <dgm:prSet presAssocID="{AB8CE92F-2B2D-4024-8466-0586AC25AB60}" presName="hierChild5" presStyleCnt="0"/>
      <dgm:spPr/>
    </dgm:pt>
    <dgm:pt modelId="{D076B3B4-AFA5-47D6-90E3-8BACBD8D4168}" type="pres">
      <dgm:prSet presAssocID="{5088F7C8-90AE-47EE-84DF-336AF6172885}" presName="Name17" presStyleLbl="parChTrans1D3" presStyleIdx="1" presStyleCnt="4"/>
      <dgm:spPr/>
    </dgm:pt>
    <dgm:pt modelId="{EDB0A0DC-9478-44DC-AB84-E18245846904}" type="pres">
      <dgm:prSet presAssocID="{61A673A2-435A-457D-9E07-4B892AC01C95}" presName="hierRoot3" presStyleCnt="0"/>
      <dgm:spPr/>
    </dgm:pt>
    <dgm:pt modelId="{5D2C1107-BF0C-4711-8B45-B5694FB15CC5}" type="pres">
      <dgm:prSet presAssocID="{61A673A2-435A-457D-9E07-4B892AC01C95}" presName="composite3" presStyleCnt="0"/>
      <dgm:spPr/>
    </dgm:pt>
    <dgm:pt modelId="{4233B3E3-6C67-4C0E-96E4-BB2B0B75586A}" type="pres">
      <dgm:prSet presAssocID="{61A673A2-435A-457D-9E07-4B892AC01C95}" presName="image3" presStyleLbl="node3" presStyleIdx="1" presStyleCnt="4"/>
      <dgm:spPr/>
    </dgm:pt>
    <dgm:pt modelId="{5BF73AE5-E6A9-41E4-8D16-336CA1EA5BD6}" type="pres">
      <dgm:prSet presAssocID="{61A673A2-435A-457D-9E07-4B892AC01C95}" presName="text3" presStyleLbl="revTx" presStyleIdx="5" presStyleCnt="15">
        <dgm:presLayoutVars>
          <dgm:chPref val="3"/>
        </dgm:presLayoutVars>
      </dgm:prSet>
      <dgm:spPr/>
    </dgm:pt>
    <dgm:pt modelId="{EC4B6FA5-182C-4938-88F2-B08D9DDA4CF2}" type="pres">
      <dgm:prSet presAssocID="{61A673A2-435A-457D-9E07-4B892AC01C95}" presName="hierChild4" presStyleCnt="0"/>
      <dgm:spPr/>
    </dgm:pt>
    <dgm:pt modelId="{A859DEBA-34E2-4DBD-A5A2-28D2B6BFC38A}" type="pres">
      <dgm:prSet presAssocID="{37C23012-DACA-48D0-9623-858F691F766C}" presName="Name23" presStyleLbl="parChTrans1D4" presStyleIdx="2" presStyleCnt="8"/>
      <dgm:spPr/>
    </dgm:pt>
    <dgm:pt modelId="{99F13FB0-D398-4B08-AF92-18A52A25FDE8}" type="pres">
      <dgm:prSet presAssocID="{E22E366A-781A-4B36-822D-90B95C9EA77B}" presName="hierRoot4" presStyleCnt="0"/>
      <dgm:spPr/>
    </dgm:pt>
    <dgm:pt modelId="{46221D27-7BD5-4C72-A977-73A87EB68C39}" type="pres">
      <dgm:prSet presAssocID="{E22E366A-781A-4B36-822D-90B95C9EA77B}" presName="composite4" presStyleCnt="0"/>
      <dgm:spPr/>
    </dgm:pt>
    <dgm:pt modelId="{70D74900-69E9-4856-A95D-89F5FDD3E9E4}" type="pres">
      <dgm:prSet presAssocID="{E22E366A-781A-4B36-822D-90B95C9EA77B}" presName="image4" presStyleLbl="node4" presStyleIdx="2" presStyleCnt="8"/>
      <dgm:spPr/>
    </dgm:pt>
    <dgm:pt modelId="{5E1D0709-7034-4610-9B77-E6FCB24CD992}" type="pres">
      <dgm:prSet presAssocID="{E22E366A-781A-4B36-822D-90B95C9EA77B}" presName="text4" presStyleLbl="revTx" presStyleIdx="6" presStyleCnt="15">
        <dgm:presLayoutVars>
          <dgm:chPref val="3"/>
        </dgm:presLayoutVars>
      </dgm:prSet>
      <dgm:spPr/>
    </dgm:pt>
    <dgm:pt modelId="{BA53775C-8256-4ADB-A304-B08E4AC04BFA}" type="pres">
      <dgm:prSet presAssocID="{E22E366A-781A-4B36-822D-90B95C9EA77B}" presName="hierChild5" presStyleCnt="0"/>
      <dgm:spPr/>
    </dgm:pt>
    <dgm:pt modelId="{9CD62530-5B28-425A-BC02-E34319251B68}" type="pres">
      <dgm:prSet presAssocID="{AF962CAF-4140-4D85-A989-4B9CFAF4727E}" presName="Name23" presStyleLbl="parChTrans1D4" presStyleIdx="3" presStyleCnt="8"/>
      <dgm:spPr/>
    </dgm:pt>
    <dgm:pt modelId="{0F1BD5C8-5940-44B8-BBBA-B9FB1287873F}" type="pres">
      <dgm:prSet presAssocID="{532E9890-2140-4539-BAD0-F04B6DECBA2D}" presName="hierRoot4" presStyleCnt="0"/>
      <dgm:spPr/>
    </dgm:pt>
    <dgm:pt modelId="{DDC043DD-A3BB-42F5-8AA1-AD93BF7D1BA0}" type="pres">
      <dgm:prSet presAssocID="{532E9890-2140-4539-BAD0-F04B6DECBA2D}" presName="composite4" presStyleCnt="0"/>
      <dgm:spPr/>
    </dgm:pt>
    <dgm:pt modelId="{45356671-EB57-466D-8106-10BEE9E8A057}" type="pres">
      <dgm:prSet presAssocID="{532E9890-2140-4539-BAD0-F04B6DECBA2D}" presName="image4" presStyleLbl="node4" presStyleIdx="3" presStyleCnt="8"/>
      <dgm:spPr/>
    </dgm:pt>
    <dgm:pt modelId="{38799EC5-4B67-4BDB-B398-A17FE7C97B33}" type="pres">
      <dgm:prSet presAssocID="{532E9890-2140-4539-BAD0-F04B6DECBA2D}" presName="text4" presStyleLbl="revTx" presStyleIdx="7" presStyleCnt="15">
        <dgm:presLayoutVars>
          <dgm:chPref val="3"/>
        </dgm:presLayoutVars>
      </dgm:prSet>
      <dgm:spPr/>
    </dgm:pt>
    <dgm:pt modelId="{E42B6E8F-A2F1-4C78-9511-0232D1710F3E}" type="pres">
      <dgm:prSet presAssocID="{532E9890-2140-4539-BAD0-F04B6DECBA2D}" presName="hierChild5" presStyleCnt="0"/>
      <dgm:spPr/>
    </dgm:pt>
    <dgm:pt modelId="{9A78DEC2-0E8A-48F5-BBA4-71E5BF8FC3D8}" type="pres">
      <dgm:prSet presAssocID="{AECC71DC-A302-4355-B4B0-45DF580B6E43}" presName="Name10" presStyleLbl="parChTrans1D2" presStyleIdx="1" presStyleCnt="2"/>
      <dgm:spPr/>
    </dgm:pt>
    <dgm:pt modelId="{741A59A1-3BF8-4091-BAFC-C93C09AC177D}" type="pres">
      <dgm:prSet presAssocID="{5D11F110-77D0-4814-8446-CBF9CE71D9A8}" presName="hierRoot2" presStyleCnt="0"/>
      <dgm:spPr/>
    </dgm:pt>
    <dgm:pt modelId="{38930689-8848-4BAB-97CD-AE550C2EB541}" type="pres">
      <dgm:prSet presAssocID="{5D11F110-77D0-4814-8446-CBF9CE71D9A8}" presName="composite2" presStyleCnt="0"/>
      <dgm:spPr/>
    </dgm:pt>
    <dgm:pt modelId="{A71313E5-2DD8-450D-AA94-93DCA40D8A75}" type="pres">
      <dgm:prSet presAssocID="{5D11F110-77D0-4814-8446-CBF9CE71D9A8}" presName="image2" presStyleLbl="node2" presStyleIdx="1" presStyleCnt="2"/>
      <dgm:spPr/>
    </dgm:pt>
    <dgm:pt modelId="{371DD64E-BB9A-4F95-AFDF-7E283A8FB183}" type="pres">
      <dgm:prSet presAssocID="{5D11F110-77D0-4814-8446-CBF9CE71D9A8}" presName="text2" presStyleLbl="revTx" presStyleIdx="8" presStyleCnt="15">
        <dgm:presLayoutVars>
          <dgm:chPref val="3"/>
        </dgm:presLayoutVars>
      </dgm:prSet>
      <dgm:spPr/>
    </dgm:pt>
    <dgm:pt modelId="{0DAD8494-9B2E-46A5-BD1F-7707C681CE8C}" type="pres">
      <dgm:prSet presAssocID="{5D11F110-77D0-4814-8446-CBF9CE71D9A8}" presName="hierChild3" presStyleCnt="0"/>
      <dgm:spPr/>
    </dgm:pt>
    <dgm:pt modelId="{A62C44E4-ADA3-4A06-91A0-E4D74AB3101E}" type="pres">
      <dgm:prSet presAssocID="{D3FA7D69-67E2-4299-8BA3-F0B85CC5D5A8}" presName="Name17" presStyleLbl="parChTrans1D3" presStyleIdx="2" presStyleCnt="4"/>
      <dgm:spPr/>
    </dgm:pt>
    <dgm:pt modelId="{33B33122-20DB-42DA-AD28-9E538BD950E4}" type="pres">
      <dgm:prSet presAssocID="{00AB7751-DC52-4F4B-B7E8-7DB9C71312EA}" presName="hierRoot3" presStyleCnt="0"/>
      <dgm:spPr/>
    </dgm:pt>
    <dgm:pt modelId="{A3D78DBC-D4F3-41D3-826E-E66AC4DBAD22}" type="pres">
      <dgm:prSet presAssocID="{00AB7751-DC52-4F4B-B7E8-7DB9C71312EA}" presName="composite3" presStyleCnt="0"/>
      <dgm:spPr/>
    </dgm:pt>
    <dgm:pt modelId="{15D941F4-E666-404F-931A-47AFD41A8665}" type="pres">
      <dgm:prSet presAssocID="{00AB7751-DC52-4F4B-B7E8-7DB9C71312EA}" presName="image3" presStyleLbl="node3" presStyleIdx="2" presStyleCnt="4"/>
      <dgm:spPr/>
    </dgm:pt>
    <dgm:pt modelId="{DD72F8D6-541C-4DD8-9291-3393D2674493}" type="pres">
      <dgm:prSet presAssocID="{00AB7751-DC52-4F4B-B7E8-7DB9C71312EA}" presName="text3" presStyleLbl="revTx" presStyleIdx="9" presStyleCnt="15">
        <dgm:presLayoutVars>
          <dgm:chPref val="3"/>
        </dgm:presLayoutVars>
      </dgm:prSet>
      <dgm:spPr/>
    </dgm:pt>
    <dgm:pt modelId="{DC6BB136-F534-40CF-B092-EF8B65FD337E}" type="pres">
      <dgm:prSet presAssocID="{00AB7751-DC52-4F4B-B7E8-7DB9C71312EA}" presName="hierChild4" presStyleCnt="0"/>
      <dgm:spPr/>
    </dgm:pt>
    <dgm:pt modelId="{BDCF35DD-CCBD-4FF1-A561-6773EBD720E0}" type="pres">
      <dgm:prSet presAssocID="{6E5B2170-3FEA-49CC-BCF2-2F6E5E0447C9}" presName="Name23" presStyleLbl="parChTrans1D4" presStyleIdx="4" presStyleCnt="8"/>
      <dgm:spPr/>
    </dgm:pt>
    <dgm:pt modelId="{8C89BF53-2792-4367-BA9D-D472A8E6EA6C}" type="pres">
      <dgm:prSet presAssocID="{9351FFA1-FFD0-4F84-B435-4E076DCCF2F3}" presName="hierRoot4" presStyleCnt="0"/>
      <dgm:spPr/>
    </dgm:pt>
    <dgm:pt modelId="{C4E71C3A-D2B9-4F95-854D-5164AD953510}" type="pres">
      <dgm:prSet presAssocID="{9351FFA1-FFD0-4F84-B435-4E076DCCF2F3}" presName="composite4" presStyleCnt="0"/>
      <dgm:spPr/>
    </dgm:pt>
    <dgm:pt modelId="{93ADDC6F-4833-4C9B-92F7-A997CCE88E51}" type="pres">
      <dgm:prSet presAssocID="{9351FFA1-FFD0-4F84-B435-4E076DCCF2F3}" presName="image4" presStyleLbl="node4" presStyleIdx="4" presStyleCnt="8"/>
      <dgm:spPr/>
    </dgm:pt>
    <dgm:pt modelId="{55351619-78DA-4C06-9C09-3F241DBF9008}" type="pres">
      <dgm:prSet presAssocID="{9351FFA1-FFD0-4F84-B435-4E076DCCF2F3}" presName="text4" presStyleLbl="revTx" presStyleIdx="10" presStyleCnt="15">
        <dgm:presLayoutVars>
          <dgm:chPref val="3"/>
        </dgm:presLayoutVars>
      </dgm:prSet>
      <dgm:spPr/>
    </dgm:pt>
    <dgm:pt modelId="{472BE0D2-F0F1-4C56-9C10-687718DCC075}" type="pres">
      <dgm:prSet presAssocID="{9351FFA1-FFD0-4F84-B435-4E076DCCF2F3}" presName="hierChild5" presStyleCnt="0"/>
      <dgm:spPr/>
    </dgm:pt>
    <dgm:pt modelId="{8793099F-09B0-45B2-AA6D-64A68C5B6EE1}" type="pres">
      <dgm:prSet presAssocID="{1591179F-9259-44C1-AF98-C81809767388}" presName="Name23" presStyleLbl="parChTrans1D4" presStyleIdx="5" presStyleCnt="8"/>
      <dgm:spPr/>
    </dgm:pt>
    <dgm:pt modelId="{F20ADE0B-6BE0-4C34-B3D5-135CA0C96158}" type="pres">
      <dgm:prSet presAssocID="{12A18A02-1957-4FE2-9AA7-A6DCCC4668B9}" presName="hierRoot4" presStyleCnt="0"/>
      <dgm:spPr/>
    </dgm:pt>
    <dgm:pt modelId="{85AE5C68-A8D3-4D27-B2BC-29DD8F0B3DE5}" type="pres">
      <dgm:prSet presAssocID="{12A18A02-1957-4FE2-9AA7-A6DCCC4668B9}" presName="composite4" presStyleCnt="0"/>
      <dgm:spPr/>
    </dgm:pt>
    <dgm:pt modelId="{D0A72916-F732-400C-840E-CDA1AE425116}" type="pres">
      <dgm:prSet presAssocID="{12A18A02-1957-4FE2-9AA7-A6DCCC4668B9}" presName="image4" presStyleLbl="node4" presStyleIdx="5" presStyleCnt="8"/>
      <dgm:spPr/>
    </dgm:pt>
    <dgm:pt modelId="{6E42574F-B20A-475F-A768-861106CDCC65}" type="pres">
      <dgm:prSet presAssocID="{12A18A02-1957-4FE2-9AA7-A6DCCC4668B9}" presName="text4" presStyleLbl="revTx" presStyleIdx="11" presStyleCnt="15">
        <dgm:presLayoutVars>
          <dgm:chPref val="3"/>
        </dgm:presLayoutVars>
      </dgm:prSet>
      <dgm:spPr/>
    </dgm:pt>
    <dgm:pt modelId="{9B490386-1595-4483-B1B0-DA37EF86CD53}" type="pres">
      <dgm:prSet presAssocID="{12A18A02-1957-4FE2-9AA7-A6DCCC4668B9}" presName="hierChild5" presStyleCnt="0"/>
      <dgm:spPr/>
    </dgm:pt>
    <dgm:pt modelId="{A74F1DD8-D5E6-468A-99E5-4BD8DE9BD90E}" type="pres">
      <dgm:prSet presAssocID="{0CC4E095-B579-4499-8672-14A3B798762D}" presName="Name17" presStyleLbl="parChTrans1D3" presStyleIdx="3" presStyleCnt="4"/>
      <dgm:spPr/>
    </dgm:pt>
    <dgm:pt modelId="{852CF4F1-B880-49A8-80E8-B78DA43B18CF}" type="pres">
      <dgm:prSet presAssocID="{93892754-5ECA-4D9A-8DC9-356679BD608D}" presName="hierRoot3" presStyleCnt="0"/>
      <dgm:spPr/>
    </dgm:pt>
    <dgm:pt modelId="{B0FAB7FC-7534-49F8-8286-09FAFFD5909B}" type="pres">
      <dgm:prSet presAssocID="{93892754-5ECA-4D9A-8DC9-356679BD608D}" presName="composite3" presStyleCnt="0"/>
      <dgm:spPr/>
    </dgm:pt>
    <dgm:pt modelId="{F881A462-697D-49DF-BDAA-18C064836F11}" type="pres">
      <dgm:prSet presAssocID="{93892754-5ECA-4D9A-8DC9-356679BD608D}" presName="image3" presStyleLbl="node3" presStyleIdx="3" presStyleCnt="4"/>
      <dgm:spPr/>
    </dgm:pt>
    <dgm:pt modelId="{A44B5226-5E83-47F5-9BD1-8F12B789F2F2}" type="pres">
      <dgm:prSet presAssocID="{93892754-5ECA-4D9A-8DC9-356679BD608D}" presName="text3" presStyleLbl="revTx" presStyleIdx="12" presStyleCnt="15">
        <dgm:presLayoutVars>
          <dgm:chPref val="3"/>
        </dgm:presLayoutVars>
      </dgm:prSet>
      <dgm:spPr/>
    </dgm:pt>
    <dgm:pt modelId="{FF357B60-0D29-43D9-B515-84F14FADED91}" type="pres">
      <dgm:prSet presAssocID="{93892754-5ECA-4D9A-8DC9-356679BD608D}" presName="hierChild4" presStyleCnt="0"/>
      <dgm:spPr/>
    </dgm:pt>
    <dgm:pt modelId="{E86901CA-99B0-4CB3-B0F4-A993BA6DE831}" type="pres">
      <dgm:prSet presAssocID="{C9FD766D-9B48-484C-85E9-C22A38559DEF}" presName="Name23" presStyleLbl="parChTrans1D4" presStyleIdx="6" presStyleCnt="8"/>
      <dgm:spPr/>
    </dgm:pt>
    <dgm:pt modelId="{E95B079E-BF85-4A6A-B5B5-BCCD24358A9E}" type="pres">
      <dgm:prSet presAssocID="{55FBA790-26E4-4A9C-AC99-6992004AF661}" presName="hierRoot4" presStyleCnt="0"/>
      <dgm:spPr/>
    </dgm:pt>
    <dgm:pt modelId="{B5579831-FAD8-4479-8F14-069D5955AD1E}" type="pres">
      <dgm:prSet presAssocID="{55FBA790-26E4-4A9C-AC99-6992004AF661}" presName="composite4" presStyleCnt="0"/>
      <dgm:spPr/>
    </dgm:pt>
    <dgm:pt modelId="{2E3CF932-03F3-4989-95E7-116137B538C2}" type="pres">
      <dgm:prSet presAssocID="{55FBA790-26E4-4A9C-AC99-6992004AF661}" presName="image4" presStyleLbl="node4" presStyleIdx="6" presStyleCnt="8"/>
      <dgm:spPr/>
    </dgm:pt>
    <dgm:pt modelId="{89B69E45-5826-4EAF-861C-11CF6A4CD7AA}" type="pres">
      <dgm:prSet presAssocID="{55FBA790-26E4-4A9C-AC99-6992004AF661}" presName="text4" presStyleLbl="revTx" presStyleIdx="13" presStyleCnt="15">
        <dgm:presLayoutVars>
          <dgm:chPref val="3"/>
        </dgm:presLayoutVars>
      </dgm:prSet>
      <dgm:spPr/>
    </dgm:pt>
    <dgm:pt modelId="{D2F907A6-4BB5-493B-9F61-FFD1D45663CA}" type="pres">
      <dgm:prSet presAssocID="{55FBA790-26E4-4A9C-AC99-6992004AF661}" presName="hierChild5" presStyleCnt="0"/>
      <dgm:spPr/>
    </dgm:pt>
    <dgm:pt modelId="{D582953F-A1E4-4DF4-A807-F4AFCAB85AFA}" type="pres">
      <dgm:prSet presAssocID="{D6D23A75-2C57-4E1C-A5A8-6C131405AE83}" presName="Name23" presStyleLbl="parChTrans1D4" presStyleIdx="7" presStyleCnt="8"/>
      <dgm:spPr/>
    </dgm:pt>
    <dgm:pt modelId="{9499BCC4-79A8-45B9-9B6D-C4807D178A14}" type="pres">
      <dgm:prSet presAssocID="{E070A57E-1F1F-4F65-93FF-4C868045D50C}" presName="hierRoot4" presStyleCnt="0"/>
      <dgm:spPr/>
    </dgm:pt>
    <dgm:pt modelId="{A08F96AD-B98E-495C-B835-E4456155C295}" type="pres">
      <dgm:prSet presAssocID="{E070A57E-1F1F-4F65-93FF-4C868045D50C}" presName="composite4" presStyleCnt="0"/>
      <dgm:spPr/>
    </dgm:pt>
    <dgm:pt modelId="{D6909D42-8A14-495A-A4C8-AE9F17BF44B5}" type="pres">
      <dgm:prSet presAssocID="{E070A57E-1F1F-4F65-93FF-4C868045D50C}" presName="image4" presStyleLbl="node4" presStyleIdx="7" presStyleCnt="8"/>
      <dgm:spPr/>
    </dgm:pt>
    <dgm:pt modelId="{E0DD55A2-191E-4251-9468-D5A2F90E4FFA}" type="pres">
      <dgm:prSet presAssocID="{E070A57E-1F1F-4F65-93FF-4C868045D50C}" presName="text4" presStyleLbl="revTx" presStyleIdx="14" presStyleCnt="15">
        <dgm:presLayoutVars>
          <dgm:chPref val="3"/>
        </dgm:presLayoutVars>
      </dgm:prSet>
      <dgm:spPr/>
    </dgm:pt>
    <dgm:pt modelId="{C6064ECB-49E8-4A86-B09C-2F9DF745BB2B}" type="pres">
      <dgm:prSet presAssocID="{E070A57E-1F1F-4F65-93FF-4C868045D50C}" presName="hierChild5" presStyleCnt="0"/>
      <dgm:spPr/>
    </dgm:pt>
  </dgm:ptLst>
  <dgm:cxnLst>
    <dgm:cxn modelId="{2A871A02-4128-4758-882D-6097B9253A1C}" type="presOf" srcId="{AECC71DC-A302-4355-B4B0-45DF580B6E43}" destId="{9A78DEC2-0E8A-48F5-BBA4-71E5BF8FC3D8}" srcOrd="0" destOrd="0" presId="urn:microsoft.com/office/officeart/2009/layout/CirclePictureHierarchy"/>
    <dgm:cxn modelId="{F7527B07-E973-40CA-A037-78E885354014}" srcId="{12B2F92D-8B8C-493B-9084-DFCD25E2ED5F}" destId="{4727C88A-8CE7-48D3-8531-97F85149A919}" srcOrd="0" destOrd="0" parTransId="{A3238DB4-E820-49AE-8EB4-618E6AB46A40}" sibTransId="{614785D9-739B-4999-8D32-913CE87D78BB}"/>
    <dgm:cxn modelId="{A2905F0C-DEDE-48FA-898D-5B560DE75B6C}" type="presOf" srcId="{AB8CE92F-2B2D-4024-8466-0586AC25AB60}" destId="{17953249-6B62-4A5D-8B52-79726E159038}" srcOrd="0" destOrd="0" presId="urn:microsoft.com/office/officeart/2009/layout/CirclePictureHierarchy"/>
    <dgm:cxn modelId="{68EC290E-57EF-4520-B884-9197E645DA34}" type="presOf" srcId="{12A18A02-1957-4FE2-9AA7-A6DCCC4668B9}" destId="{6E42574F-B20A-475F-A768-861106CDCC65}" srcOrd="0" destOrd="0" presId="urn:microsoft.com/office/officeart/2009/layout/CirclePictureHierarchy"/>
    <dgm:cxn modelId="{42A4FC0E-7A14-422A-9465-37CDA525E7F2}" type="presOf" srcId="{D6D23A75-2C57-4E1C-A5A8-6C131405AE83}" destId="{D582953F-A1E4-4DF4-A807-F4AFCAB85AFA}" srcOrd="0" destOrd="0" presId="urn:microsoft.com/office/officeart/2009/layout/CirclePictureHierarchy"/>
    <dgm:cxn modelId="{D9D59F19-8EAD-4222-97B0-ADEB76BDE1AA}" type="presOf" srcId="{5088F7C8-90AE-47EE-84DF-336AF6172885}" destId="{D076B3B4-AFA5-47D6-90E3-8BACBD8D4168}" srcOrd="0" destOrd="0" presId="urn:microsoft.com/office/officeart/2009/layout/CirclePictureHierarchy"/>
    <dgm:cxn modelId="{1C3B9B1C-BEB7-4D38-B87B-B8FBEB60A513}" srcId="{62222425-6D25-4D8B-9426-A66298ED454A}" destId="{BFD31DDB-81AF-405A-B05F-A65FE3BF29CD}" srcOrd="0" destOrd="0" parTransId="{3663084A-285E-47D8-AAEF-370F4DD0C20D}" sibTransId="{E1CE1206-9ACC-4D78-AB0B-3180A313438A}"/>
    <dgm:cxn modelId="{7D69F01D-2D03-4DD5-B2EA-6B9540EB4DAC}" type="presOf" srcId="{A3238DB4-E820-49AE-8EB4-618E6AB46A40}" destId="{AC9DEF68-33FF-472B-9DEE-5655B74025FE}" srcOrd="0" destOrd="0" presId="urn:microsoft.com/office/officeart/2009/layout/CirclePictureHierarchy"/>
    <dgm:cxn modelId="{BD75C223-CE65-4E11-ACFF-8C2AC4FE9CA0}" type="presOf" srcId="{62222425-6D25-4D8B-9426-A66298ED454A}" destId="{82D45EC8-7D3F-4499-9D7B-52697A83CBDE}" srcOrd="0" destOrd="0" presId="urn:microsoft.com/office/officeart/2009/layout/CirclePictureHierarchy"/>
    <dgm:cxn modelId="{2E9D8A2B-108E-423D-BF06-F203C4E82FB7}" type="presOf" srcId="{9F0C916C-1B4E-44E3-88E2-1BB6738B5C81}" destId="{D650D1E0-7F2E-426B-8C00-8AE85615FEAE}" srcOrd="0" destOrd="0" presId="urn:microsoft.com/office/officeart/2009/layout/CirclePictureHierarchy"/>
    <dgm:cxn modelId="{61841B2E-0B71-49A2-8074-B4DDDAC3EDCE}" type="presOf" srcId="{AF962CAF-4140-4D85-A989-4B9CFAF4727E}" destId="{9CD62530-5B28-425A-BC02-E34319251B68}" srcOrd="0" destOrd="0" presId="urn:microsoft.com/office/officeart/2009/layout/CirclePictureHierarchy"/>
    <dgm:cxn modelId="{956E8833-C909-4E7B-A9EC-53A2F99D7AA3}" type="presOf" srcId="{E22E366A-781A-4B36-822D-90B95C9EA77B}" destId="{5E1D0709-7034-4610-9B77-E6FCB24CD992}" srcOrd="0" destOrd="0" presId="urn:microsoft.com/office/officeart/2009/layout/CirclePictureHierarchy"/>
    <dgm:cxn modelId="{E34F4D35-D13A-4DAD-9033-86E2E513BC08}" type="presOf" srcId="{D3FA7D69-67E2-4299-8BA3-F0B85CC5D5A8}" destId="{A62C44E4-ADA3-4A06-91A0-E4D74AB3101E}" srcOrd="0" destOrd="0" presId="urn:microsoft.com/office/officeart/2009/layout/CirclePictureHierarchy"/>
    <dgm:cxn modelId="{8E909135-D4F2-4BA1-A54F-3A84CE1A9E66}" type="presOf" srcId="{6E5B2170-3FEA-49CC-BCF2-2F6E5E0447C9}" destId="{BDCF35DD-CCBD-4FF1-A561-6773EBD720E0}" srcOrd="0" destOrd="0" presId="urn:microsoft.com/office/officeart/2009/layout/CirclePictureHierarchy"/>
    <dgm:cxn modelId="{E8344D37-3E5F-40C2-BF76-2269514DDBAD}" type="presOf" srcId="{B0A10DE8-2DF2-4061-A153-F765BC0FA436}" destId="{E9CEC15E-51D7-4F26-8AFB-875D60F417CD}" srcOrd="0" destOrd="0" presId="urn:microsoft.com/office/officeart/2009/layout/CirclePictureHierarchy"/>
    <dgm:cxn modelId="{91044B39-2BCD-4DC7-9B9E-019E4BD7488C}" srcId="{61A673A2-435A-457D-9E07-4B892AC01C95}" destId="{E22E366A-781A-4B36-822D-90B95C9EA77B}" srcOrd="0" destOrd="0" parTransId="{37C23012-DACA-48D0-9623-858F691F766C}" sibTransId="{F8BF401D-29E8-47B6-9252-29D2B06F8A06}"/>
    <dgm:cxn modelId="{D2E85440-65CF-4132-8282-9E80ADAB59E6}" srcId="{5D11F110-77D0-4814-8446-CBF9CE71D9A8}" destId="{93892754-5ECA-4D9A-8DC9-356679BD608D}" srcOrd="1" destOrd="0" parTransId="{0CC4E095-B579-4499-8672-14A3B798762D}" sibTransId="{95719921-A44A-46DD-A291-BE455A8AF896}"/>
    <dgm:cxn modelId="{80B86046-F772-4F7B-9D0C-79FECB71D71D}" type="presOf" srcId="{55FBA790-26E4-4A9C-AC99-6992004AF661}" destId="{89B69E45-5826-4EAF-861C-11CF6A4CD7AA}" srcOrd="0" destOrd="0" presId="urn:microsoft.com/office/officeart/2009/layout/CirclePictureHierarchy"/>
    <dgm:cxn modelId="{3657314A-8D63-40A4-81B0-6A842BB226AC}" srcId="{5D11F110-77D0-4814-8446-CBF9CE71D9A8}" destId="{00AB7751-DC52-4F4B-B7E8-7DB9C71312EA}" srcOrd="0" destOrd="0" parTransId="{D3FA7D69-67E2-4299-8BA3-F0B85CC5D5A8}" sibTransId="{4F0CDEA8-4B1D-4ADF-9927-81D0854C8C69}"/>
    <dgm:cxn modelId="{A57E3D4A-E0B4-4FCE-B030-1BB84483E909}" srcId="{4727C88A-8CE7-48D3-8531-97F85149A919}" destId="{AB8CE92F-2B2D-4024-8466-0586AC25AB60}" srcOrd="1" destOrd="0" parTransId="{9F0C916C-1B4E-44E3-88E2-1BB6738B5C81}" sibTransId="{159F5E16-2370-4473-99A7-D59CF38CF5CD}"/>
    <dgm:cxn modelId="{204D9C4A-758D-4322-9EBF-BC7905DB610B}" srcId="{93892754-5ECA-4D9A-8DC9-356679BD608D}" destId="{55FBA790-26E4-4A9C-AC99-6992004AF661}" srcOrd="0" destOrd="0" parTransId="{C9FD766D-9B48-484C-85E9-C22A38559DEF}" sibTransId="{6203F14D-55E3-41D7-B5BB-3037AE05BEE3}"/>
    <dgm:cxn modelId="{9C785D67-BD8F-4598-B25F-DB3E01B00A39}" type="presOf" srcId="{61A673A2-435A-457D-9E07-4B892AC01C95}" destId="{5BF73AE5-E6A9-41E4-8D16-336CA1EA5BD6}" srcOrd="0" destOrd="0" presId="urn:microsoft.com/office/officeart/2009/layout/CirclePictureHierarchy"/>
    <dgm:cxn modelId="{D5197A7D-1740-4A29-9968-020A8EE1BA38}" type="presOf" srcId="{E070A57E-1F1F-4F65-93FF-4C868045D50C}" destId="{E0DD55A2-191E-4251-9468-D5A2F90E4FFA}" srcOrd="0" destOrd="0" presId="urn:microsoft.com/office/officeart/2009/layout/CirclePictureHierarchy"/>
    <dgm:cxn modelId="{866FA088-FA0C-4C29-97E6-E59D39D1A3DB}" srcId="{4727C88A-8CE7-48D3-8531-97F85149A919}" destId="{B0A10DE8-2DF2-4061-A153-F765BC0FA436}" srcOrd="0" destOrd="0" parTransId="{A070603F-2855-4913-A35D-1D1DBE1ECD27}" sibTransId="{46011EC0-0837-4EB7-977C-293C0F0227E2}"/>
    <dgm:cxn modelId="{2117E08E-AE5A-4556-AA9E-D6F4097720D3}" srcId="{00AB7751-DC52-4F4B-B7E8-7DB9C71312EA}" destId="{12A18A02-1957-4FE2-9AA7-A6DCCC4668B9}" srcOrd="1" destOrd="0" parTransId="{1591179F-9259-44C1-AF98-C81809767388}" sibTransId="{14F69394-9632-495E-817D-E18B25A5810D}"/>
    <dgm:cxn modelId="{34B7ABA5-8980-446E-9E2F-68A04C3B9CC8}" srcId="{61A673A2-435A-457D-9E07-4B892AC01C95}" destId="{532E9890-2140-4539-BAD0-F04B6DECBA2D}" srcOrd="1" destOrd="0" parTransId="{AF962CAF-4140-4D85-A989-4B9CFAF4727E}" sibTransId="{E629EFF1-B0B9-4F2A-AA62-B332B09F8508}"/>
    <dgm:cxn modelId="{24DED0A8-72DC-4BD0-BF6C-7E7E2B223EF1}" type="presOf" srcId="{1591179F-9259-44C1-AF98-C81809767388}" destId="{8793099F-09B0-45B2-AA6D-64A68C5B6EE1}" srcOrd="0" destOrd="0" presId="urn:microsoft.com/office/officeart/2009/layout/CirclePictureHierarchy"/>
    <dgm:cxn modelId="{FB728BAB-B43F-4EB8-B4D6-50BC913E0216}" type="presOf" srcId="{00AB7751-DC52-4F4B-B7E8-7DB9C71312EA}" destId="{DD72F8D6-541C-4DD8-9291-3393D2674493}" srcOrd="0" destOrd="0" presId="urn:microsoft.com/office/officeart/2009/layout/CirclePictureHierarchy"/>
    <dgm:cxn modelId="{42569DB6-B7BE-49A5-A24D-0825C056E823}" type="presOf" srcId="{F47C3220-AEF7-4872-B846-2BFB7C45C745}" destId="{D6ADE249-9F35-40DA-812D-4D3C01A47463}" srcOrd="0" destOrd="0" presId="urn:microsoft.com/office/officeart/2009/layout/CirclePictureHierarchy"/>
    <dgm:cxn modelId="{D3B34FBB-55FC-4CFB-88FE-77D29DCA6C40}" type="presOf" srcId="{532E9890-2140-4539-BAD0-F04B6DECBA2D}" destId="{38799EC5-4B67-4BDB-B398-A17FE7C97B33}" srcOrd="0" destOrd="0" presId="urn:microsoft.com/office/officeart/2009/layout/CirclePictureHierarchy"/>
    <dgm:cxn modelId="{FFCF98BB-58B7-4E5D-AA80-FD9DEB2248FD}" srcId="{BFD31DDB-81AF-405A-B05F-A65FE3BF29CD}" destId="{12B2F92D-8B8C-493B-9084-DFCD25E2ED5F}" srcOrd="0" destOrd="0" parTransId="{F47C3220-AEF7-4872-B846-2BFB7C45C745}" sibTransId="{F2BD2398-FA68-4FA3-A952-5992FF38D149}"/>
    <dgm:cxn modelId="{EA7C49BC-0314-4870-86A3-E3E6F9F2987A}" type="presOf" srcId="{5D11F110-77D0-4814-8446-CBF9CE71D9A8}" destId="{371DD64E-BB9A-4F95-AFDF-7E283A8FB183}" srcOrd="0" destOrd="0" presId="urn:microsoft.com/office/officeart/2009/layout/CirclePictureHierarchy"/>
    <dgm:cxn modelId="{942A41C6-4C5C-4956-9F69-3ECEFDD34FCF}" type="presOf" srcId="{37C23012-DACA-48D0-9623-858F691F766C}" destId="{A859DEBA-34E2-4DBD-A5A2-28D2B6BFC38A}" srcOrd="0" destOrd="0" presId="urn:microsoft.com/office/officeart/2009/layout/CirclePictureHierarchy"/>
    <dgm:cxn modelId="{7F6C63C6-91A7-44F5-924D-2CE8CEB18AED}" type="presOf" srcId="{12B2F92D-8B8C-493B-9084-DFCD25E2ED5F}" destId="{9ADE254B-AB07-4F15-B082-A60445A66A30}" srcOrd="0" destOrd="0" presId="urn:microsoft.com/office/officeart/2009/layout/CirclePictureHierarchy"/>
    <dgm:cxn modelId="{9C7D12D1-56A0-4A4C-8927-64AA5C953CFE}" type="presOf" srcId="{9351FFA1-FFD0-4F84-B435-4E076DCCF2F3}" destId="{55351619-78DA-4C06-9C09-3F241DBF9008}" srcOrd="0" destOrd="0" presId="urn:microsoft.com/office/officeart/2009/layout/CirclePictureHierarchy"/>
    <dgm:cxn modelId="{D789BED2-0B1A-49D6-8A11-F7BF8C147AD2}" type="presOf" srcId="{4727C88A-8CE7-48D3-8531-97F85149A919}" destId="{84A4564B-9AB7-4C8F-B8A8-39EFD12C3F04}" srcOrd="0" destOrd="0" presId="urn:microsoft.com/office/officeart/2009/layout/CirclePictureHierarchy"/>
    <dgm:cxn modelId="{CD1C78D3-0B07-43C4-BC66-0B2403863C34}" srcId="{12B2F92D-8B8C-493B-9084-DFCD25E2ED5F}" destId="{61A673A2-435A-457D-9E07-4B892AC01C95}" srcOrd="1" destOrd="0" parTransId="{5088F7C8-90AE-47EE-84DF-336AF6172885}" sibTransId="{63FE1C44-3A60-4B1B-8BA0-98C79F5BD27F}"/>
    <dgm:cxn modelId="{38CE95D7-555A-49BD-82C5-E8CA2992E933}" srcId="{93892754-5ECA-4D9A-8DC9-356679BD608D}" destId="{E070A57E-1F1F-4F65-93FF-4C868045D50C}" srcOrd="1" destOrd="0" parTransId="{D6D23A75-2C57-4E1C-A5A8-6C131405AE83}" sibTransId="{9A5D93BB-F4FC-4578-BF3D-F6BA6672C44E}"/>
    <dgm:cxn modelId="{BF508BF2-23F3-4C9A-ABA8-D56790A7C8E7}" srcId="{00AB7751-DC52-4F4B-B7E8-7DB9C71312EA}" destId="{9351FFA1-FFD0-4F84-B435-4E076DCCF2F3}" srcOrd="0" destOrd="0" parTransId="{6E5B2170-3FEA-49CC-BCF2-2F6E5E0447C9}" sibTransId="{295C9A89-9DC9-4035-A200-CD40423940EF}"/>
    <dgm:cxn modelId="{15D421F7-CC38-4EE7-90DE-545042614A2B}" srcId="{BFD31DDB-81AF-405A-B05F-A65FE3BF29CD}" destId="{5D11F110-77D0-4814-8446-CBF9CE71D9A8}" srcOrd="1" destOrd="0" parTransId="{AECC71DC-A302-4355-B4B0-45DF580B6E43}" sibTransId="{C1A0F246-F7EA-44AF-B92F-F6947ABBA370}"/>
    <dgm:cxn modelId="{67D352FA-0794-417F-9438-A8D0A482472D}" type="presOf" srcId="{A070603F-2855-4913-A35D-1D1DBE1ECD27}" destId="{35A4CF92-AAEF-402E-A11E-284E0F3CBD39}" srcOrd="0" destOrd="0" presId="urn:microsoft.com/office/officeart/2009/layout/CirclePictureHierarchy"/>
    <dgm:cxn modelId="{DF66DCFC-7E23-49CE-87F4-2DAD24F50BD5}" type="presOf" srcId="{93892754-5ECA-4D9A-8DC9-356679BD608D}" destId="{A44B5226-5E83-47F5-9BD1-8F12B789F2F2}" srcOrd="0" destOrd="0" presId="urn:microsoft.com/office/officeart/2009/layout/CirclePictureHierarchy"/>
    <dgm:cxn modelId="{3E2403FD-C4B6-4CFF-8E81-7AA03AC81CF0}" type="presOf" srcId="{BFD31DDB-81AF-405A-B05F-A65FE3BF29CD}" destId="{676CD1C2-E5E2-46C3-A1D7-E167CB2BBB25}" srcOrd="0" destOrd="0" presId="urn:microsoft.com/office/officeart/2009/layout/CirclePictureHierarchy"/>
    <dgm:cxn modelId="{165603FF-A2AC-4809-B134-4AEFDD59F9DC}" type="presOf" srcId="{0CC4E095-B579-4499-8672-14A3B798762D}" destId="{A74F1DD8-D5E6-468A-99E5-4BD8DE9BD90E}" srcOrd="0" destOrd="0" presId="urn:microsoft.com/office/officeart/2009/layout/CirclePictureHierarchy"/>
    <dgm:cxn modelId="{6C58DFFF-4002-43C0-A374-B84382C0C6FD}" type="presOf" srcId="{C9FD766D-9B48-484C-85E9-C22A38559DEF}" destId="{E86901CA-99B0-4CB3-B0F4-A993BA6DE831}" srcOrd="0" destOrd="0" presId="urn:microsoft.com/office/officeart/2009/layout/CirclePictureHierarchy"/>
    <dgm:cxn modelId="{BBB9E9DE-7791-4674-9FE5-D46CB2AD2C26}" type="presParOf" srcId="{82D45EC8-7D3F-4499-9D7B-52697A83CBDE}" destId="{19034368-C805-4251-BB16-B7CD7430DFF6}" srcOrd="0" destOrd="0" presId="urn:microsoft.com/office/officeart/2009/layout/CirclePictureHierarchy"/>
    <dgm:cxn modelId="{D8E3E231-FA54-4080-8AA9-B962AC955878}" type="presParOf" srcId="{19034368-C805-4251-BB16-B7CD7430DFF6}" destId="{6A462961-366B-4D45-89D7-D5B843043D9D}" srcOrd="0" destOrd="0" presId="urn:microsoft.com/office/officeart/2009/layout/CirclePictureHierarchy"/>
    <dgm:cxn modelId="{EF554773-AD6B-4497-9850-8997E1800AA4}" type="presParOf" srcId="{6A462961-366B-4D45-89D7-D5B843043D9D}" destId="{6BC2B84B-B849-4C9B-AE7E-39F88DDB38F4}" srcOrd="0" destOrd="0" presId="urn:microsoft.com/office/officeart/2009/layout/CirclePictureHierarchy"/>
    <dgm:cxn modelId="{141D0D0E-6E1E-4689-8C4F-D4211D5FD256}" type="presParOf" srcId="{6A462961-366B-4D45-89D7-D5B843043D9D}" destId="{676CD1C2-E5E2-46C3-A1D7-E167CB2BBB25}" srcOrd="1" destOrd="0" presId="urn:microsoft.com/office/officeart/2009/layout/CirclePictureHierarchy"/>
    <dgm:cxn modelId="{308AA623-89BB-4ECD-8B64-2726790C40D8}" type="presParOf" srcId="{19034368-C805-4251-BB16-B7CD7430DFF6}" destId="{3C380B9C-51BA-4636-B6B8-FD0569D38EA7}" srcOrd="1" destOrd="0" presId="urn:microsoft.com/office/officeart/2009/layout/CirclePictureHierarchy"/>
    <dgm:cxn modelId="{FEE59DDC-6C17-4555-95ED-53457C874978}" type="presParOf" srcId="{3C380B9C-51BA-4636-B6B8-FD0569D38EA7}" destId="{D6ADE249-9F35-40DA-812D-4D3C01A47463}" srcOrd="0" destOrd="0" presId="urn:microsoft.com/office/officeart/2009/layout/CirclePictureHierarchy"/>
    <dgm:cxn modelId="{F8882E63-75ED-40BB-BDED-7F64DA48A07A}" type="presParOf" srcId="{3C380B9C-51BA-4636-B6B8-FD0569D38EA7}" destId="{69BD935B-D177-4BA7-BC81-B54F167A5B05}" srcOrd="1" destOrd="0" presId="urn:microsoft.com/office/officeart/2009/layout/CirclePictureHierarchy"/>
    <dgm:cxn modelId="{4BA21692-92F2-4AC3-A5E7-DFC53CE2F288}" type="presParOf" srcId="{69BD935B-D177-4BA7-BC81-B54F167A5B05}" destId="{CBE36035-DE2B-4B50-B15C-20ADB66708D4}" srcOrd="0" destOrd="0" presId="urn:microsoft.com/office/officeart/2009/layout/CirclePictureHierarchy"/>
    <dgm:cxn modelId="{A060E3CD-3054-4249-89F1-0036FA614A56}" type="presParOf" srcId="{CBE36035-DE2B-4B50-B15C-20ADB66708D4}" destId="{CAE55F1E-C19F-4B66-8D23-E23D61C8274A}" srcOrd="0" destOrd="0" presId="urn:microsoft.com/office/officeart/2009/layout/CirclePictureHierarchy"/>
    <dgm:cxn modelId="{48E6EA12-E731-4578-AB32-E04C1EB207EE}" type="presParOf" srcId="{CBE36035-DE2B-4B50-B15C-20ADB66708D4}" destId="{9ADE254B-AB07-4F15-B082-A60445A66A30}" srcOrd="1" destOrd="0" presId="urn:microsoft.com/office/officeart/2009/layout/CirclePictureHierarchy"/>
    <dgm:cxn modelId="{1C5C7E54-5BD4-458F-8057-ADF2F84B53E1}" type="presParOf" srcId="{69BD935B-D177-4BA7-BC81-B54F167A5B05}" destId="{137D34E1-C591-46D9-A69E-33DF9C5646E4}" srcOrd="1" destOrd="0" presId="urn:microsoft.com/office/officeart/2009/layout/CirclePictureHierarchy"/>
    <dgm:cxn modelId="{9A94B685-9309-41C4-8F08-16B2E640A0A9}" type="presParOf" srcId="{137D34E1-C591-46D9-A69E-33DF9C5646E4}" destId="{AC9DEF68-33FF-472B-9DEE-5655B74025FE}" srcOrd="0" destOrd="0" presId="urn:microsoft.com/office/officeart/2009/layout/CirclePictureHierarchy"/>
    <dgm:cxn modelId="{6D72E91D-2D63-45D5-8BCC-F85F8D6416EB}" type="presParOf" srcId="{137D34E1-C591-46D9-A69E-33DF9C5646E4}" destId="{85ACCECE-3422-45C3-B816-548BDE8C35CF}" srcOrd="1" destOrd="0" presId="urn:microsoft.com/office/officeart/2009/layout/CirclePictureHierarchy"/>
    <dgm:cxn modelId="{DAB3666C-69B6-49F9-910F-2FD2CC44EDAB}" type="presParOf" srcId="{85ACCECE-3422-45C3-B816-548BDE8C35CF}" destId="{559DA7D7-8F31-4623-B971-EDBD43E3F4BC}" srcOrd="0" destOrd="0" presId="urn:microsoft.com/office/officeart/2009/layout/CirclePictureHierarchy"/>
    <dgm:cxn modelId="{617FA213-BC1C-4FDA-BCA7-B06E79DB1E29}" type="presParOf" srcId="{559DA7D7-8F31-4623-B971-EDBD43E3F4BC}" destId="{F0378735-1767-4B95-A191-84FCF421923B}" srcOrd="0" destOrd="0" presId="urn:microsoft.com/office/officeart/2009/layout/CirclePictureHierarchy"/>
    <dgm:cxn modelId="{F74F3C06-1C94-481B-9F73-570FE5DF4D64}" type="presParOf" srcId="{559DA7D7-8F31-4623-B971-EDBD43E3F4BC}" destId="{84A4564B-9AB7-4C8F-B8A8-39EFD12C3F04}" srcOrd="1" destOrd="0" presId="urn:microsoft.com/office/officeart/2009/layout/CirclePictureHierarchy"/>
    <dgm:cxn modelId="{4D3BF935-4CAF-4EFF-A48B-5BCFDFDFC75B}" type="presParOf" srcId="{85ACCECE-3422-45C3-B816-548BDE8C35CF}" destId="{3C5BD723-FD69-4D36-8EB7-31470A594C4E}" srcOrd="1" destOrd="0" presId="urn:microsoft.com/office/officeart/2009/layout/CirclePictureHierarchy"/>
    <dgm:cxn modelId="{5B09D541-86B5-45A0-9213-BCEE053FC511}" type="presParOf" srcId="{3C5BD723-FD69-4D36-8EB7-31470A594C4E}" destId="{35A4CF92-AAEF-402E-A11E-284E0F3CBD39}" srcOrd="0" destOrd="0" presId="urn:microsoft.com/office/officeart/2009/layout/CirclePictureHierarchy"/>
    <dgm:cxn modelId="{369D25AA-C70A-4AA2-8D13-43CA0DB2BA0B}" type="presParOf" srcId="{3C5BD723-FD69-4D36-8EB7-31470A594C4E}" destId="{6DBD82C3-A43D-4F30-ABD5-548DE9DABC7B}" srcOrd="1" destOrd="0" presId="urn:microsoft.com/office/officeart/2009/layout/CirclePictureHierarchy"/>
    <dgm:cxn modelId="{57845D92-1140-4062-A1EF-62A980CAA2C4}" type="presParOf" srcId="{6DBD82C3-A43D-4F30-ABD5-548DE9DABC7B}" destId="{156C01FE-8395-41EA-8B81-FC0BF1980FC5}" srcOrd="0" destOrd="0" presId="urn:microsoft.com/office/officeart/2009/layout/CirclePictureHierarchy"/>
    <dgm:cxn modelId="{28E62147-9780-41E5-A2F1-3E05F4F4B1CE}" type="presParOf" srcId="{156C01FE-8395-41EA-8B81-FC0BF1980FC5}" destId="{31378BE1-73BB-4FBA-8B37-26EFF9163B79}" srcOrd="0" destOrd="0" presId="urn:microsoft.com/office/officeart/2009/layout/CirclePictureHierarchy"/>
    <dgm:cxn modelId="{A2762EDE-5471-4631-BE5E-826EDFD02185}" type="presParOf" srcId="{156C01FE-8395-41EA-8B81-FC0BF1980FC5}" destId="{E9CEC15E-51D7-4F26-8AFB-875D60F417CD}" srcOrd="1" destOrd="0" presId="urn:microsoft.com/office/officeart/2009/layout/CirclePictureHierarchy"/>
    <dgm:cxn modelId="{CCAFE853-3B95-4422-9154-28307EF1824A}" type="presParOf" srcId="{6DBD82C3-A43D-4F30-ABD5-548DE9DABC7B}" destId="{54B4CE1E-6618-4173-8B97-B42E581702B8}" srcOrd="1" destOrd="0" presId="urn:microsoft.com/office/officeart/2009/layout/CirclePictureHierarchy"/>
    <dgm:cxn modelId="{958EFDD2-4CE2-4793-A1EF-C938EC55C89F}" type="presParOf" srcId="{3C5BD723-FD69-4D36-8EB7-31470A594C4E}" destId="{D650D1E0-7F2E-426B-8C00-8AE85615FEAE}" srcOrd="2" destOrd="0" presId="urn:microsoft.com/office/officeart/2009/layout/CirclePictureHierarchy"/>
    <dgm:cxn modelId="{34D2C8E9-AD14-4133-98A0-05B17FDF4ECE}" type="presParOf" srcId="{3C5BD723-FD69-4D36-8EB7-31470A594C4E}" destId="{83E2F6E3-53BD-4E5B-B88E-FA332CAE77BC}" srcOrd="3" destOrd="0" presId="urn:microsoft.com/office/officeart/2009/layout/CirclePictureHierarchy"/>
    <dgm:cxn modelId="{16348FD0-F6EB-4295-8893-AE0A84EC0B98}" type="presParOf" srcId="{83E2F6E3-53BD-4E5B-B88E-FA332CAE77BC}" destId="{71DA6488-A4D9-4FC8-B345-E15927F80B6E}" srcOrd="0" destOrd="0" presId="urn:microsoft.com/office/officeart/2009/layout/CirclePictureHierarchy"/>
    <dgm:cxn modelId="{2301A2CF-A8CF-451F-A568-6EBD3B2F8238}" type="presParOf" srcId="{71DA6488-A4D9-4FC8-B345-E15927F80B6E}" destId="{E88FCE21-AB7D-4D6A-B05D-0EC880AD204C}" srcOrd="0" destOrd="0" presId="urn:microsoft.com/office/officeart/2009/layout/CirclePictureHierarchy"/>
    <dgm:cxn modelId="{1765BF1C-0DC6-4D6F-9549-3F03E5D60D37}" type="presParOf" srcId="{71DA6488-A4D9-4FC8-B345-E15927F80B6E}" destId="{17953249-6B62-4A5D-8B52-79726E159038}" srcOrd="1" destOrd="0" presId="urn:microsoft.com/office/officeart/2009/layout/CirclePictureHierarchy"/>
    <dgm:cxn modelId="{DE4FA6B7-C0A0-4062-B886-7F38AA6CEEF7}" type="presParOf" srcId="{83E2F6E3-53BD-4E5B-B88E-FA332CAE77BC}" destId="{84C5BD53-2299-4531-9908-D834393165AE}" srcOrd="1" destOrd="0" presId="urn:microsoft.com/office/officeart/2009/layout/CirclePictureHierarchy"/>
    <dgm:cxn modelId="{3C53865C-0878-4A13-B594-658B7821C9BF}" type="presParOf" srcId="{137D34E1-C591-46D9-A69E-33DF9C5646E4}" destId="{D076B3B4-AFA5-47D6-90E3-8BACBD8D4168}" srcOrd="2" destOrd="0" presId="urn:microsoft.com/office/officeart/2009/layout/CirclePictureHierarchy"/>
    <dgm:cxn modelId="{8B7BEA40-0672-447A-87FF-728C7887D9D8}" type="presParOf" srcId="{137D34E1-C591-46D9-A69E-33DF9C5646E4}" destId="{EDB0A0DC-9478-44DC-AB84-E18245846904}" srcOrd="3" destOrd="0" presId="urn:microsoft.com/office/officeart/2009/layout/CirclePictureHierarchy"/>
    <dgm:cxn modelId="{4E23EDB0-5DF9-43D2-AD79-CDDAF028421A}" type="presParOf" srcId="{EDB0A0DC-9478-44DC-AB84-E18245846904}" destId="{5D2C1107-BF0C-4711-8B45-B5694FB15CC5}" srcOrd="0" destOrd="0" presId="urn:microsoft.com/office/officeart/2009/layout/CirclePictureHierarchy"/>
    <dgm:cxn modelId="{05C75CA0-733C-4594-9691-AC6A732AA65B}" type="presParOf" srcId="{5D2C1107-BF0C-4711-8B45-B5694FB15CC5}" destId="{4233B3E3-6C67-4C0E-96E4-BB2B0B75586A}" srcOrd="0" destOrd="0" presId="urn:microsoft.com/office/officeart/2009/layout/CirclePictureHierarchy"/>
    <dgm:cxn modelId="{3415C1C7-1EB6-4622-8354-8A32EC32DC36}" type="presParOf" srcId="{5D2C1107-BF0C-4711-8B45-B5694FB15CC5}" destId="{5BF73AE5-E6A9-41E4-8D16-336CA1EA5BD6}" srcOrd="1" destOrd="0" presId="urn:microsoft.com/office/officeart/2009/layout/CirclePictureHierarchy"/>
    <dgm:cxn modelId="{F291CAFE-2B50-4D0A-BA17-B89A1BF6E404}" type="presParOf" srcId="{EDB0A0DC-9478-44DC-AB84-E18245846904}" destId="{EC4B6FA5-182C-4938-88F2-B08D9DDA4CF2}" srcOrd="1" destOrd="0" presId="urn:microsoft.com/office/officeart/2009/layout/CirclePictureHierarchy"/>
    <dgm:cxn modelId="{4370478D-6C8C-46A4-92A8-10427B51C4B0}" type="presParOf" srcId="{EC4B6FA5-182C-4938-88F2-B08D9DDA4CF2}" destId="{A859DEBA-34E2-4DBD-A5A2-28D2B6BFC38A}" srcOrd="0" destOrd="0" presId="urn:microsoft.com/office/officeart/2009/layout/CirclePictureHierarchy"/>
    <dgm:cxn modelId="{E419AB36-F0BB-49C2-9E0B-5C13D8364886}" type="presParOf" srcId="{EC4B6FA5-182C-4938-88F2-B08D9DDA4CF2}" destId="{99F13FB0-D398-4B08-AF92-18A52A25FDE8}" srcOrd="1" destOrd="0" presId="urn:microsoft.com/office/officeart/2009/layout/CirclePictureHierarchy"/>
    <dgm:cxn modelId="{F305EE61-B280-4599-98AC-994675ADC408}" type="presParOf" srcId="{99F13FB0-D398-4B08-AF92-18A52A25FDE8}" destId="{46221D27-7BD5-4C72-A977-73A87EB68C39}" srcOrd="0" destOrd="0" presId="urn:microsoft.com/office/officeart/2009/layout/CirclePictureHierarchy"/>
    <dgm:cxn modelId="{FB0C275D-DA77-4D38-B31D-43BE19602293}" type="presParOf" srcId="{46221D27-7BD5-4C72-A977-73A87EB68C39}" destId="{70D74900-69E9-4856-A95D-89F5FDD3E9E4}" srcOrd="0" destOrd="0" presId="urn:microsoft.com/office/officeart/2009/layout/CirclePictureHierarchy"/>
    <dgm:cxn modelId="{C2E1F4EA-4FA2-4163-B8E0-37AE852DF514}" type="presParOf" srcId="{46221D27-7BD5-4C72-A977-73A87EB68C39}" destId="{5E1D0709-7034-4610-9B77-E6FCB24CD992}" srcOrd="1" destOrd="0" presId="urn:microsoft.com/office/officeart/2009/layout/CirclePictureHierarchy"/>
    <dgm:cxn modelId="{CB616374-D015-4A75-B400-5E5EEDD8A6BD}" type="presParOf" srcId="{99F13FB0-D398-4B08-AF92-18A52A25FDE8}" destId="{BA53775C-8256-4ADB-A304-B08E4AC04BFA}" srcOrd="1" destOrd="0" presId="urn:microsoft.com/office/officeart/2009/layout/CirclePictureHierarchy"/>
    <dgm:cxn modelId="{AB345A45-23EB-4F94-BAD2-E1832489D703}" type="presParOf" srcId="{EC4B6FA5-182C-4938-88F2-B08D9DDA4CF2}" destId="{9CD62530-5B28-425A-BC02-E34319251B68}" srcOrd="2" destOrd="0" presId="urn:microsoft.com/office/officeart/2009/layout/CirclePictureHierarchy"/>
    <dgm:cxn modelId="{1690C8DA-9959-4159-B338-7D9C55DF29CD}" type="presParOf" srcId="{EC4B6FA5-182C-4938-88F2-B08D9DDA4CF2}" destId="{0F1BD5C8-5940-44B8-BBBA-B9FB1287873F}" srcOrd="3" destOrd="0" presId="urn:microsoft.com/office/officeart/2009/layout/CirclePictureHierarchy"/>
    <dgm:cxn modelId="{CEA673CB-0A34-459A-8026-7676BF9CACD8}" type="presParOf" srcId="{0F1BD5C8-5940-44B8-BBBA-B9FB1287873F}" destId="{DDC043DD-A3BB-42F5-8AA1-AD93BF7D1BA0}" srcOrd="0" destOrd="0" presId="urn:microsoft.com/office/officeart/2009/layout/CirclePictureHierarchy"/>
    <dgm:cxn modelId="{758A8E42-1D63-4149-8FC7-2CB004C816A4}" type="presParOf" srcId="{DDC043DD-A3BB-42F5-8AA1-AD93BF7D1BA0}" destId="{45356671-EB57-466D-8106-10BEE9E8A057}" srcOrd="0" destOrd="0" presId="urn:microsoft.com/office/officeart/2009/layout/CirclePictureHierarchy"/>
    <dgm:cxn modelId="{4DA5EEA1-D909-46CE-BE4F-623325CC6488}" type="presParOf" srcId="{DDC043DD-A3BB-42F5-8AA1-AD93BF7D1BA0}" destId="{38799EC5-4B67-4BDB-B398-A17FE7C97B33}" srcOrd="1" destOrd="0" presId="urn:microsoft.com/office/officeart/2009/layout/CirclePictureHierarchy"/>
    <dgm:cxn modelId="{BA4D856C-A946-4D2C-BA18-4AE72325F401}" type="presParOf" srcId="{0F1BD5C8-5940-44B8-BBBA-B9FB1287873F}" destId="{E42B6E8F-A2F1-4C78-9511-0232D1710F3E}" srcOrd="1" destOrd="0" presId="urn:microsoft.com/office/officeart/2009/layout/CirclePictureHierarchy"/>
    <dgm:cxn modelId="{E734CA5E-24A2-4717-A5B1-1FC20427E286}" type="presParOf" srcId="{3C380B9C-51BA-4636-B6B8-FD0569D38EA7}" destId="{9A78DEC2-0E8A-48F5-BBA4-71E5BF8FC3D8}" srcOrd="2" destOrd="0" presId="urn:microsoft.com/office/officeart/2009/layout/CirclePictureHierarchy"/>
    <dgm:cxn modelId="{6FA26492-17C3-4327-8CF7-E40E70D0CC3B}" type="presParOf" srcId="{3C380B9C-51BA-4636-B6B8-FD0569D38EA7}" destId="{741A59A1-3BF8-4091-BAFC-C93C09AC177D}" srcOrd="3" destOrd="0" presId="urn:microsoft.com/office/officeart/2009/layout/CirclePictureHierarchy"/>
    <dgm:cxn modelId="{1EE05BE7-1783-415D-9C41-81F8822BF515}" type="presParOf" srcId="{741A59A1-3BF8-4091-BAFC-C93C09AC177D}" destId="{38930689-8848-4BAB-97CD-AE550C2EB541}" srcOrd="0" destOrd="0" presId="urn:microsoft.com/office/officeart/2009/layout/CirclePictureHierarchy"/>
    <dgm:cxn modelId="{C8CA07C0-38F7-41DD-A9BE-5E86050CD494}" type="presParOf" srcId="{38930689-8848-4BAB-97CD-AE550C2EB541}" destId="{A71313E5-2DD8-450D-AA94-93DCA40D8A75}" srcOrd="0" destOrd="0" presId="urn:microsoft.com/office/officeart/2009/layout/CirclePictureHierarchy"/>
    <dgm:cxn modelId="{2F51A481-173A-43A4-915F-B52398EE91EE}" type="presParOf" srcId="{38930689-8848-4BAB-97CD-AE550C2EB541}" destId="{371DD64E-BB9A-4F95-AFDF-7E283A8FB183}" srcOrd="1" destOrd="0" presId="urn:microsoft.com/office/officeart/2009/layout/CirclePictureHierarchy"/>
    <dgm:cxn modelId="{ED724A70-3CB8-48D9-B278-D937D8DECCE0}" type="presParOf" srcId="{741A59A1-3BF8-4091-BAFC-C93C09AC177D}" destId="{0DAD8494-9B2E-46A5-BD1F-7707C681CE8C}" srcOrd="1" destOrd="0" presId="urn:microsoft.com/office/officeart/2009/layout/CirclePictureHierarchy"/>
    <dgm:cxn modelId="{71C96B59-2B86-4854-8DEC-453AE51F398F}" type="presParOf" srcId="{0DAD8494-9B2E-46A5-BD1F-7707C681CE8C}" destId="{A62C44E4-ADA3-4A06-91A0-E4D74AB3101E}" srcOrd="0" destOrd="0" presId="urn:microsoft.com/office/officeart/2009/layout/CirclePictureHierarchy"/>
    <dgm:cxn modelId="{D127F876-595B-45D3-82D3-E5ED4E047B31}" type="presParOf" srcId="{0DAD8494-9B2E-46A5-BD1F-7707C681CE8C}" destId="{33B33122-20DB-42DA-AD28-9E538BD950E4}" srcOrd="1" destOrd="0" presId="urn:microsoft.com/office/officeart/2009/layout/CirclePictureHierarchy"/>
    <dgm:cxn modelId="{EFDC7E8F-6B89-42AD-8893-B9E599FDF38E}" type="presParOf" srcId="{33B33122-20DB-42DA-AD28-9E538BD950E4}" destId="{A3D78DBC-D4F3-41D3-826E-E66AC4DBAD22}" srcOrd="0" destOrd="0" presId="urn:microsoft.com/office/officeart/2009/layout/CirclePictureHierarchy"/>
    <dgm:cxn modelId="{EB6B1385-4FED-4DAA-9BCA-A5A21D3D5BF7}" type="presParOf" srcId="{A3D78DBC-D4F3-41D3-826E-E66AC4DBAD22}" destId="{15D941F4-E666-404F-931A-47AFD41A8665}" srcOrd="0" destOrd="0" presId="urn:microsoft.com/office/officeart/2009/layout/CirclePictureHierarchy"/>
    <dgm:cxn modelId="{180E8E4C-FD79-4E74-AEEE-E055164ECB1F}" type="presParOf" srcId="{A3D78DBC-D4F3-41D3-826E-E66AC4DBAD22}" destId="{DD72F8D6-541C-4DD8-9291-3393D2674493}" srcOrd="1" destOrd="0" presId="urn:microsoft.com/office/officeart/2009/layout/CirclePictureHierarchy"/>
    <dgm:cxn modelId="{F71B468A-E404-47AA-A448-FA7D7745A103}" type="presParOf" srcId="{33B33122-20DB-42DA-AD28-9E538BD950E4}" destId="{DC6BB136-F534-40CF-B092-EF8B65FD337E}" srcOrd="1" destOrd="0" presId="urn:microsoft.com/office/officeart/2009/layout/CirclePictureHierarchy"/>
    <dgm:cxn modelId="{2C63D2A0-84CC-4E21-BD4F-83689639B64E}" type="presParOf" srcId="{DC6BB136-F534-40CF-B092-EF8B65FD337E}" destId="{BDCF35DD-CCBD-4FF1-A561-6773EBD720E0}" srcOrd="0" destOrd="0" presId="urn:microsoft.com/office/officeart/2009/layout/CirclePictureHierarchy"/>
    <dgm:cxn modelId="{9ADBC6AE-6344-4336-9BF5-8A0780CB233D}" type="presParOf" srcId="{DC6BB136-F534-40CF-B092-EF8B65FD337E}" destId="{8C89BF53-2792-4367-BA9D-D472A8E6EA6C}" srcOrd="1" destOrd="0" presId="urn:microsoft.com/office/officeart/2009/layout/CirclePictureHierarchy"/>
    <dgm:cxn modelId="{24AF987F-E0BF-4474-B678-694CC4BF6C8C}" type="presParOf" srcId="{8C89BF53-2792-4367-BA9D-D472A8E6EA6C}" destId="{C4E71C3A-D2B9-4F95-854D-5164AD953510}" srcOrd="0" destOrd="0" presId="urn:microsoft.com/office/officeart/2009/layout/CirclePictureHierarchy"/>
    <dgm:cxn modelId="{553C9A22-E434-483D-8DFE-13390B48C597}" type="presParOf" srcId="{C4E71C3A-D2B9-4F95-854D-5164AD953510}" destId="{93ADDC6F-4833-4C9B-92F7-A997CCE88E51}" srcOrd="0" destOrd="0" presId="urn:microsoft.com/office/officeart/2009/layout/CirclePictureHierarchy"/>
    <dgm:cxn modelId="{DAB342DE-6578-44B0-BF40-4E17FB257305}" type="presParOf" srcId="{C4E71C3A-D2B9-4F95-854D-5164AD953510}" destId="{55351619-78DA-4C06-9C09-3F241DBF9008}" srcOrd="1" destOrd="0" presId="urn:microsoft.com/office/officeart/2009/layout/CirclePictureHierarchy"/>
    <dgm:cxn modelId="{9457D1D7-8159-43D4-BC17-A1215099E84F}" type="presParOf" srcId="{8C89BF53-2792-4367-BA9D-D472A8E6EA6C}" destId="{472BE0D2-F0F1-4C56-9C10-687718DCC075}" srcOrd="1" destOrd="0" presId="urn:microsoft.com/office/officeart/2009/layout/CirclePictureHierarchy"/>
    <dgm:cxn modelId="{34A5AD41-3DE6-40CD-8846-7F0D9993A9F7}" type="presParOf" srcId="{DC6BB136-F534-40CF-B092-EF8B65FD337E}" destId="{8793099F-09B0-45B2-AA6D-64A68C5B6EE1}" srcOrd="2" destOrd="0" presId="urn:microsoft.com/office/officeart/2009/layout/CirclePictureHierarchy"/>
    <dgm:cxn modelId="{8845FFB9-7BCB-4305-BF1D-4E431CBDD4E0}" type="presParOf" srcId="{DC6BB136-F534-40CF-B092-EF8B65FD337E}" destId="{F20ADE0B-6BE0-4C34-B3D5-135CA0C96158}" srcOrd="3" destOrd="0" presId="urn:microsoft.com/office/officeart/2009/layout/CirclePictureHierarchy"/>
    <dgm:cxn modelId="{230EEAC0-B479-4D9E-BC84-F5393CDABCF2}" type="presParOf" srcId="{F20ADE0B-6BE0-4C34-B3D5-135CA0C96158}" destId="{85AE5C68-A8D3-4D27-B2BC-29DD8F0B3DE5}" srcOrd="0" destOrd="0" presId="urn:microsoft.com/office/officeart/2009/layout/CirclePictureHierarchy"/>
    <dgm:cxn modelId="{7F4F65AB-58A9-40A0-9BB7-8338BE008640}" type="presParOf" srcId="{85AE5C68-A8D3-4D27-B2BC-29DD8F0B3DE5}" destId="{D0A72916-F732-400C-840E-CDA1AE425116}" srcOrd="0" destOrd="0" presId="urn:microsoft.com/office/officeart/2009/layout/CirclePictureHierarchy"/>
    <dgm:cxn modelId="{E39858CF-5468-47BA-8DCF-9B76B1E6AE05}" type="presParOf" srcId="{85AE5C68-A8D3-4D27-B2BC-29DD8F0B3DE5}" destId="{6E42574F-B20A-475F-A768-861106CDCC65}" srcOrd="1" destOrd="0" presId="urn:microsoft.com/office/officeart/2009/layout/CirclePictureHierarchy"/>
    <dgm:cxn modelId="{F1059F30-B278-4432-8F61-F03C20F72A17}" type="presParOf" srcId="{F20ADE0B-6BE0-4C34-B3D5-135CA0C96158}" destId="{9B490386-1595-4483-B1B0-DA37EF86CD53}" srcOrd="1" destOrd="0" presId="urn:microsoft.com/office/officeart/2009/layout/CirclePictureHierarchy"/>
    <dgm:cxn modelId="{7754E8A5-6BCB-4B68-8C13-727256DA7050}" type="presParOf" srcId="{0DAD8494-9B2E-46A5-BD1F-7707C681CE8C}" destId="{A74F1DD8-D5E6-468A-99E5-4BD8DE9BD90E}" srcOrd="2" destOrd="0" presId="urn:microsoft.com/office/officeart/2009/layout/CirclePictureHierarchy"/>
    <dgm:cxn modelId="{3D3AB0FB-516C-4E83-BD53-F78CF1A80B9F}" type="presParOf" srcId="{0DAD8494-9B2E-46A5-BD1F-7707C681CE8C}" destId="{852CF4F1-B880-49A8-80E8-B78DA43B18CF}" srcOrd="3" destOrd="0" presId="urn:microsoft.com/office/officeart/2009/layout/CirclePictureHierarchy"/>
    <dgm:cxn modelId="{47AE046A-0A26-49E5-82F3-3A99BA45895F}" type="presParOf" srcId="{852CF4F1-B880-49A8-80E8-B78DA43B18CF}" destId="{B0FAB7FC-7534-49F8-8286-09FAFFD5909B}" srcOrd="0" destOrd="0" presId="urn:microsoft.com/office/officeart/2009/layout/CirclePictureHierarchy"/>
    <dgm:cxn modelId="{93D0D003-445B-4C7D-9266-2FA33C130791}" type="presParOf" srcId="{B0FAB7FC-7534-49F8-8286-09FAFFD5909B}" destId="{F881A462-697D-49DF-BDAA-18C064836F11}" srcOrd="0" destOrd="0" presId="urn:microsoft.com/office/officeart/2009/layout/CirclePictureHierarchy"/>
    <dgm:cxn modelId="{96612EB7-97C4-4111-88E4-77FFA9E02CBF}" type="presParOf" srcId="{B0FAB7FC-7534-49F8-8286-09FAFFD5909B}" destId="{A44B5226-5E83-47F5-9BD1-8F12B789F2F2}" srcOrd="1" destOrd="0" presId="urn:microsoft.com/office/officeart/2009/layout/CirclePictureHierarchy"/>
    <dgm:cxn modelId="{C5291938-9131-4BEA-949C-EDCAE26C5769}" type="presParOf" srcId="{852CF4F1-B880-49A8-80E8-B78DA43B18CF}" destId="{FF357B60-0D29-43D9-B515-84F14FADED91}" srcOrd="1" destOrd="0" presId="urn:microsoft.com/office/officeart/2009/layout/CirclePictureHierarchy"/>
    <dgm:cxn modelId="{4C9783FF-49C6-492E-81D9-17B3461EB115}" type="presParOf" srcId="{FF357B60-0D29-43D9-B515-84F14FADED91}" destId="{E86901CA-99B0-4CB3-B0F4-A993BA6DE831}" srcOrd="0" destOrd="0" presId="urn:microsoft.com/office/officeart/2009/layout/CirclePictureHierarchy"/>
    <dgm:cxn modelId="{DE0C162D-83E5-45DE-81C4-7EFBF3A4F225}" type="presParOf" srcId="{FF357B60-0D29-43D9-B515-84F14FADED91}" destId="{E95B079E-BF85-4A6A-B5B5-BCCD24358A9E}" srcOrd="1" destOrd="0" presId="urn:microsoft.com/office/officeart/2009/layout/CirclePictureHierarchy"/>
    <dgm:cxn modelId="{2BC17015-EA64-437A-BD61-A6EBF236164A}" type="presParOf" srcId="{E95B079E-BF85-4A6A-B5B5-BCCD24358A9E}" destId="{B5579831-FAD8-4479-8F14-069D5955AD1E}" srcOrd="0" destOrd="0" presId="urn:microsoft.com/office/officeart/2009/layout/CirclePictureHierarchy"/>
    <dgm:cxn modelId="{975C3253-A86D-4AD2-AB9B-5E7C4F6718EC}" type="presParOf" srcId="{B5579831-FAD8-4479-8F14-069D5955AD1E}" destId="{2E3CF932-03F3-4989-95E7-116137B538C2}" srcOrd="0" destOrd="0" presId="urn:microsoft.com/office/officeart/2009/layout/CirclePictureHierarchy"/>
    <dgm:cxn modelId="{5C6511DF-5EE5-43E7-A442-96BD3AB7829E}" type="presParOf" srcId="{B5579831-FAD8-4479-8F14-069D5955AD1E}" destId="{89B69E45-5826-4EAF-861C-11CF6A4CD7AA}" srcOrd="1" destOrd="0" presId="urn:microsoft.com/office/officeart/2009/layout/CirclePictureHierarchy"/>
    <dgm:cxn modelId="{CD421984-A989-4741-B364-6B418DEB06CE}" type="presParOf" srcId="{E95B079E-BF85-4A6A-B5B5-BCCD24358A9E}" destId="{D2F907A6-4BB5-493B-9F61-FFD1D45663CA}" srcOrd="1" destOrd="0" presId="urn:microsoft.com/office/officeart/2009/layout/CirclePictureHierarchy"/>
    <dgm:cxn modelId="{DF4B3B76-CA4F-4224-93A4-AE1166A32AB9}" type="presParOf" srcId="{FF357B60-0D29-43D9-B515-84F14FADED91}" destId="{D582953F-A1E4-4DF4-A807-F4AFCAB85AFA}" srcOrd="2" destOrd="0" presId="urn:microsoft.com/office/officeart/2009/layout/CirclePictureHierarchy"/>
    <dgm:cxn modelId="{237DC290-D052-47FC-8862-7E3930DC1EA2}" type="presParOf" srcId="{FF357B60-0D29-43D9-B515-84F14FADED91}" destId="{9499BCC4-79A8-45B9-9B6D-C4807D178A14}" srcOrd="3" destOrd="0" presId="urn:microsoft.com/office/officeart/2009/layout/CirclePictureHierarchy"/>
    <dgm:cxn modelId="{C349BFE8-FC9A-4A76-8708-E23E3654E084}" type="presParOf" srcId="{9499BCC4-79A8-45B9-9B6D-C4807D178A14}" destId="{A08F96AD-B98E-495C-B835-E4456155C295}" srcOrd="0" destOrd="0" presId="urn:microsoft.com/office/officeart/2009/layout/CirclePictureHierarchy"/>
    <dgm:cxn modelId="{DFF5CE79-930C-4665-9DC0-297948AB6BAE}" type="presParOf" srcId="{A08F96AD-B98E-495C-B835-E4456155C295}" destId="{D6909D42-8A14-495A-A4C8-AE9F17BF44B5}" srcOrd="0" destOrd="0" presId="urn:microsoft.com/office/officeart/2009/layout/CirclePictureHierarchy"/>
    <dgm:cxn modelId="{32EFC7A6-76C4-4706-8361-3861C7C771E5}" type="presParOf" srcId="{A08F96AD-B98E-495C-B835-E4456155C295}" destId="{E0DD55A2-191E-4251-9468-D5A2F90E4FFA}" srcOrd="1" destOrd="0" presId="urn:microsoft.com/office/officeart/2009/layout/CirclePictureHierarchy"/>
    <dgm:cxn modelId="{60AECBE5-BC3B-4A6F-992F-2C39518F1CE3}" type="presParOf" srcId="{9499BCC4-79A8-45B9-9B6D-C4807D178A14}" destId="{C6064ECB-49E8-4A86-B09C-2F9DF745BB2B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222425-6D25-4D8B-9426-A66298ED454A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D31DDB-81AF-405A-B05F-A65FE3BF29CD}">
      <dgm:prSet phldrT="[Text]"/>
      <dgm:spPr/>
      <dgm:t>
        <a:bodyPr/>
        <a:lstStyle/>
        <a:p>
          <a:endParaRPr lang="en-US" dirty="0"/>
        </a:p>
      </dgm:t>
    </dgm:pt>
    <dgm:pt modelId="{3663084A-285E-47D8-AAEF-370F4DD0C20D}" type="parTrans" cxnId="{1C3B9B1C-BEB7-4D38-B87B-B8FBEB60A513}">
      <dgm:prSet/>
      <dgm:spPr/>
      <dgm:t>
        <a:bodyPr/>
        <a:lstStyle/>
        <a:p>
          <a:endParaRPr lang="en-US"/>
        </a:p>
      </dgm:t>
    </dgm:pt>
    <dgm:pt modelId="{E1CE1206-9ACC-4D78-AB0B-3180A313438A}" type="sibTrans" cxnId="{1C3B9B1C-BEB7-4D38-B87B-B8FBEB60A513}">
      <dgm:prSet/>
      <dgm:spPr/>
      <dgm:t>
        <a:bodyPr/>
        <a:lstStyle/>
        <a:p>
          <a:endParaRPr lang="en-US"/>
        </a:p>
      </dgm:t>
    </dgm:pt>
    <dgm:pt modelId="{12B2F92D-8B8C-493B-9084-DFCD25E2ED5F}">
      <dgm:prSet phldrT="[Text]"/>
      <dgm:spPr/>
      <dgm:t>
        <a:bodyPr/>
        <a:lstStyle/>
        <a:p>
          <a:r>
            <a:rPr lang="en-US" dirty="0"/>
            <a:t>0</a:t>
          </a:r>
        </a:p>
      </dgm:t>
    </dgm:pt>
    <dgm:pt modelId="{F47C3220-AEF7-4872-B846-2BFB7C45C745}" type="parTrans" cxnId="{FFCF98BB-58B7-4E5D-AA80-FD9DEB2248FD}">
      <dgm:prSet/>
      <dgm:spPr/>
      <dgm:t>
        <a:bodyPr/>
        <a:lstStyle/>
        <a:p>
          <a:endParaRPr lang="en-US"/>
        </a:p>
      </dgm:t>
    </dgm:pt>
    <dgm:pt modelId="{F2BD2398-FA68-4FA3-A952-5992FF38D149}" type="sibTrans" cxnId="{FFCF98BB-58B7-4E5D-AA80-FD9DEB2248FD}">
      <dgm:prSet/>
      <dgm:spPr/>
      <dgm:t>
        <a:bodyPr/>
        <a:lstStyle/>
        <a:p>
          <a:endParaRPr lang="en-US"/>
        </a:p>
      </dgm:t>
    </dgm:pt>
    <dgm:pt modelId="{4727C88A-8CE7-48D3-8531-97F85149A919}">
      <dgm:prSet phldrT="[Text]"/>
      <dgm:spPr/>
      <dgm:t>
        <a:bodyPr/>
        <a:lstStyle/>
        <a:p>
          <a:r>
            <a:rPr lang="en-US" dirty="0"/>
            <a:t>00</a:t>
          </a:r>
        </a:p>
      </dgm:t>
    </dgm:pt>
    <dgm:pt modelId="{A3238DB4-E820-49AE-8EB4-618E6AB46A40}" type="parTrans" cxnId="{F7527B07-E973-40CA-A037-78E885354014}">
      <dgm:prSet/>
      <dgm:spPr/>
      <dgm:t>
        <a:bodyPr/>
        <a:lstStyle/>
        <a:p>
          <a:endParaRPr lang="en-US"/>
        </a:p>
      </dgm:t>
    </dgm:pt>
    <dgm:pt modelId="{614785D9-739B-4999-8D32-913CE87D78BB}" type="sibTrans" cxnId="{F7527B07-E973-40CA-A037-78E885354014}">
      <dgm:prSet/>
      <dgm:spPr/>
      <dgm:t>
        <a:bodyPr/>
        <a:lstStyle/>
        <a:p>
          <a:endParaRPr lang="en-US"/>
        </a:p>
      </dgm:t>
    </dgm:pt>
    <dgm:pt modelId="{61A673A2-435A-457D-9E07-4B892AC01C95}">
      <dgm:prSet phldrT="[Text]"/>
      <dgm:spPr/>
      <dgm:t>
        <a:bodyPr/>
        <a:lstStyle/>
        <a:p>
          <a:r>
            <a:rPr lang="en-US" dirty="0"/>
            <a:t>01</a:t>
          </a:r>
        </a:p>
      </dgm:t>
    </dgm:pt>
    <dgm:pt modelId="{5088F7C8-90AE-47EE-84DF-336AF6172885}" type="parTrans" cxnId="{CD1C78D3-0B07-43C4-BC66-0B2403863C34}">
      <dgm:prSet/>
      <dgm:spPr/>
      <dgm:t>
        <a:bodyPr/>
        <a:lstStyle/>
        <a:p>
          <a:endParaRPr lang="en-US"/>
        </a:p>
      </dgm:t>
    </dgm:pt>
    <dgm:pt modelId="{63FE1C44-3A60-4B1B-8BA0-98C79F5BD27F}" type="sibTrans" cxnId="{CD1C78D3-0B07-43C4-BC66-0B2403863C34}">
      <dgm:prSet/>
      <dgm:spPr/>
      <dgm:t>
        <a:bodyPr/>
        <a:lstStyle/>
        <a:p>
          <a:endParaRPr lang="en-US"/>
        </a:p>
      </dgm:t>
    </dgm:pt>
    <dgm:pt modelId="{5D11F110-77D0-4814-8446-CBF9CE71D9A8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AECC71DC-A302-4355-B4B0-45DF580B6E43}" type="parTrans" cxnId="{15D421F7-CC38-4EE7-90DE-545042614A2B}">
      <dgm:prSet/>
      <dgm:spPr/>
      <dgm:t>
        <a:bodyPr/>
        <a:lstStyle/>
        <a:p>
          <a:endParaRPr lang="en-US"/>
        </a:p>
      </dgm:t>
    </dgm:pt>
    <dgm:pt modelId="{C1A0F246-F7EA-44AF-B92F-F6947ABBA370}" type="sibTrans" cxnId="{15D421F7-CC38-4EE7-90DE-545042614A2B}">
      <dgm:prSet/>
      <dgm:spPr/>
      <dgm:t>
        <a:bodyPr/>
        <a:lstStyle/>
        <a:p>
          <a:endParaRPr lang="en-US"/>
        </a:p>
      </dgm:t>
    </dgm:pt>
    <dgm:pt modelId="{00AB7751-DC52-4F4B-B7E8-7DB9C71312EA}">
      <dgm:prSet phldrT="[Text]"/>
      <dgm:spPr/>
      <dgm:t>
        <a:bodyPr/>
        <a:lstStyle/>
        <a:p>
          <a:r>
            <a:rPr lang="en-US" dirty="0"/>
            <a:t>10</a:t>
          </a:r>
        </a:p>
      </dgm:t>
    </dgm:pt>
    <dgm:pt modelId="{D3FA7D69-67E2-4299-8BA3-F0B85CC5D5A8}" type="parTrans" cxnId="{3657314A-8D63-40A4-81B0-6A842BB226AC}">
      <dgm:prSet/>
      <dgm:spPr/>
      <dgm:t>
        <a:bodyPr/>
        <a:lstStyle/>
        <a:p>
          <a:endParaRPr lang="en-US"/>
        </a:p>
      </dgm:t>
    </dgm:pt>
    <dgm:pt modelId="{4F0CDEA8-4B1D-4ADF-9927-81D0854C8C69}" type="sibTrans" cxnId="{3657314A-8D63-40A4-81B0-6A842BB226AC}">
      <dgm:prSet/>
      <dgm:spPr/>
      <dgm:t>
        <a:bodyPr/>
        <a:lstStyle/>
        <a:p>
          <a:endParaRPr lang="en-US"/>
        </a:p>
      </dgm:t>
    </dgm:pt>
    <dgm:pt modelId="{93892754-5ECA-4D9A-8DC9-356679BD608D}">
      <dgm:prSet phldrT="[Text]"/>
      <dgm:spPr/>
      <dgm:t>
        <a:bodyPr/>
        <a:lstStyle/>
        <a:p>
          <a:r>
            <a:rPr lang="en-US" dirty="0"/>
            <a:t>11</a:t>
          </a:r>
        </a:p>
      </dgm:t>
    </dgm:pt>
    <dgm:pt modelId="{0CC4E095-B579-4499-8672-14A3B798762D}" type="parTrans" cxnId="{D2E85440-65CF-4132-8282-9E80ADAB59E6}">
      <dgm:prSet/>
      <dgm:spPr/>
      <dgm:t>
        <a:bodyPr/>
        <a:lstStyle/>
        <a:p>
          <a:endParaRPr lang="en-US"/>
        </a:p>
      </dgm:t>
    </dgm:pt>
    <dgm:pt modelId="{95719921-A44A-46DD-A291-BE455A8AF896}" type="sibTrans" cxnId="{D2E85440-65CF-4132-8282-9E80ADAB59E6}">
      <dgm:prSet/>
      <dgm:spPr/>
      <dgm:t>
        <a:bodyPr/>
        <a:lstStyle/>
        <a:p>
          <a:endParaRPr lang="en-US"/>
        </a:p>
      </dgm:t>
    </dgm:pt>
    <dgm:pt modelId="{B0A10DE8-2DF2-4061-A153-F765BC0FA436}">
      <dgm:prSet phldrT="[Text]"/>
      <dgm:spPr/>
      <dgm:t>
        <a:bodyPr/>
        <a:lstStyle/>
        <a:p>
          <a:r>
            <a:rPr lang="en-US" dirty="0"/>
            <a:t>000</a:t>
          </a:r>
        </a:p>
      </dgm:t>
    </dgm:pt>
    <dgm:pt modelId="{A070603F-2855-4913-A35D-1D1DBE1ECD27}" type="parTrans" cxnId="{866FA088-FA0C-4C29-97E6-E59D39D1A3DB}">
      <dgm:prSet/>
      <dgm:spPr/>
      <dgm:t>
        <a:bodyPr/>
        <a:lstStyle/>
        <a:p>
          <a:endParaRPr lang="en-US"/>
        </a:p>
      </dgm:t>
    </dgm:pt>
    <dgm:pt modelId="{46011EC0-0837-4EB7-977C-293C0F0227E2}" type="sibTrans" cxnId="{866FA088-FA0C-4C29-97E6-E59D39D1A3DB}">
      <dgm:prSet/>
      <dgm:spPr/>
      <dgm:t>
        <a:bodyPr/>
        <a:lstStyle/>
        <a:p>
          <a:endParaRPr lang="en-US"/>
        </a:p>
      </dgm:t>
    </dgm:pt>
    <dgm:pt modelId="{AB8CE92F-2B2D-4024-8466-0586AC25AB60}">
      <dgm:prSet phldrT="[Text]"/>
      <dgm:spPr/>
      <dgm:t>
        <a:bodyPr/>
        <a:lstStyle/>
        <a:p>
          <a:r>
            <a:rPr lang="en-US" dirty="0"/>
            <a:t>001</a:t>
          </a:r>
        </a:p>
      </dgm:t>
    </dgm:pt>
    <dgm:pt modelId="{9F0C916C-1B4E-44E3-88E2-1BB6738B5C81}" type="parTrans" cxnId="{A57E3D4A-E0B4-4FCE-B030-1BB84483E909}">
      <dgm:prSet/>
      <dgm:spPr/>
      <dgm:t>
        <a:bodyPr/>
        <a:lstStyle/>
        <a:p>
          <a:endParaRPr lang="en-US"/>
        </a:p>
      </dgm:t>
    </dgm:pt>
    <dgm:pt modelId="{159F5E16-2370-4473-99A7-D59CF38CF5CD}" type="sibTrans" cxnId="{A57E3D4A-E0B4-4FCE-B030-1BB84483E909}">
      <dgm:prSet/>
      <dgm:spPr/>
      <dgm:t>
        <a:bodyPr/>
        <a:lstStyle/>
        <a:p>
          <a:endParaRPr lang="en-US"/>
        </a:p>
      </dgm:t>
    </dgm:pt>
    <dgm:pt modelId="{E22E366A-781A-4B36-822D-90B95C9EA77B}">
      <dgm:prSet phldrT="[Text]"/>
      <dgm:spPr/>
      <dgm:t>
        <a:bodyPr/>
        <a:lstStyle/>
        <a:p>
          <a:r>
            <a:rPr lang="en-US" dirty="0"/>
            <a:t>010</a:t>
          </a:r>
        </a:p>
      </dgm:t>
    </dgm:pt>
    <dgm:pt modelId="{37C23012-DACA-48D0-9623-858F691F766C}" type="parTrans" cxnId="{91044B39-2BCD-4DC7-9B9E-019E4BD7488C}">
      <dgm:prSet/>
      <dgm:spPr/>
      <dgm:t>
        <a:bodyPr/>
        <a:lstStyle/>
        <a:p>
          <a:endParaRPr lang="en-US"/>
        </a:p>
      </dgm:t>
    </dgm:pt>
    <dgm:pt modelId="{F8BF401D-29E8-47B6-9252-29D2B06F8A06}" type="sibTrans" cxnId="{91044B39-2BCD-4DC7-9B9E-019E4BD7488C}">
      <dgm:prSet/>
      <dgm:spPr/>
      <dgm:t>
        <a:bodyPr/>
        <a:lstStyle/>
        <a:p>
          <a:endParaRPr lang="en-US"/>
        </a:p>
      </dgm:t>
    </dgm:pt>
    <dgm:pt modelId="{532E9890-2140-4539-BAD0-F04B6DECBA2D}">
      <dgm:prSet phldrT="[Text]"/>
      <dgm:spPr/>
      <dgm:t>
        <a:bodyPr/>
        <a:lstStyle/>
        <a:p>
          <a:r>
            <a:rPr lang="en-US" dirty="0"/>
            <a:t>011</a:t>
          </a:r>
        </a:p>
      </dgm:t>
    </dgm:pt>
    <dgm:pt modelId="{AF962CAF-4140-4D85-A989-4B9CFAF4727E}" type="parTrans" cxnId="{34B7ABA5-8980-446E-9E2F-68A04C3B9CC8}">
      <dgm:prSet/>
      <dgm:spPr/>
      <dgm:t>
        <a:bodyPr/>
        <a:lstStyle/>
        <a:p>
          <a:endParaRPr lang="en-US"/>
        </a:p>
      </dgm:t>
    </dgm:pt>
    <dgm:pt modelId="{E629EFF1-B0B9-4F2A-AA62-B332B09F8508}" type="sibTrans" cxnId="{34B7ABA5-8980-446E-9E2F-68A04C3B9CC8}">
      <dgm:prSet/>
      <dgm:spPr/>
      <dgm:t>
        <a:bodyPr/>
        <a:lstStyle/>
        <a:p>
          <a:endParaRPr lang="en-US"/>
        </a:p>
      </dgm:t>
    </dgm:pt>
    <dgm:pt modelId="{9351FFA1-FFD0-4F84-B435-4E076DCCF2F3}">
      <dgm:prSet phldrT="[Text]"/>
      <dgm:spPr/>
      <dgm:t>
        <a:bodyPr/>
        <a:lstStyle/>
        <a:p>
          <a:r>
            <a:rPr lang="en-US" dirty="0"/>
            <a:t>100</a:t>
          </a:r>
        </a:p>
      </dgm:t>
    </dgm:pt>
    <dgm:pt modelId="{6E5B2170-3FEA-49CC-BCF2-2F6E5E0447C9}" type="parTrans" cxnId="{BF508BF2-23F3-4C9A-ABA8-D56790A7C8E7}">
      <dgm:prSet/>
      <dgm:spPr/>
      <dgm:t>
        <a:bodyPr/>
        <a:lstStyle/>
        <a:p>
          <a:endParaRPr lang="en-US"/>
        </a:p>
      </dgm:t>
    </dgm:pt>
    <dgm:pt modelId="{295C9A89-9DC9-4035-A200-CD40423940EF}" type="sibTrans" cxnId="{BF508BF2-23F3-4C9A-ABA8-D56790A7C8E7}">
      <dgm:prSet/>
      <dgm:spPr/>
      <dgm:t>
        <a:bodyPr/>
        <a:lstStyle/>
        <a:p>
          <a:endParaRPr lang="en-US"/>
        </a:p>
      </dgm:t>
    </dgm:pt>
    <dgm:pt modelId="{12A18A02-1957-4FE2-9AA7-A6DCCC4668B9}">
      <dgm:prSet phldrT="[Text]"/>
      <dgm:spPr/>
      <dgm:t>
        <a:bodyPr/>
        <a:lstStyle/>
        <a:p>
          <a:r>
            <a:rPr lang="en-US" dirty="0"/>
            <a:t>101</a:t>
          </a:r>
        </a:p>
      </dgm:t>
    </dgm:pt>
    <dgm:pt modelId="{1591179F-9259-44C1-AF98-C81809767388}" type="parTrans" cxnId="{2117E08E-AE5A-4556-AA9E-D6F4097720D3}">
      <dgm:prSet/>
      <dgm:spPr/>
      <dgm:t>
        <a:bodyPr/>
        <a:lstStyle/>
        <a:p>
          <a:endParaRPr lang="en-US"/>
        </a:p>
      </dgm:t>
    </dgm:pt>
    <dgm:pt modelId="{14F69394-9632-495E-817D-E18B25A5810D}" type="sibTrans" cxnId="{2117E08E-AE5A-4556-AA9E-D6F4097720D3}">
      <dgm:prSet/>
      <dgm:spPr/>
      <dgm:t>
        <a:bodyPr/>
        <a:lstStyle/>
        <a:p>
          <a:endParaRPr lang="en-US"/>
        </a:p>
      </dgm:t>
    </dgm:pt>
    <dgm:pt modelId="{55FBA790-26E4-4A9C-AC99-6992004AF661}">
      <dgm:prSet phldrT="[Text]"/>
      <dgm:spPr/>
      <dgm:t>
        <a:bodyPr/>
        <a:lstStyle/>
        <a:p>
          <a:r>
            <a:rPr lang="en-US" dirty="0"/>
            <a:t>110</a:t>
          </a:r>
        </a:p>
      </dgm:t>
    </dgm:pt>
    <dgm:pt modelId="{C9FD766D-9B48-484C-85E9-C22A38559DEF}" type="parTrans" cxnId="{204D9C4A-758D-4322-9EBF-BC7905DB610B}">
      <dgm:prSet/>
      <dgm:spPr/>
      <dgm:t>
        <a:bodyPr/>
        <a:lstStyle/>
        <a:p>
          <a:endParaRPr lang="en-US"/>
        </a:p>
      </dgm:t>
    </dgm:pt>
    <dgm:pt modelId="{6203F14D-55E3-41D7-B5BB-3037AE05BEE3}" type="sibTrans" cxnId="{204D9C4A-758D-4322-9EBF-BC7905DB610B}">
      <dgm:prSet/>
      <dgm:spPr/>
      <dgm:t>
        <a:bodyPr/>
        <a:lstStyle/>
        <a:p>
          <a:endParaRPr lang="en-US"/>
        </a:p>
      </dgm:t>
    </dgm:pt>
    <dgm:pt modelId="{E070A57E-1F1F-4F65-93FF-4C868045D50C}">
      <dgm:prSet phldrT="[Text]"/>
      <dgm:spPr/>
      <dgm:t>
        <a:bodyPr/>
        <a:lstStyle/>
        <a:p>
          <a:r>
            <a:rPr lang="en-US" dirty="0"/>
            <a:t>111</a:t>
          </a:r>
        </a:p>
      </dgm:t>
    </dgm:pt>
    <dgm:pt modelId="{D6D23A75-2C57-4E1C-A5A8-6C131405AE83}" type="parTrans" cxnId="{38CE95D7-555A-49BD-82C5-E8CA2992E933}">
      <dgm:prSet/>
      <dgm:spPr/>
      <dgm:t>
        <a:bodyPr/>
        <a:lstStyle/>
        <a:p>
          <a:endParaRPr lang="en-US"/>
        </a:p>
      </dgm:t>
    </dgm:pt>
    <dgm:pt modelId="{9A5D93BB-F4FC-4578-BF3D-F6BA6672C44E}" type="sibTrans" cxnId="{38CE95D7-555A-49BD-82C5-E8CA2992E933}">
      <dgm:prSet/>
      <dgm:spPr/>
      <dgm:t>
        <a:bodyPr/>
        <a:lstStyle/>
        <a:p>
          <a:endParaRPr lang="en-US"/>
        </a:p>
      </dgm:t>
    </dgm:pt>
    <dgm:pt modelId="{82D45EC8-7D3F-4499-9D7B-52697A83CBDE}" type="pres">
      <dgm:prSet presAssocID="{62222425-6D25-4D8B-9426-A66298ED45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9034368-C805-4251-BB16-B7CD7430DFF6}" type="pres">
      <dgm:prSet presAssocID="{BFD31DDB-81AF-405A-B05F-A65FE3BF29CD}" presName="hierRoot1" presStyleCnt="0"/>
      <dgm:spPr/>
    </dgm:pt>
    <dgm:pt modelId="{6A462961-366B-4D45-89D7-D5B843043D9D}" type="pres">
      <dgm:prSet presAssocID="{BFD31DDB-81AF-405A-B05F-A65FE3BF29CD}" presName="composite" presStyleCnt="0"/>
      <dgm:spPr/>
    </dgm:pt>
    <dgm:pt modelId="{6BC2B84B-B849-4C9B-AE7E-39F88DDB38F4}" type="pres">
      <dgm:prSet presAssocID="{BFD31DDB-81AF-405A-B05F-A65FE3BF29CD}" presName="image" presStyleLbl="node0" presStyleIdx="0" presStyleCnt="1"/>
      <dgm:spPr/>
    </dgm:pt>
    <dgm:pt modelId="{676CD1C2-E5E2-46C3-A1D7-E167CB2BBB25}" type="pres">
      <dgm:prSet presAssocID="{BFD31DDB-81AF-405A-B05F-A65FE3BF29CD}" presName="text" presStyleLbl="revTx" presStyleIdx="0" presStyleCnt="15">
        <dgm:presLayoutVars>
          <dgm:chPref val="3"/>
        </dgm:presLayoutVars>
      </dgm:prSet>
      <dgm:spPr/>
    </dgm:pt>
    <dgm:pt modelId="{3C380B9C-51BA-4636-B6B8-FD0569D38EA7}" type="pres">
      <dgm:prSet presAssocID="{BFD31DDB-81AF-405A-B05F-A65FE3BF29CD}" presName="hierChild2" presStyleCnt="0"/>
      <dgm:spPr/>
    </dgm:pt>
    <dgm:pt modelId="{D6ADE249-9F35-40DA-812D-4D3C01A47463}" type="pres">
      <dgm:prSet presAssocID="{F47C3220-AEF7-4872-B846-2BFB7C45C745}" presName="Name10" presStyleLbl="parChTrans1D2" presStyleIdx="0" presStyleCnt="2"/>
      <dgm:spPr/>
    </dgm:pt>
    <dgm:pt modelId="{69BD935B-D177-4BA7-BC81-B54F167A5B05}" type="pres">
      <dgm:prSet presAssocID="{12B2F92D-8B8C-493B-9084-DFCD25E2ED5F}" presName="hierRoot2" presStyleCnt="0"/>
      <dgm:spPr/>
    </dgm:pt>
    <dgm:pt modelId="{CBE36035-DE2B-4B50-B15C-20ADB66708D4}" type="pres">
      <dgm:prSet presAssocID="{12B2F92D-8B8C-493B-9084-DFCD25E2ED5F}" presName="composite2" presStyleCnt="0"/>
      <dgm:spPr/>
    </dgm:pt>
    <dgm:pt modelId="{CAE55F1E-C19F-4B66-8D23-E23D61C8274A}" type="pres">
      <dgm:prSet presAssocID="{12B2F92D-8B8C-493B-9084-DFCD25E2ED5F}" presName="image2" presStyleLbl="node2" presStyleIdx="0" presStyleCnt="2"/>
      <dgm:spPr/>
    </dgm:pt>
    <dgm:pt modelId="{9ADE254B-AB07-4F15-B082-A60445A66A30}" type="pres">
      <dgm:prSet presAssocID="{12B2F92D-8B8C-493B-9084-DFCD25E2ED5F}" presName="text2" presStyleLbl="revTx" presStyleIdx="1" presStyleCnt="15">
        <dgm:presLayoutVars>
          <dgm:chPref val="3"/>
        </dgm:presLayoutVars>
      </dgm:prSet>
      <dgm:spPr/>
    </dgm:pt>
    <dgm:pt modelId="{137D34E1-C591-46D9-A69E-33DF9C5646E4}" type="pres">
      <dgm:prSet presAssocID="{12B2F92D-8B8C-493B-9084-DFCD25E2ED5F}" presName="hierChild3" presStyleCnt="0"/>
      <dgm:spPr/>
    </dgm:pt>
    <dgm:pt modelId="{AC9DEF68-33FF-472B-9DEE-5655B74025FE}" type="pres">
      <dgm:prSet presAssocID="{A3238DB4-E820-49AE-8EB4-618E6AB46A40}" presName="Name17" presStyleLbl="parChTrans1D3" presStyleIdx="0" presStyleCnt="4"/>
      <dgm:spPr/>
    </dgm:pt>
    <dgm:pt modelId="{85ACCECE-3422-45C3-B816-548BDE8C35CF}" type="pres">
      <dgm:prSet presAssocID="{4727C88A-8CE7-48D3-8531-97F85149A919}" presName="hierRoot3" presStyleCnt="0"/>
      <dgm:spPr/>
    </dgm:pt>
    <dgm:pt modelId="{559DA7D7-8F31-4623-B971-EDBD43E3F4BC}" type="pres">
      <dgm:prSet presAssocID="{4727C88A-8CE7-48D3-8531-97F85149A919}" presName="composite3" presStyleCnt="0"/>
      <dgm:spPr/>
    </dgm:pt>
    <dgm:pt modelId="{F0378735-1767-4B95-A191-84FCF421923B}" type="pres">
      <dgm:prSet presAssocID="{4727C88A-8CE7-48D3-8531-97F85149A919}" presName="image3" presStyleLbl="node3" presStyleIdx="0" presStyleCnt="4"/>
      <dgm:spPr/>
    </dgm:pt>
    <dgm:pt modelId="{84A4564B-9AB7-4C8F-B8A8-39EFD12C3F04}" type="pres">
      <dgm:prSet presAssocID="{4727C88A-8CE7-48D3-8531-97F85149A919}" presName="text3" presStyleLbl="revTx" presStyleIdx="2" presStyleCnt="15">
        <dgm:presLayoutVars>
          <dgm:chPref val="3"/>
        </dgm:presLayoutVars>
      </dgm:prSet>
      <dgm:spPr/>
    </dgm:pt>
    <dgm:pt modelId="{3C5BD723-FD69-4D36-8EB7-31470A594C4E}" type="pres">
      <dgm:prSet presAssocID="{4727C88A-8CE7-48D3-8531-97F85149A919}" presName="hierChild4" presStyleCnt="0"/>
      <dgm:spPr/>
    </dgm:pt>
    <dgm:pt modelId="{35A4CF92-AAEF-402E-A11E-284E0F3CBD39}" type="pres">
      <dgm:prSet presAssocID="{A070603F-2855-4913-A35D-1D1DBE1ECD27}" presName="Name23" presStyleLbl="parChTrans1D4" presStyleIdx="0" presStyleCnt="8"/>
      <dgm:spPr/>
    </dgm:pt>
    <dgm:pt modelId="{6DBD82C3-A43D-4F30-ABD5-548DE9DABC7B}" type="pres">
      <dgm:prSet presAssocID="{B0A10DE8-2DF2-4061-A153-F765BC0FA436}" presName="hierRoot4" presStyleCnt="0"/>
      <dgm:spPr/>
    </dgm:pt>
    <dgm:pt modelId="{156C01FE-8395-41EA-8B81-FC0BF1980FC5}" type="pres">
      <dgm:prSet presAssocID="{B0A10DE8-2DF2-4061-A153-F765BC0FA436}" presName="composite4" presStyleCnt="0"/>
      <dgm:spPr/>
    </dgm:pt>
    <dgm:pt modelId="{31378BE1-73BB-4FBA-8B37-26EFF9163B79}" type="pres">
      <dgm:prSet presAssocID="{B0A10DE8-2DF2-4061-A153-F765BC0FA436}" presName="image4" presStyleLbl="node4" presStyleIdx="0" presStyleCnt="8"/>
      <dgm:spPr/>
    </dgm:pt>
    <dgm:pt modelId="{E9CEC15E-51D7-4F26-8AFB-875D60F417CD}" type="pres">
      <dgm:prSet presAssocID="{B0A10DE8-2DF2-4061-A153-F765BC0FA436}" presName="text4" presStyleLbl="revTx" presStyleIdx="3" presStyleCnt="15">
        <dgm:presLayoutVars>
          <dgm:chPref val="3"/>
        </dgm:presLayoutVars>
      </dgm:prSet>
      <dgm:spPr/>
    </dgm:pt>
    <dgm:pt modelId="{54B4CE1E-6618-4173-8B97-B42E581702B8}" type="pres">
      <dgm:prSet presAssocID="{B0A10DE8-2DF2-4061-A153-F765BC0FA436}" presName="hierChild5" presStyleCnt="0"/>
      <dgm:spPr/>
    </dgm:pt>
    <dgm:pt modelId="{D650D1E0-7F2E-426B-8C00-8AE85615FEAE}" type="pres">
      <dgm:prSet presAssocID="{9F0C916C-1B4E-44E3-88E2-1BB6738B5C81}" presName="Name23" presStyleLbl="parChTrans1D4" presStyleIdx="1" presStyleCnt="8"/>
      <dgm:spPr/>
    </dgm:pt>
    <dgm:pt modelId="{83E2F6E3-53BD-4E5B-B88E-FA332CAE77BC}" type="pres">
      <dgm:prSet presAssocID="{AB8CE92F-2B2D-4024-8466-0586AC25AB60}" presName="hierRoot4" presStyleCnt="0"/>
      <dgm:spPr/>
    </dgm:pt>
    <dgm:pt modelId="{71DA6488-A4D9-4FC8-B345-E15927F80B6E}" type="pres">
      <dgm:prSet presAssocID="{AB8CE92F-2B2D-4024-8466-0586AC25AB60}" presName="composite4" presStyleCnt="0"/>
      <dgm:spPr/>
    </dgm:pt>
    <dgm:pt modelId="{E88FCE21-AB7D-4D6A-B05D-0EC880AD204C}" type="pres">
      <dgm:prSet presAssocID="{AB8CE92F-2B2D-4024-8466-0586AC25AB60}" presName="image4" presStyleLbl="node4" presStyleIdx="1" presStyleCnt="8"/>
      <dgm:spPr/>
    </dgm:pt>
    <dgm:pt modelId="{17953249-6B62-4A5D-8B52-79726E159038}" type="pres">
      <dgm:prSet presAssocID="{AB8CE92F-2B2D-4024-8466-0586AC25AB60}" presName="text4" presStyleLbl="revTx" presStyleIdx="4" presStyleCnt="15">
        <dgm:presLayoutVars>
          <dgm:chPref val="3"/>
        </dgm:presLayoutVars>
      </dgm:prSet>
      <dgm:spPr/>
    </dgm:pt>
    <dgm:pt modelId="{84C5BD53-2299-4531-9908-D834393165AE}" type="pres">
      <dgm:prSet presAssocID="{AB8CE92F-2B2D-4024-8466-0586AC25AB60}" presName="hierChild5" presStyleCnt="0"/>
      <dgm:spPr/>
    </dgm:pt>
    <dgm:pt modelId="{D076B3B4-AFA5-47D6-90E3-8BACBD8D4168}" type="pres">
      <dgm:prSet presAssocID="{5088F7C8-90AE-47EE-84DF-336AF6172885}" presName="Name17" presStyleLbl="parChTrans1D3" presStyleIdx="1" presStyleCnt="4"/>
      <dgm:spPr/>
    </dgm:pt>
    <dgm:pt modelId="{EDB0A0DC-9478-44DC-AB84-E18245846904}" type="pres">
      <dgm:prSet presAssocID="{61A673A2-435A-457D-9E07-4B892AC01C95}" presName="hierRoot3" presStyleCnt="0"/>
      <dgm:spPr/>
    </dgm:pt>
    <dgm:pt modelId="{5D2C1107-BF0C-4711-8B45-B5694FB15CC5}" type="pres">
      <dgm:prSet presAssocID="{61A673A2-435A-457D-9E07-4B892AC01C95}" presName="composite3" presStyleCnt="0"/>
      <dgm:spPr/>
    </dgm:pt>
    <dgm:pt modelId="{4233B3E3-6C67-4C0E-96E4-BB2B0B75586A}" type="pres">
      <dgm:prSet presAssocID="{61A673A2-435A-457D-9E07-4B892AC01C95}" presName="image3" presStyleLbl="node3" presStyleIdx="1" presStyleCnt="4"/>
      <dgm:spPr/>
    </dgm:pt>
    <dgm:pt modelId="{5BF73AE5-E6A9-41E4-8D16-336CA1EA5BD6}" type="pres">
      <dgm:prSet presAssocID="{61A673A2-435A-457D-9E07-4B892AC01C95}" presName="text3" presStyleLbl="revTx" presStyleIdx="5" presStyleCnt="15">
        <dgm:presLayoutVars>
          <dgm:chPref val="3"/>
        </dgm:presLayoutVars>
      </dgm:prSet>
      <dgm:spPr/>
    </dgm:pt>
    <dgm:pt modelId="{EC4B6FA5-182C-4938-88F2-B08D9DDA4CF2}" type="pres">
      <dgm:prSet presAssocID="{61A673A2-435A-457D-9E07-4B892AC01C95}" presName="hierChild4" presStyleCnt="0"/>
      <dgm:spPr/>
    </dgm:pt>
    <dgm:pt modelId="{A859DEBA-34E2-4DBD-A5A2-28D2B6BFC38A}" type="pres">
      <dgm:prSet presAssocID="{37C23012-DACA-48D0-9623-858F691F766C}" presName="Name23" presStyleLbl="parChTrans1D4" presStyleIdx="2" presStyleCnt="8"/>
      <dgm:spPr/>
    </dgm:pt>
    <dgm:pt modelId="{99F13FB0-D398-4B08-AF92-18A52A25FDE8}" type="pres">
      <dgm:prSet presAssocID="{E22E366A-781A-4B36-822D-90B95C9EA77B}" presName="hierRoot4" presStyleCnt="0"/>
      <dgm:spPr/>
    </dgm:pt>
    <dgm:pt modelId="{46221D27-7BD5-4C72-A977-73A87EB68C39}" type="pres">
      <dgm:prSet presAssocID="{E22E366A-781A-4B36-822D-90B95C9EA77B}" presName="composite4" presStyleCnt="0"/>
      <dgm:spPr/>
    </dgm:pt>
    <dgm:pt modelId="{70D74900-69E9-4856-A95D-89F5FDD3E9E4}" type="pres">
      <dgm:prSet presAssocID="{E22E366A-781A-4B36-822D-90B95C9EA77B}" presName="image4" presStyleLbl="node4" presStyleIdx="2" presStyleCnt="8"/>
      <dgm:spPr/>
    </dgm:pt>
    <dgm:pt modelId="{5E1D0709-7034-4610-9B77-E6FCB24CD992}" type="pres">
      <dgm:prSet presAssocID="{E22E366A-781A-4B36-822D-90B95C9EA77B}" presName="text4" presStyleLbl="revTx" presStyleIdx="6" presStyleCnt="15">
        <dgm:presLayoutVars>
          <dgm:chPref val="3"/>
        </dgm:presLayoutVars>
      </dgm:prSet>
      <dgm:spPr/>
    </dgm:pt>
    <dgm:pt modelId="{BA53775C-8256-4ADB-A304-B08E4AC04BFA}" type="pres">
      <dgm:prSet presAssocID="{E22E366A-781A-4B36-822D-90B95C9EA77B}" presName="hierChild5" presStyleCnt="0"/>
      <dgm:spPr/>
    </dgm:pt>
    <dgm:pt modelId="{9CD62530-5B28-425A-BC02-E34319251B68}" type="pres">
      <dgm:prSet presAssocID="{AF962CAF-4140-4D85-A989-4B9CFAF4727E}" presName="Name23" presStyleLbl="parChTrans1D4" presStyleIdx="3" presStyleCnt="8"/>
      <dgm:spPr/>
    </dgm:pt>
    <dgm:pt modelId="{0F1BD5C8-5940-44B8-BBBA-B9FB1287873F}" type="pres">
      <dgm:prSet presAssocID="{532E9890-2140-4539-BAD0-F04B6DECBA2D}" presName="hierRoot4" presStyleCnt="0"/>
      <dgm:spPr/>
    </dgm:pt>
    <dgm:pt modelId="{DDC043DD-A3BB-42F5-8AA1-AD93BF7D1BA0}" type="pres">
      <dgm:prSet presAssocID="{532E9890-2140-4539-BAD0-F04B6DECBA2D}" presName="composite4" presStyleCnt="0"/>
      <dgm:spPr/>
    </dgm:pt>
    <dgm:pt modelId="{45356671-EB57-466D-8106-10BEE9E8A057}" type="pres">
      <dgm:prSet presAssocID="{532E9890-2140-4539-BAD0-F04B6DECBA2D}" presName="image4" presStyleLbl="node4" presStyleIdx="3" presStyleCnt="8"/>
      <dgm:spPr/>
    </dgm:pt>
    <dgm:pt modelId="{38799EC5-4B67-4BDB-B398-A17FE7C97B33}" type="pres">
      <dgm:prSet presAssocID="{532E9890-2140-4539-BAD0-F04B6DECBA2D}" presName="text4" presStyleLbl="revTx" presStyleIdx="7" presStyleCnt="15">
        <dgm:presLayoutVars>
          <dgm:chPref val="3"/>
        </dgm:presLayoutVars>
      </dgm:prSet>
      <dgm:spPr/>
    </dgm:pt>
    <dgm:pt modelId="{E42B6E8F-A2F1-4C78-9511-0232D1710F3E}" type="pres">
      <dgm:prSet presAssocID="{532E9890-2140-4539-BAD0-F04B6DECBA2D}" presName="hierChild5" presStyleCnt="0"/>
      <dgm:spPr/>
    </dgm:pt>
    <dgm:pt modelId="{9A78DEC2-0E8A-48F5-BBA4-71E5BF8FC3D8}" type="pres">
      <dgm:prSet presAssocID="{AECC71DC-A302-4355-B4B0-45DF580B6E43}" presName="Name10" presStyleLbl="parChTrans1D2" presStyleIdx="1" presStyleCnt="2"/>
      <dgm:spPr/>
    </dgm:pt>
    <dgm:pt modelId="{741A59A1-3BF8-4091-BAFC-C93C09AC177D}" type="pres">
      <dgm:prSet presAssocID="{5D11F110-77D0-4814-8446-CBF9CE71D9A8}" presName="hierRoot2" presStyleCnt="0"/>
      <dgm:spPr/>
    </dgm:pt>
    <dgm:pt modelId="{38930689-8848-4BAB-97CD-AE550C2EB541}" type="pres">
      <dgm:prSet presAssocID="{5D11F110-77D0-4814-8446-CBF9CE71D9A8}" presName="composite2" presStyleCnt="0"/>
      <dgm:spPr/>
    </dgm:pt>
    <dgm:pt modelId="{A71313E5-2DD8-450D-AA94-93DCA40D8A75}" type="pres">
      <dgm:prSet presAssocID="{5D11F110-77D0-4814-8446-CBF9CE71D9A8}" presName="image2" presStyleLbl="node2" presStyleIdx="1" presStyleCnt="2"/>
      <dgm:spPr/>
    </dgm:pt>
    <dgm:pt modelId="{371DD64E-BB9A-4F95-AFDF-7E283A8FB183}" type="pres">
      <dgm:prSet presAssocID="{5D11F110-77D0-4814-8446-CBF9CE71D9A8}" presName="text2" presStyleLbl="revTx" presStyleIdx="8" presStyleCnt="15">
        <dgm:presLayoutVars>
          <dgm:chPref val="3"/>
        </dgm:presLayoutVars>
      </dgm:prSet>
      <dgm:spPr/>
    </dgm:pt>
    <dgm:pt modelId="{0DAD8494-9B2E-46A5-BD1F-7707C681CE8C}" type="pres">
      <dgm:prSet presAssocID="{5D11F110-77D0-4814-8446-CBF9CE71D9A8}" presName="hierChild3" presStyleCnt="0"/>
      <dgm:spPr/>
    </dgm:pt>
    <dgm:pt modelId="{A62C44E4-ADA3-4A06-91A0-E4D74AB3101E}" type="pres">
      <dgm:prSet presAssocID="{D3FA7D69-67E2-4299-8BA3-F0B85CC5D5A8}" presName="Name17" presStyleLbl="parChTrans1D3" presStyleIdx="2" presStyleCnt="4"/>
      <dgm:spPr/>
    </dgm:pt>
    <dgm:pt modelId="{33B33122-20DB-42DA-AD28-9E538BD950E4}" type="pres">
      <dgm:prSet presAssocID="{00AB7751-DC52-4F4B-B7E8-7DB9C71312EA}" presName="hierRoot3" presStyleCnt="0"/>
      <dgm:spPr/>
    </dgm:pt>
    <dgm:pt modelId="{A3D78DBC-D4F3-41D3-826E-E66AC4DBAD22}" type="pres">
      <dgm:prSet presAssocID="{00AB7751-DC52-4F4B-B7E8-7DB9C71312EA}" presName="composite3" presStyleCnt="0"/>
      <dgm:spPr/>
    </dgm:pt>
    <dgm:pt modelId="{15D941F4-E666-404F-931A-47AFD41A8665}" type="pres">
      <dgm:prSet presAssocID="{00AB7751-DC52-4F4B-B7E8-7DB9C71312EA}" presName="image3" presStyleLbl="node3" presStyleIdx="2" presStyleCnt="4"/>
      <dgm:spPr/>
    </dgm:pt>
    <dgm:pt modelId="{DD72F8D6-541C-4DD8-9291-3393D2674493}" type="pres">
      <dgm:prSet presAssocID="{00AB7751-DC52-4F4B-B7E8-7DB9C71312EA}" presName="text3" presStyleLbl="revTx" presStyleIdx="9" presStyleCnt="15">
        <dgm:presLayoutVars>
          <dgm:chPref val="3"/>
        </dgm:presLayoutVars>
      </dgm:prSet>
      <dgm:spPr/>
    </dgm:pt>
    <dgm:pt modelId="{DC6BB136-F534-40CF-B092-EF8B65FD337E}" type="pres">
      <dgm:prSet presAssocID="{00AB7751-DC52-4F4B-B7E8-7DB9C71312EA}" presName="hierChild4" presStyleCnt="0"/>
      <dgm:spPr/>
    </dgm:pt>
    <dgm:pt modelId="{BDCF35DD-CCBD-4FF1-A561-6773EBD720E0}" type="pres">
      <dgm:prSet presAssocID="{6E5B2170-3FEA-49CC-BCF2-2F6E5E0447C9}" presName="Name23" presStyleLbl="parChTrans1D4" presStyleIdx="4" presStyleCnt="8"/>
      <dgm:spPr/>
    </dgm:pt>
    <dgm:pt modelId="{8C89BF53-2792-4367-BA9D-D472A8E6EA6C}" type="pres">
      <dgm:prSet presAssocID="{9351FFA1-FFD0-4F84-B435-4E076DCCF2F3}" presName="hierRoot4" presStyleCnt="0"/>
      <dgm:spPr/>
    </dgm:pt>
    <dgm:pt modelId="{C4E71C3A-D2B9-4F95-854D-5164AD953510}" type="pres">
      <dgm:prSet presAssocID="{9351FFA1-FFD0-4F84-B435-4E076DCCF2F3}" presName="composite4" presStyleCnt="0"/>
      <dgm:spPr/>
    </dgm:pt>
    <dgm:pt modelId="{93ADDC6F-4833-4C9B-92F7-A997CCE88E51}" type="pres">
      <dgm:prSet presAssocID="{9351FFA1-FFD0-4F84-B435-4E076DCCF2F3}" presName="image4" presStyleLbl="node4" presStyleIdx="4" presStyleCnt="8"/>
      <dgm:spPr/>
    </dgm:pt>
    <dgm:pt modelId="{55351619-78DA-4C06-9C09-3F241DBF9008}" type="pres">
      <dgm:prSet presAssocID="{9351FFA1-FFD0-4F84-B435-4E076DCCF2F3}" presName="text4" presStyleLbl="revTx" presStyleIdx="10" presStyleCnt="15">
        <dgm:presLayoutVars>
          <dgm:chPref val="3"/>
        </dgm:presLayoutVars>
      </dgm:prSet>
      <dgm:spPr/>
    </dgm:pt>
    <dgm:pt modelId="{472BE0D2-F0F1-4C56-9C10-687718DCC075}" type="pres">
      <dgm:prSet presAssocID="{9351FFA1-FFD0-4F84-B435-4E076DCCF2F3}" presName="hierChild5" presStyleCnt="0"/>
      <dgm:spPr/>
    </dgm:pt>
    <dgm:pt modelId="{8793099F-09B0-45B2-AA6D-64A68C5B6EE1}" type="pres">
      <dgm:prSet presAssocID="{1591179F-9259-44C1-AF98-C81809767388}" presName="Name23" presStyleLbl="parChTrans1D4" presStyleIdx="5" presStyleCnt="8"/>
      <dgm:spPr/>
    </dgm:pt>
    <dgm:pt modelId="{F20ADE0B-6BE0-4C34-B3D5-135CA0C96158}" type="pres">
      <dgm:prSet presAssocID="{12A18A02-1957-4FE2-9AA7-A6DCCC4668B9}" presName="hierRoot4" presStyleCnt="0"/>
      <dgm:spPr/>
    </dgm:pt>
    <dgm:pt modelId="{85AE5C68-A8D3-4D27-B2BC-29DD8F0B3DE5}" type="pres">
      <dgm:prSet presAssocID="{12A18A02-1957-4FE2-9AA7-A6DCCC4668B9}" presName="composite4" presStyleCnt="0"/>
      <dgm:spPr/>
    </dgm:pt>
    <dgm:pt modelId="{D0A72916-F732-400C-840E-CDA1AE425116}" type="pres">
      <dgm:prSet presAssocID="{12A18A02-1957-4FE2-9AA7-A6DCCC4668B9}" presName="image4" presStyleLbl="node4" presStyleIdx="5" presStyleCnt="8"/>
      <dgm:spPr/>
    </dgm:pt>
    <dgm:pt modelId="{6E42574F-B20A-475F-A768-861106CDCC65}" type="pres">
      <dgm:prSet presAssocID="{12A18A02-1957-4FE2-9AA7-A6DCCC4668B9}" presName="text4" presStyleLbl="revTx" presStyleIdx="11" presStyleCnt="15">
        <dgm:presLayoutVars>
          <dgm:chPref val="3"/>
        </dgm:presLayoutVars>
      </dgm:prSet>
      <dgm:spPr/>
    </dgm:pt>
    <dgm:pt modelId="{9B490386-1595-4483-B1B0-DA37EF86CD53}" type="pres">
      <dgm:prSet presAssocID="{12A18A02-1957-4FE2-9AA7-A6DCCC4668B9}" presName="hierChild5" presStyleCnt="0"/>
      <dgm:spPr/>
    </dgm:pt>
    <dgm:pt modelId="{A74F1DD8-D5E6-468A-99E5-4BD8DE9BD90E}" type="pres">
      <dgm:prSet presAssocID="{0CC4E095-B579-4499-8672-14A3B798762D}" presName="Name17" presStyleLbl="parChTrans1D3" presStyleIdx="3" presStyleCnt="4"/>
      <dgm:spPr/>
    </dgm:pt>
    <dgm:pt modelId="{852CF4F1-B880-49A8-80E8-B78DA43B18CF}" type="pres">
      <dgm:prSet presAssocID="{93892754-5ECA-4D9A-8DC9-356679BD608D}" presName="hierRoot3" presStyleCnt="0"/>
      <dgm:spPr/>
    </dgm:pt>
    <dgm:pt modelId="{B0FAB7FC-7534-49F8-8286-09FAFFD5909B}" type="pres">
      <dgm:prSet presAssocID="{93892754-5ECA-4D9A-8DC9-356679BD608D}" presName="composite3" presStyleCnt="0"/>
      <dgm:spPr/>
    </dgm:pt>
    <dgm:pt modelId="{F881A462-697D-49DF-BDAA-18C064836F11}" type="pres">
      <dgm:prSet presAssocID="{93892754-5ECA-4D9A-8DC9-356679BD608D}" presName="image3" presStyleLbl="node3" presStyleIdx="3" presStyleCnt="4"/>
      <dgm:spPr/>
    </dgm:pt>
    <dgm:pt modelId="{A44B5226-5E83-47F5-9BD1-8F12B789F2F2}" type="pres">
      <dgm:prSet presAssocID="{93892754-5ECA-4D9A-8DC9-356679BD608D}" presName="text3" presStyleLbl="revTx" presStyleIdx="12" presStyleCnt="15">
        <dgm:presLayoutVars>
          <dgm:chPref val="3"/>
        </dgm:presLayoutVars>
      </dgm:prSet>
      <dgm:spPr/>
    </dgm:pt>
    <dgm:pt modelId="{FF357B60-0D29-43D9-B515-84F14FADED91}" type="pres">
      <dgm:prSet presAssocID="{93892754-5ECA-4D9A-8DC9-356679BD608D}" presName="hierChild4" presStyleCnt="0"/>
      <dgm:spPr/>
    </dgm:pt>
    <dgm:pt modelId="{E86901CA-99B0-4CB3-B0F4-A993BA6DE831}" type="pres">
      <dgm:prSet presAssocID="{C9FD766D-9B48-484C-85E9-C22A38559DEF}" presName="Name23" presStyleLbl="parChTrans1D4" presStyleIdx="6" presStyleCnt="8"/>
      <dgm:spPr/>
    </dgm:pt>
    <dgm:pt modelId="{E95B079E-BF85-4A6A-B5B5-BCCD24358A9E}" type="pres">
      <dgm:prSet presAssocID="{55FBA790-26E4-4A9C-AC99-6992004AF661}" presName="hierRoot4" presStyleCnt="0"/>
      <dgm:spPr/>
    </dgm:pt>
    <dgm:pt modelId="{B5579831-FAD8-4479-8F14-069D5955AD1E}" type="pres">
      <dgm:prSet presAssocID="{55FBA790-26E4-4A9C-AC99-6992004AF661}" presName="composite4" presStyleCnt="0"/>
      <dgm:spPr/>
    </dgm:pt>
    <dgm:pt modelId="{2E3CF932-03F3-4989-95E7-116137B538C2}" type="pres">
      <dgm:prSet presAssocID="{55FBA790-26E4-4A9C-AC99-6992004AF661}" presName="image4" presStyleLbl="node4" presStyleIdx="6" presStyleCnt="8"/>
      <dgm:spPr/>
    </dgm:pt>
    <dgm:pt modelId="{89B69E45-5826-4EAF-861C-11CF6A4CD7AA}" type="pres">
      <dgm:prSet presAssocID="{55FBA790-26E4-4A9C-AC99-6992004AF661}" presName="text4" presStyleLbl="revTx" presStyleIdx="13" presStyleCnt="15">
        <dgm:presLayoutVars>
          <dgm:chPref val="3"/>
        </dgm:presLayoutVars>
      </dgm:prSet>
      <dgm:spPr/>
    </dgm:pt>
    <dgm:pt modelId="{D2F907A6-4BB5-493B-9F61-FFD1D45663CA}" type="pres">
      <dgm:prSet presAssocID="{55FBA790-26E4-4A9C-AC99-6992004AF661}" presName="hierChild5" presStyleCnt="0"/>
      <dgm:spPr/>
    </dgm:pt>
    <dgm:pt modelId="{D582953F-A1E4-4DF4-A807-F4AFCAB85AFA}" type="pres">
      <dgm:prSet presAssocID="{D6D23A75-2C57-4E1C-A5A8-6C131405AE83}" presName="Name23" presStyleLbl="parChTrans1D4" presStyleIdx="7" presStyleCnt="8"/>
      <dgm:spPr/>
    </dgm:pt>
    <dgm:pt modelId="{9499BCC4-79A8-45B9-9B6D-C4807D178A14}" type="pres">
      <dgm:prSet presAssocID="{E070A57E-1F1F-4F65-93FF-4C868045D50C}" presName="hierRoot4" presStyleCnt="0"/>
      <dgm:spPr/>
    </dgm:pt>
    <dgm:pt modelId="{A08F96AD-B98E-495C-B835-E4456155C295}" type="pres">
      <dgm:prSet presAssocID="{E070A57E-1F1F-4F65-93FF-4C868045D50C}" presName="composite4" presStyleCnt="0"/>
      <dgm:spPr/>
    </dgm:pt>
    <dgm:pt modelId="{D6909D42-8A14-495A-A4C8-AE9F17BF44B5}" type="pres">
      <dgm:prSet presAssocID="{E070A57E-1F1F-4F65-93FF-4C868045D50C}" presName="image4" presStyleLbl="node4" presStyleIdx="7" presStyleCnt="8"/>
      <dgm:spPr/>
    </dgm:pt>
    <dgm:pt modelId="{E0DD55A2-191E-4251-9468-D5A2F90E4FFA}" type="pres">
      <dgm:prSet presAssocID="{E070A57E-1F1F-4F65-93FF-4C868045D50C}" presName="text4" presStyleLbl="revTx" presStyleIdx="14" presStyleCnt="15">
        <dgm:presLayoutVars>
          <dgm:chPref val="3"/>
        </dgm:presLayoutVars>
      </dgm:prSet>
      <dgm:spPr/>
    </dgm:pt>
    <dgm:pt modelId="{C6064ECB-49E8-4A86-B09C-2F9DF745BB2B}" type="pres">
      <dgm:prSet presAssocID="{E070A57E-1F1F-4F65-93FF-4C868045D50C}" presName="hierChild5" presStyleCnt="0"/>
      <dgm:spPr/>
    </dgm:pt>
  </dgm:ptLst>
  <dgm:cxnLst>
    <dgm:cxn modelId="{2A871A02-4128-4758-882D-6097B9253A1C}" type="presOf" srcId="{AECC71DC-A302-4355-B4B0-45DF580B6E43}" destId="{9A78DEC2-0E8A-48F5-BBA4-71E5BF8FC3D8}" srcOrd="0" destOrd="0" presId="urn:microsoft.com/office/officeart/2009/layout/CirclePictureHierarchy"/>
    <dgm:cxn modelId="{F7527B07-E973-40CA-A037-78E885354014}" srcId="{12B2F92D-8B8C-493B-9084-DFCD25E2ED5F}" destId="{4727C88A-8CE7-48D3-8531-97F85149A919}" srcOrd="0" destOrd="0" parTransId="{A3238DB4-E820-49AE-8EB4-618E6AB46A40}" sibTransId="{614785D9-739B-4999-8D32-913CE87D78BB}"/>
    <dgm:cxn modelId="{A2905F0C-DEDE-48FA-898D-5B560DE75B6C}" type="presOf" srcId="{AB8CE92F-2B2D-4024-8466-0586AC25AB60}" destId="{17953249-6B62-4A5D-8B52-79726E159038}" srcOrd="0" destOrd="0" presId="urn:microsoft.com/office/officeart/2009/layout/CirclePictureHierarchy"/>
    <dgm:cxn modelId="{68EC290E-57EF-4520-B884-9197E645DA34}" type="presOf" srcId="{12A18A02-1957-4FE2-9AA7-A6DCCC4668B9}" destId="{6E42574F-B20A-475F-A768-861106CDCC65}" srcOrd="0" destOrd="0" presId="urn:microsoft.com/office/officeart/2009/layout/CirclePictureHierarchy"/>
    <dgm:cxn modelId="{42A4FC0E-7A14-422A-9465-37CDA525E7F2}" type="presOf" srcId="{D6D23A75-2C57-4E1C-A5A8-6C131405AE83}" destId="{D582953F-A1E4-4DF4-A807-F4AFCAB85AFA}" srcOrd="0" destOrd="0" presId="urn:microsoft.com/office/officeart/2009/layout/CirclePictureHierarchy"/>
    <dgm:cxn modelId="{D9D59F19-8EAD-4222-97B0-ADEB76BDE1AA}" type="presOf" srcId="{5088F7C8-90AE-47EE-84DF-336AF6172885}" destId="{D076B3B4-AFA5-47D6-90E3-8BACBD8D4168}" srcOrd="0" destOrd="0" presId="urn:microsoft.com/office/officeart/2009/layout/CirclePictureHierarchy"/>
    <dgm:cxn modelId="{1C3B9B1C-BEB7-4D38-B87B-B8FBEB60A513}" srcId="{62222425-6D25-4D8B-9426-A66298ED454A}" destId="{BFD31DDB-81AF-405A-B05F-A65FE3BF29CD}" srcOrd="0" destOrd="0" parTransId="{3663084A-285E-47D8-AAEF-370F4DD0C20D}" sibTransId="{E1CE1206-9ACC-4D78-AB0B-3180A313438A}"/>
    <dgm:cxn modelId="{7D69F01D-2D03-4DD5-B2EA-6B9540EB4DAC}" type="presOf" srcId="{A3238DB4-E820-49AE-8EB4-618E6AB46A40}" destId="{AC9DEF68-33FF-472B-9DEE-5655B74025FE}" srcOrd="0" destOrd="0" presId="urn:microsoft.com/office/officeart/2009/layout/CirclePictureHierarchy"/>
    <dgm:cxn modelId="{BD75C223-CE65-4E11-ACFF-8C2AC4FE9CA0}" type="presOf" srcId="{62222425-6D25-4D8B-9426-A66298ED454A}" destId="{82D45EC8-7D3F-4499-9D7B-52697A83CBDE}" srcOrd="0" destOrd="0" presId="urn:microsoft.com/office/officeart/2009/layout/CirclePictureHierarchy"/>
    <dgm:cxn modelId="{2E9D8A2B-108E-423D-BF06-F203C4E82FB7}" type="presOf" srcId="{9F0C916C-1B4E-44E3-88E2-1BB6738B5C81}" destId="{D650D1E0-7F2E-426B-8C00-8AE85615FEAE}" srcOrd="0" destOrd="0" presId="urn:microsoft.com/office/officeart/2009/layout/CirclePictureHierarchy"/>
    <dgm:cxn modelId="{61841B2E-0B71-49A2-8074-B4DDDAC3EDCE}" type="presOf" srcId="{AF962CAF-4140-4D85-A989-4B9CFAF4727E}" destId="{9CD62530-5B28-425A-BC02-E34319251B68}" srcOrd="0" destOrd="0" presId="urn:microsoft.com/office/officeart/2009/layout/CirclePictureHierarchy"/>
    <dgm:cxn modelId="{956E8833-C909-4E7B-A9EC-53A2F99D7AA3}" type="presOf" srcId="{E22E366A-781A-4B36-822D-90B95C9EA77B}" destId="{5E1D0709-7034-4610-9B77-E6FCB24CD992}" srcOrd="0" destOrd="0" presId="urn:microsoft.com/office/officeart/2009/layout/CirclePictureHierarchy"/>
    <dgm:cxn modelId="{E34F4D35-D13A-4DAD-9033-86E2E513BC08}" type="presOf" srcId="{D3FA7D69-67E2-4299-8BA3-F0B85CC5D5A8}" destId="{A62C44E4-ADA3-4A06-91A0-E4D74AB3101E}" srcOrd="0" destOrd="0" presId="urn:microsoft.com/office/officeart/2009/layout/CirclePictureHierarchy"/>
    <dgm:cxn modelId="{8E909135-D4F2-4BA1-A54F-3A84CE1A9E66}" type="presOf" srcId="{6E5B2170-3FEA-49CC-BCF2-2F6E5E0447C9}" destId="{BDCF35DD-CCBD-4FF1-A561-6773EBD720E0}" srcOrd="0" destOrd="0" presId="urn:microsoft.com/office/officeart/2009/layout/CirclePictureHierarchy"/>
    <dgm:cxn modelId="{E8344D37-3E5F-40C2-BF76-2269514DDBAD}" type="presOf" srcId="{B0A10DE8-2DF2-4061-A153-F765BC0FA436}" destId="{E9CEC15E-51D7-4F26-8AFB-875D60F417CD}" srcOrd="0" destOrd="0" presId="urn:microsoft.com/office/officeart/2009/layout/CirclePictureHierarchy"/>
    <dgm:cxn modelId="{91044B39-2BCD-4DC7-9B9E-019E4BD7488C}" srcId="{61A673A2-435A-457D-9E07-4B892AC01C95}" destId="{E22E366A-781A-4B36-822D-90B95C9EA77B}" srcOrd="0" destOrd="0" parTransId="{37C23012-DACA-48D0-9623-858F691F766C}" sibTransId="{F8BF401D-29E8-47B6-9252-29D2B06F8A06}"/>
    <dgm:cxn modelId="{D2E85440-65CF-4132-8282-9E80ADAB59E6}" srcId="{5D11F110-77D0-4814-8446-CBF9CE71D9A8}" destId="{93892754-5ECA-4D9A-8DC9-356679BD608D}" srcOrd="1" destOrd="0" parTransId="{0CC4E095-B579-4499-8672-14A3B798762D}" sibTransId="{95719921-A44A-46DD-A291-BE455A8AF896}"/>
    <dgm:cxn modelId="{80B86046-F772-4F7B-9D0C-79FECB71D71D}" type="presOf" srcId="{55FBA790-26E4-4A9C-AC99-6992004AF661}" destId="{89B69E45-5826-4EAF-861C-11CF6A4CD7AA}" srcOrd="0" destOrd="0" presId="urn:microsoft.com/office/officeart/2009/layout/CirclePictureHierarchy"/>
    <dgm:cxn modelId="{3657314A-8D63-40A4-81B0-6A842BB226AC}" srcId="{5D11F110-77D0-4814-8446-CBF9CE71D9A8}" destId="{00AB7751-DC52-4F4B-B7E8-7DB9C71312EA}" srcOrd="0" destOrd="0" parTransId="{D3FA7D69-67E2-4299-8BA3-F0B85CC5D5A8}" sibTransId="{4F0CDEA8-4B1D-4ADF-9927-81D0854C8C69}"/>
    <dgm:cxn modelId="{A57E3D4A-E0B4-4FCE-B030-1BB84483E909}" srcId="{4727C88A-8CE7-48D3-8531-97F85149A919}" destId="{AB8CE92F-2B2D-4024-8466-0586AC25AB60}" srcOrd="1" destOrd="0" parTransId="{9F0C916C-1B4E-44E3-88E2-1BB6738B5C81}" sibTransId="{159F5E16-2370-4473-99A7-D59CF38CF5CD}"/>
    <dgm:cxn modelId="{204D9C4A-758D-4322-9EBF-BC7905DB610B}" srcId="{93892754-5ECA-4D9A-8DC9-356679BD608D}" destId="{55FBA790-26E4-4A9C-AC99-6992004AF661}" srcOrd="0" destOrd="0" parTransId="{C9FD766D-9B48-484C-85E9-C22A38559DEF}" sibTransId="{6203F14D-55E3-41D7-B5BB-3037AE05BEE3}"/>
    <dgm:cxn modelId="{9C785D67-BD8F-4598-B25F-DB3E01B00A39}" type="presOf" srcId="{61A673A2-435A-457D-9E07-4B892AC01C95}" destId="{5BF73AE5-E6A9-41E4-8D16-336CA1EA5BD6}" srcOrd="0" destOrd="0" presId="urn:microsoft.com/office/officeart/2009/layout/CirclePictureHierarchy"/>
    <dgm:cxn modelId="{D5197A7D-1740-4A29-9968-020A8EE1BA38}" type="presOf" srcId="{E070A57E-1F1F-4F65-93FF-4C868045D50C}" destId="{E0DD55A2-191E-4251-9468-D5A2F90E4FFA}" srcOrd="0" destOrd="0" presId="urn:microsoft.com/office/officeart/2009/layout/CirclePictureHierarchy"/>
    <dgm:cxn modelId="{866FA088-FA0C-4C29-97E6-E59D39D1A3DB}" srcId="{4727C88A-8CE7-48D3-8531-97F85149A919}" destId="{B0A10DE8-2DF2-4061-A153-F765BC0FA436}" srcOrd="0" destOrd="0" parTransId="{A070603F-2855-4913-A35D-1D1DBE1ECD27}" sibTransId="{46011EC0-0837-4EB7-977C-293C0F0227E2}"/>
    <dgm:cxn modelId="{2117E08E-AE5A-4556-AA9E-D6F4097720D3}" srcId="{00AB7751-DC52-4F4B-B7E8-7DB9C71312EA}" destId="{12A18A02-1957-4FE2-9AA7-A6DCCC4668B9}" srcOrd="1" destOrd="0" parTransId="{1591179F-9259-44C1-AF98-C81809767388}" sibTransId="{14F69394-9632-495E-817D-E18B25A5810D}"/>
    <dgm:cxn modelId="{34B7ABA5-8980-446E-9E2F-68A04C3B9CC8}" srcId="{61A673A2-435A-457D-9E07-4B892AC01C95}" destId="{532E9890-2140-4539-BAD0-F04B6DECBA2D}" srcOrd="1" destOrd="0" parTransId="{AF962CAF-4140-4D85-A989-4B9CFAF4727E}" sibTransId="{E629EFF1-B0B9-4F2A-AA62-B332B09F8508}"/>
    <dgm:cxn modelId="{24DED0A8-72DC-4BD0-BF6C-7E7E2B223EF1}" type="presOf" srcId="{1591179F-9259-44C1-AF98-C81809767388}" destId="{8793099F-09B0-45B2-AA6D-64A68C5B6EE1}" srcOrd="0" destOrd="0" presId="urn:microsoft.com/office/officeart/2009/layout/CirclePictureHierarchy"/>
    <dgm:cxn modelId="{FB728BAB-B43F-4EB8-B4D6-50BC913E0216}" type="presOf" srcId="{00AB7751-DC52-4F4B-B7E8-7DB9C71312EA}" destId="{DD72F8D6-541C-4DD8-9291-3393D2674493}" srcOrd="0" destOrd="0" presId="urn:microsoft.com/office/officeart/2009/layout/CirclePictureHierarchy"/>
    <dgm:cxn modelId="{42569DB6-B7BE-49A5-A24D-0825C056E823}" type="presOf" srcId="{F47C3220-AEF7-4872-B846-2BFB7C45C745}" destId="{D6ADE249-9F35-40DA-812D-4D3C01A47463}" srcOrd="0" destOrd="0" presId="urn:microsoft.com/office/officeart/2009/layout/CirclePictureHierarchy"/>
    <dgm:cxn modelId="{D3B34FBB-55FC-4CFB-88FE-77D29DCA6C40}" type="presOf" srcId="{532E9890-2140-4539-BAD0-F04B6DECBA2D}" destId="{38799EC5-4B67-4BDB-B398-A17FE7C97B33}" srcOrd="0" destOrd="0" presId="urn:microsoft.com/office/officeart/2009/layout/CirclePictureHierarchy"/>
    <dgm:cxn modelId="{FFCF98BB-58B7-4E5D-AA80-FD9DEB2248FD}" srcId="{BFD31DDB-81AF-405A-B05F-A65FE3BF29CD}" destId="{12B2F92D-8B8C-493B-9084-DFCD25E2ED5F}" srcOrd="0" destOrd="0" parTransId="{F47C3220-AEF7-4872-B846-2BFB7C45C745}" sibTransId="{F2BD2398-FA68-4FA3-A952-5992FF38D149}"/>
    <dgm:cxn modelId="{EA7C49BC-0314-4870-86A3-E3E6F9F2987A}" type="presOf" srcId="{5D11F110-77D0-4814-8446-CBF9CE71D9A8}" destId="{371DD64E-BB9A-4F95-AFDF-7E283A8FB183}" srcOrd="0" destOrd="0" presId="urn:microsoft.com/office/officeart/2009/layout/CirclePictureHierarchy"/>
    <dgm:cxn modelId="{942A41C6-4C5C-4956-9F69-3ECEFDD34FCF}" type="presOf" srcId="{37C23012-DACA-48D0-9623-858F691F766C}" destId="{A859DEBA-34E2-4DBD-A5A2-28D2B6BFC38A}" srcOrd="0" destOrd="0" presId="urn:microsoft.com/office/officeart/2009/layout/CirclePictureHierarchy"/>
    <dgm:cxn modelId="{7F6C63C6-91A7-44F5-924D-2CE8CEB18AED}" type="presOf" srcId="{12B2F92D-8B8C-493B-9084-DFCD25E2ED5F}" destId="{9ADE254B-AB07-4F15-B082-A60445A66A30}" srcOrd="0" destOrd="0" presId="urn:microsoft.com/office/officeart/2009/layout/CirclePictureHierarchy"/>
    <dgm:cxn modelId="{9C7D12D1-56A0-4A4C-8927-64AA5C953CFE}" type="presOf" srcId="{9351FFA1-FFD0-4F84-B435-4E076DCCF2F3}" destId="{55351619-78DA-4C06-9C09-3F241DBF9008}" srcOrd="0" destOrd="0" presId="urn:microsoft.com/office/officeart/2009/layout/CirclePictureHierarchy"/>
    <dgm:cxn modelId="{D789BED2-0B1A-49D6-8A11-F7BF8C147AD2}" type="presOf" srcId="{4727C88A-8CE7-48D3-8531-97F85149A919}" destId="{84A4564B-9AB7-4C8F-B8A8-39EFD12C3F04}" srcOrd="0" destOrd="0" presId="urn:microsoft.com/office/officeart/2009/layout/CirclePictureHierarchy"/>
    <dgm:cxn modelId="{CD1C78D3-0B07-43C4-BC66-0B2403863C34}" srcId="{12B2F92D-8B8C-493B-9084-DFCD25E2ED5F}" destId="{61A673A2-435A-457D-9E07-4B892AC01C95}" srcOrd="1" destOrd="0" parTransId="{5088F7C8-90AE-47EE-84DF-336AF6172885}" sibTransId="{63FE1C44-3A60-4B1B-8BA0-98C79F5BD27F}"/>
    <dgm:cxn modelId="{38CE95D7-555A-49BD-82C5-E8CA2992E933}" srcId="{93892754-5ECA-4D9A-8DC9-356679BD608D}" destId="{E070A57E-1F1F-4F65-93FF-4C868045D50C}" srcOrd="1" destOrd="0" parTransId="{D6D23A75-2C57-4E1C-A5A8-6C131405AE83}" sibTransId="{9A5D93BB-F4FC-4578-BF3D-F6BA6672C44E}"/>
    <dgm:cxn modelId="{BF508BF2-23F3-4C9A-ABA8-D56790A7C8E7}" srcId="{00AB7751-DC52-4F4B-B7E8-7DB9C71312EA}" destId="{9351FFA1-FFD0-4F84-B435-4E076DCCF2F3}" srcOrd="0" destOrd="0" parTransId="{6E5B2170-3FEA-49CC-BCF2-2F6E5E0447C9}" sibTransId="{295C9A89-9DC9-4035-A200-CD40423940EF}"/>
    <dgm:cxn modelId="{15D421F7-CC38-4EE7-90DE-545042614A2B}" srcId="{BFD31DDB-81AF-405A-B05F-A65FE3BF29CD}" destId="{5D11F110-77D0-4814-8446-CBF9CE71D9A8}" srcOrd="1" destOrd="0" parTransId="{AECC71DC-A302-4355-B4B0-45DF580B6E43}" sibTransId="{C1A0F246-F7EA-44AF-B92F-F6947ABBA370}"/>
    <dgm:cxn modelId="{67D352FA-0794-417F-9438-A8D0A482472D}" type="presOf" srcId="{A070603F-2855-4913-A35D-1D1DBE1ECD27}" destId="{35A4CF92-AAEF-402E-A11E-284E0F3CBD39}" srcOrd="0" destOrd="0" presId="urn:microsoft.com/office/officeart/2009/layout/CirclePictureHierarchy"/>
    <dgm:cxn modelId="{DF66DCFC-7E23-49CE-87F4-2DAD24F50BD5}" type="presOf" srcId="{93892754-5ECA-4D9A-8DC9-356679BD608D}" destId="{A44B5226-5E83-47F5-9BD1-8F12B789F2F2}" srcOrd="0" destOrd="0" presId="urn:microsoft.com/office/officeart/2009/layout/CirclePictureHierarchy"/>
    <dgm:cxn modelId="{3E2403FD-C4B6-4CFF-8E81-7AA03AC81CF0}" type="presOf" srcId="{BFD31DDB-81AF-405A-B05F-A65FE3BF29CD}" destId="{676CD1C2-E5E2-46C3-A1D7-E167CB2BBB25}" srcOrd="0" destOrd="0" presId="urn:microsoft.com/office/officeart/2009/layout/CirclePictureHierarchy"/>
    <dgm:cxn modelId="{165603FF-A2AC-4809-B134-4AEFDD59F9DC}" type="presOf" srcId="{0CC4E095-B579-4499-8672-14A3B798762D}" destId="{A74F1DD8-D5E6-468A-99E5-4BD8DE9BD90E}" srcOrd="0" destOrd="0" presId="urn:microsoft.com/office/officeart/2009/layout/CirclePictureHierarchy"/>
    <dgm:cxn modelId="{6C58DFFF-4002-43C0-A374-B84382C0C6FD}" type="presOf" srcId="{C9FD766D-9B48-484C-85E9-C22A38559DEF}" destId="{E86901CA-99B0-4CB3-B0F4-A993BA6DE831}" srcOrd="0" destOrd="0" presId="urn:microsoft.com/office/officeart/2009/layout/CirclePictureHierarchy"/>
    <dgm:cxn modelId="{BBB9E9DE-7791-4674-9FE5-D46CB2AD2C26}" type="presParOf" srcId="{82D45EC8-7D3F-4499-9D7B-52697A83CBDE}" destId="{19034368-C805-4251-BB16-B7CD7430DFF6}" srcOrd="0" destOrd="0" presId="urn:microsoft.com/office/officeart/2009/layout/CirclePictureHierarchy"/>
    <dgm:cxn modelId="{D8E3E231-FA54-4080-8AA9-B962AC955878}" type="presParOf" srcId="{19034368-C805-4251-BB16-B7CD7430DFF6}" destId="{6A462961-366B-4D45-89D7-D5B843043D9D}" srcOrd="0" destOrd="0" presId="urn:microsoft.com/office/officeart/2009/layout/CirclePictureHierarchy"/>
    <dgm:cxn modelId="{EF554773-AD6B-4497-9850-8997E1800AA4}" type="presParOf" srcId="{6A462961-366B-4D45-89D7-D5B843043D9D}" destId="{6BC2B84B-B849-4C9B-AE7E-39F88DDB38F4}" srcOrd="0" destOrd="0" presId="urn:microsoft.com/office/officeart/2009/layout/CirclePictureHierarchy"/>
    <dgm:cxn modelId="{141D0D0E-6E1E-4689-8C4F-D4211D5FD256}" type="presParOf" srcId="{6A462961-366B-4D45-89D7-D5B843043D9D}" destId="{676CD1C2-E5E2-46C3-A1D7-E167CB2BBB25}" srcOrd="1" destOrd="0" presId="urn:microsoft.com/office/officeart/2009/layout/CirclePictureHierarchy"/>
    <dgm:cxn modelId="{308AA623-89BB-4ECD-8B64-2726790C40D8}" type="presParOf" srcId="{19034368-C805-4251-BB16-B7CD7430DFF6}" destId="{3C380B9C-51BA-4636-B6B8-FD0569D38EA7}" srcOrd="1" destOrd="0" presId="urn:microsoft.com/office/officeart/2009/layout/CirclePictureHierarchy"/>
    <dgm:cxn modelId="{FEE59DDC-6C17-4555-95ED-53457C874978}" type="presParOf" srcId="{3C380B9C-51BA-4636-B6B8-FD0569D38EA7}" destId="{D6ADE249-9F35-40DA-812D-4D3C01A47463}" srcOrd="0" destOrd="0" presId="urn:microsoft.com/office/officeart/2009/layout/CirclePictureHierarchy"/>
    <dgm:cxn modelId="{F8882E63-75ED-40BB-BDED-7F64DA48A07A}" type="presParOf" srcId="{3C380B9C-51BA-4636-B6B8-FD0569D38EA7}" destId="{69BD935B-D177-4BA7-BC81-B54F167A5B05}" srcOrd="1" destOrd="0" presId="urn:microsoft.com/office/officeart/2009/layout/CirclePictureHierarchy"/>
    <dgm:cxn modelId="{4BA21692-92F2-4AC3-A5E7-DFC53CE2F288}" type="presParOf" srcId="{69BD935B-D177-4BA7-BC81-B54F167A5B05}" destId="{CBE36035-DE2B-4B50-B15C-20ADB66708D4}" srcOrd="0" destOrd="0" presId="urn:microsoft.com/office/officeart/2009/layout/CirclePictureHierarchy"/>
    <dgm:cxn modelId="{A060E3CD-3054-4249-89F1-0036FA614A56}" type="presParOf" srcId="{CBE36035-DE2B-4B50-B15C-20ADB66708D4}" destId="{CAE55F1E-C19F-4B66-8D23-E23D61C8274A}" srcOrd="0" destOrd="0" presId="urn:microsoft.com/office/officeart/2009/layout/CirclePictureHierarchy"/>
    <dgm:cxn modelId="{48E6EA12-E731-4578-AB32-E04C1EB207EE}" type="presParOf" srcId="{CBE36035-DE2B-4B50-B15C-20ADB66708D4}" destId="{9ADE254B-AB07-4F15-B082-A60445A66A30}" srcOrd="1" destOrd="0" presId="urn:microsoft.com/office/officeart/2009/layout/CirclePictureHierarchy"/>
    <dgm:cxn modelId="{1C5C7E54-5BD4-458F-8057-ADF2F84B53E1}" type="presParOf" srcId="{69BD935B-D177-4BA7-BC81-B54F167A5B05}" destId="{137D34E1-C591-46D9-A69E-33DF9C5646E4}" srcOrd="1" destOrd="0" presId="urn:microsoft.com/office/officeart/2009/layout/CirclePictureHierarchy"/>
    <dgm:cxn modelId="{9A94B685-9309-41C4-8F08-16B2E640A0A9}" type="presParOf" srcId="{137D34E1-C591-46D9-A69E-33DF9C5646E4}" destId="{AC9DEF68-33FF-472B-9DEE-5655B74025FE}" srcOrd="0" destOrd="0" presId="urn:microsoft.com/office/officeart/2009/layout/CirclePictureHierarchy"/>
    <dgm:cxn modelId="{6D72E91D-2D63-45D5-8BCC-F85F8D6416EB}" type="presParOf" srcId="{137D34E1-C591-46D9-A69E-33DF9C5646E4}" destId="{85ACCECE-3422-45C3-B816-548BDE8C35CF}" srcOrd="1" destOrd="0" presId="urn:microsoft.com/office/officeart/2009/layout/CirclePictureHierarchy"/>
    <dgm:cxn modelId="{DAB3666C-69B6-49F9-910F-2FD2CC44EDAB}" type="presParOf" srcId="{85ACCECE-3422-45C3-B816-548BDE8C35CF}" destId="{559DA7D7-8F31-4623-B971-EDBD43E3F4BC}" srcOrd="0" destOrd="0" presId="urn:microsoft.com/office/officeart/2009/layout/CirclePictureHierarchy"/>
    <dgm:cxn modelId="{617FA213-BC1C-4FDA-BCA7-B06E79DB1E29}" type="presParOf" srcId="{559DA7D7-8F31-4623-B971-EDBD43E3F4BC}" destId="{F0378735-1767-4B95-A191-84FCF421923B}" srcOrd="0" destOrd="0" presId="urn:microsoft.com/office/officeart/2009/layout/CirclePictureHierarchy"/>
    <dgm:cxn modelId="{F74F3C06-1C94-481B-9F73-570FE5DF4D64}" type="presParOf" srcId="{559DA7D7-8F31-4623-B971-EDBD43E3F4BC}" destId="{84A4564B-9AB7-4C8F-B8A8-39EFD12C3F04}" srcOrd="1" destOrd="0" presId="urn:microsoft.com/office/officeart/2009/layout/CirclePictureHierarchy"/>
    <dgm:cxn modelId="{4D3BF935-4CAF-4EFF-A48B-5BCFDFDFC75B}" type="presParOf" srcId="{85ACCECE-3422-45C3-B816-548BDE8C35CF}" destId="{3C5BD723-FD69-4D36-8EB7-31470A594C4E}" srcOrd="1" destOrd="0" presId="urn:microsoft.com/office/officeart/2009/layout/CirclePictureHierarchy"/>
    <dgm:cxn modelId="{5B09D541-86B5-45A0-9213-BCEE053FC511}" type="presParOf" srcId="{3C5BD723-FD69-4D36-8EB7-31470A594C4E}" destId="{35A4CF92-AAEF-402E-A11E-284E0F3CBD39}" srcOrd="0" destOrd="0" presId="urn:microsoft.com/office/officeart/2009/layout/CirclePictureHierarchy"/>
    <dgm:cxn modelId="{369D25AA-C70A-4AA2-8D13-43CA0DB2BA0B}" type="presParOf" srcId="{3C5BD723-FD69-4D36-8EB7-31470A594C4E}" destId="{6DBD82C3-A43D-4F30-ABD5-548DE9DABC7B}" srcOrd="1" destOrd="0" presId="urn:microsoft.com/office/officeart/2009/layout/CirclePictureHierarchy"/>
    <dgm:cxn modelId="{57845D92-1140-4062-A1EF-62A980CAA2C4}" type="presParOf" srcId="{6DBD82C3-A43D-4F30-ABD5-548DE9DABC7B}" destId="{156C01FE-8395-41EA-8B81-FC0BF1980FC5}" srcOrd="0" destOrd="0" presId="urn:microsoft.com/office/officeart/2009/layout/CirclePictureHierarchy"/>
    <dgm:cxn modelId="{28E62147-9780-41E5-A2F1-3E05F4F4B1CE}" type="presParOf" srcId="{156C01FE-8395-41EA-8B81-FC0BF1980FC5}" destId="{31378BE1-73BB-4FBA-8B37-26EFF9163B79}" srcOrd="0" destOrd="0" presId="urn:microsoft.com/office/officeart/2009/layout/CirclePictureHierarchy"/>
    <dgm:cxn modelId="{A2762EDE-5471-4631-BE5E-826EDFD02185}" type="presParOf" srcId="{156C01FE-8395-41EA-8B81-FC0BF1980FC5}" destId="{E9CEC15E-51D7-4F26-8AFB-875D60F417CD}" srcOrd="1" destOrd="0" presId="urn:microsoft.com/office/officeart/2009/layout/CirclePictureHierarchy"/>
    <dgm:cxn modelId="{CCAFE853-3B95-4422-9154-28307EF1824A}" type="presParOf" srcId="{6DBD82C3-A43D-4F30-ABD5-548DE9DABC7B}" destId="{54B4CE1E-6618-4173-8B97-B42E581702B8}" srcOrd="1" destOrd="0" presId="urn:microsoft.com/office/officeart/2009/layout/CirclePictureHierarchy"/>
    <dgm:cxn modelId="{958EFDD2-4CE2-4793-A1EF-C938EC55C89F}" type="presParOf" srcId="{3C5BD723-FD69-4D36-8EB7-31470A594C4E}" destId="{D650D1E0-7F2E-426B-8C00-8AE85615FEAE}" srcOrd="2" destOrd="0" presId="urn:microsoft.com/office/officeart/2009/layout/CirclePictureHierarchy"/>
    <dgm:cxn modelId="{34D2C8E9-AD14-4133-98A0-05B17FDF4ECE}" type="presParOf" srcId="{3C5BD723-FD69-4D36-8EB7-31470A594C4E}" destId="{83E2F6E3-53BD-4E5B-B88E-FA332CAE77BC}" srcOrd="3" destOrd="0" presId="urn:microsoft.com/office/officeart/2009/layout/CirclePictureHierarchy"/>
    <dgm:cxn modelId="{16348FD0-F6EB-4295-8893-AE0A84EC0B98}" type="presParOf" srcId="{83E2F6E3-53BD-4E5B-B88E-FA332CAE77BC}" destId="{71DA6488-A4D9-4FC8-B345-E15927F80B6E}" srcOrd="0" destOrd="0" presId="urn:microsoft.com/office/officeart/2009/layout/CirclePictureHierarchy"/>
    <dgm:cxn modelId="{2301A2CF-A8CF-451F-A568-6EBD3B2F8238}" type="presParOf" srcId="{71DA6488-A4D9-4FC8-B345-E15927F80B6E}" destId="{E88FCE21-AB7D-4D6A-B05D-0EC880AD204C}" srcOrd="0" destOrd="0" presId="urn:microsoft.com/office/officeart/2009/layout/CirclePictureHierarchy"/>
    <dgm:cxn modelId="{1765BF1C-0DC6-4D6F-9549-3F03E5D60D37}" type="presParOf" srcId="{71DA6488-A4D9-4FC8-B345-E15927F80B6E}" destId="{17953249-6B62-4A5D-8B52-79726E159038}" srcOrd="1" destOrd="0" presId="urn:microsoft.com/office/officeart/2009/layout/CirclePictureHierarchy"/>
    <dgm:cxn modelId="{DE4FA6B7-C0A0-4062-B886-7F38AA6CEEF7}" type="presParOf" srcId="{83E2F6E3-53BD-4E5B-B88E-FA332CAE77BC}" destId="{84C5BD53-2299-4531-9908-D834393165AE}" srcOrd="1" destOrd="0" presId="urn:microsoft.com/office/officeart/2009/layout/CirclePictureHierarchy"/>
    <dgm:cxn modelId="{3C53865C-0878-4A13-B594-658B7821C9BF}" type="presParOf" srcId="{137D34E1-C591-46D9-A69E-33DF9C5646E4}" destId="{D076B3B4-AFA5-47D6-90E3-8BACBD8D4168}" srcOrd="2" destOrd="0" presId="urn:microsoft.com/office/officeart/2009/layout/CirclePictureHierarchy"/>
    <dgm:cxn modelId="{8B7BEA40-0672-447A-87FF-728C7887D9D8}" type="presParOf" srcId="{137D34E1-C591-46D9-A69E-33DF9C5646E4}" destId="{EDB0A0DC-9478-44DC-AB84-E18245846904}" srcOrd="3" destOrd="0" presId="urn:microsoft.com/office/officeart/2009/layout/CirclePictureHierarchy"/>
    <dgm:cxn modelId="{4E23EDB0-5DF9-43D2-AD79-CDDAF028421A}" type="presParOf" srcId="{EDB0A0DC-9478-44DC-AB84-E18245846904}" destId="{5D2C1107-BF0C-4711-8B45-B5694FB15CC5}" srcOrd="0" destOrd="0" presId="urn:microsoft.com/office/officeart/2009/layout/CirclePictureHierarchy"/>
    <dgm:cxn modelId="{05C75CA0-733C-4594-9691-AC6A732AA65B}" type="presParOf" srcId="{5D2C1107-BF0C-4711-8B45-B5694FB15CC5}" destId="{4233B3E3-6C67-4C0E-96E4-BB2B0B75586A}" srcOrd="0" destOrd="0" presId="urn:microsoft.com/office/officeart/2009/layout/CirclePictureHierarchy"/>
    <dgm:cxn modelId="{3415C1C7-1EB6-4622-8354-8A32EC32DC36}" type="presParOf" srcId="{5D2C1107-BF0C-4711-8B45-B5694FB15CC5}" destId="{5BF73AE5-E6A9-41E4-8D16-336CA1EA5BD6}" srcOrd="1" destOrd="0" presId="urn:microsoft.com/office/officeart/2009/layout/CirclePictureHierarchy"/>
    <dgm:cxn modelId="{F291CAFE-2B50-4D0A-BA17-B89A1BF6E404}" type="presParOf" srcId="{EDB0A0DC-9478-44DC-AB84-E18245846904}" destId="{EC4B6FA5-182C-4938-88F2-B08D9DDA4CF2}" srcOrd="1" destOrd="0" presId="urn:microsoft.com/office/officeart/2009/layout/CirclePictureHierarchy"/>
    <dgm:cxn modelId="{4370478D-6C8C-46A4-92A8-10427B51C4B0}" type="presParOf" srcId="{EC4B6FA5-182C-4938-88F2-B08D9DDA4CF2}" destId="{A859DEBA-34E2-4DBD-A5A2-28D2B6BFC38A}" srcOrd="0" destOrd="0" presId="urn:microsoft.com/office/officeart/2009/layout/CirclePictureHierarchy"/>
    <dgm:cxn modelId="{E419AB36-F0BB-49C2-9E0B-5C13D8364886}" type="presParOf" srcId="{EC4B6FA5-182C-4938-88F2-B08D9DDA4CF2}" destId="{99F13FB0-D398-4B08-AF92-18A52A25FDE8}" srcOrd="1" destOrd="0" presId="urn:microsoft.com/office/officeart/2009/layout/CirclePictureHierarchy"/>
    <dgm:cxn modelId="{F305EE61-B280-4599-98AC-994675ADC408}" type="presParOf" srcId="{99F13FB0-D398-4B08-AF92-18A52A25FDE8}" destId="{46221D27-7BD5-4C72-A977-73A87EB68C39}" srcOrd="0" destOrd="0" presId="urn:microsoft.com/office/officeart/2009/layout/CirclePictureHierarchy"/>
    <dgm:cxn modelId="{FB0C275D-DA77-4D38-B31D-43BE19602293}" type="presParOf" srcId="{46221D27-7BD5-4C72-A977-73A87EB68C39}" destId="{70D74900-69E9-4856-A95D-89F5FDD3E9E4}" srcOrd="0" destOrd="0" presId="urn:microsoft.com/office/officeart/2009/layout/CirclePictureHierarchy"/>
    <dgm:cxn modelId="{C2E1F4EA-4FA2-4163-B8E0-37AE852DF514}" type="presParOf" srcId="{46221D27-7BD5-4C72-A977-73A87EB68C39}" destId="{5E1D0709-7034-4610-9B77-E6FCB24CD992}" srcOrd="1" destOrd="0" presId="urn:microsoft.com/office/officeart/2009/layout/CirclePictureHierarchy"/>
    <dgm:cxn modelId="{CB616374-D015-4A75-B400-5E5EEDD8A6BD}" type="presParOf" srcId="{99F13FB0-D398-4B08-AF92-18A52A25FDE8}" destId="{BA53775C-8256-4ADB-A304-B08E4AC04BFA}" srcOrd="1" destOrd="0" presId="urn:microsoft.com/office/officeart/2009/layout/CirclePictureHierarchy"/>
    <dgm:cxn modelId="{AB345A45-23EB-4F94-BAD2-E1832489D703}" type="presParOf" srcId="{EC4B6FA5-182C-4938-88F2-B08D9DDA4CF2}" destId="{9CD62530-5B28-425A-BC02-E34319251B68}" srcOrd="2" destOrd="0" presId="urn:microsoft.com/office/officeart/2009/layout/CirclePictureHierarchy"/>
    <dgm:cxn modelId="{1690C8DA-9959-4159-B338-7D9C55DF29CD}" type="presParOf" srcId="{EC4B6FA5-182C-4938-88F2-B08D9DDA4CF2}" destId="{0F1BD5C8-5940-44B8-BBBA-B9FB1287873F}" srcOrd="3" destOrd="0" presId="urn:microsoft.com/office/officeart/2009/layout/CirclePictureHierarchy"/>
    <dgm:cxn modelId="{CEA673CB-0A34-459A-8026-7676BF9CACD8}" type="presParOf" srcId="{0F1BD5C8-5940-44B8-BBBA-B9FB1287873F}" destId="{DDC043DD-A3BB-42F5-8AA1-AD93BF7D1BA0}" srcOrd="0" destOrd="0" presId="urn:microsoft.com/office/officeart/2009/layout/CirclePictureHierarchy"/>
    <dgm:cxn modelId="{758A8E42-1D63-4149-8FC7-2CB004C816A4}" type="presParOf" srcId="{DDC043DD-A3BB-42F5-8AA1-AD93BF7D1BA0}" destId="{45356671-EB57-466D-8106-10BEE9E8A057}" srcOrd="0" destOrd="0" presId="urn:microsoft.com/office/officeart/2009/layout/CirclePictureHierarchy"/>
    <dgm:cxn modelId="{4DA5EEA1-D909-46CE-BE4F-623325CC6488}" type="presParOf" srcId="{DDC043DD-A3BB-42F5-8AA1-AD93BF7D1BA0}" destId="{38799EC5-4B67-4BDB-B398-A17FE7C97B33}" srcOrd="1" destOrd="0" presId="urn:microsoft.com/office/officeart/2009/layout/CirclePictureHierarchy"/>
    <dgm:cxn modelId="{BA4D856C-A946-4D2C-BA18-4AE72325F401}" type="presParOf" srcId="{0F1BD5C8-5940-44B8-BBBA-B9FB1287873F}" destId="{E42B6E8F-A2F1-4C78-9511-0232D1710F3E}" srcOrd="1" destOrd="0" presId="urn:microsoft.com/office/officeart/2009/layout/CirclePictureHierarchy"/>
    <dgm:cxn modelId="{E734CA5E-24A2-4717-A5B1-1FC20427E286}" type="presParOf" srcId="{3C380B9C-51BA-4636-B6B8-FD0569D38EA7}" destId="{9A78DEC2-0E8A-48F5-BBA4-71E5BF8FC3D8}" srcOrd="2" destOrd="0" presId="urn:microsoft.com/office/officeart/2009/layout/CirclePictureHierarchy"/>
    <dgm:cxn modelId="{6FA26492-17C3-4327-8CF7-E40E70D0CC3B}" type="presParOf" srcId="{3C380B9C-51BA-4636-B6B8-FD0569D38EA7}" destId="{741A59A1-3BF8-4091-BAFC-C93C09AC177D}" srcOrd="3" destOrd="0" presId="urn:microsoft.com/office/officeart/2009/layout/CirclePictureHierarchy"/>
    <dgm:cxn modelId="{1EE05BE7-1783-415D-9C41-81F8822BF515}" type="presParOf" srcId="{741A59A1-3BF8-4091-BAFC-C93C09AC177D}" destId="{38930689-8848-4BAB-97CD-AE550C2EB541}" srcOrd="0" destOrd="0" presId="urn:microsoft.com/office/officeart/2009/layout/CirclePictureHierarchy"/>
    <dgm:cxn modelId="{C8CA07C0-38F7-41DD-A9BE-5E86050CD494}" type="presParOf" srcId="{38930689-8848-4BAB-97CD-AE550C2EB541}" destId="{A71313E5-2DD8-450D-AA94-93DCA40D8A75}" srcOrd="0" destOrd="0" presId="urn:microsoft.com/office/officeart/2009/layout/CirclePictureHierarchy"/>
    <dgm:cxn modelId="{2F51A481-173A-43A4-915F-B52398EE91EE}" type="presParOf" srcId="{38930689-8848-4BAB-97CD-AE550C2EB541}" destId="{371DD64E-BB9A-4F95-AFDF-7E283A8FB183}" srcOrd="1" destOrd="0" presId="urn:microsoft.com/office/officeart/2009/layout/CirclePictureHierarchy"/>
    <dgm:cxn modelId="{ED724A70-3CB8-48D9-B278-D937D8DECCE0}" type="presParOf" srcId="{741A59A1-3BF8-4091-BAFC-C93C09AC177D}" destId="{0DAD8494-9B2E-46A5-BD1F-7707C681CE8C}" srcOrd="1" destOrd="0" presId="urn:microsoft.com/office/officeart/2009/layout/CirclePictureHierarchy"/>
    <dgm:cxn modelId="{71C96B59-2B86-4854-8DEC-453AE51F398F}" type="presParOf" srcId="{0DAD8494-9B2E-46A5-BD1F-7707C681CE8C}" destId="{A62C44E4-ADA3-4A06-91A0-E4D74AB3101E}" srcOrd="0" destOrd="0" presId="urn:microsoft.com/office/officeart/2009/layout/CirclePictureHierarchy"/>
    <dgm:cxn modelId="{D127F876-595B-45D3-82D3-E5ED4E047B31}" type="presParOf" srcId="{0DAD8494-9B2E-46A5-BD1F-7707C681CE8C}" destId="{33B33122-20DB-42DA-AD28-9E538BD950E4}" srcOrd="1" destOrd="0" presId="urn:microsoft.com/office/officeart/2009/layout/CirclePictureHierarchy"/>
    <dgm:cxn modelId="{EFDC7E8F-6B89-42AD-8893-B9E599FDF38E}" type="presParOf" srcId="{33B33122-20DB-42DA-AD28-9E538BD950E4}" destId="{A3D78DBC-D4F3-41D3-826E-E66AC4DBAD22}" srcOrd="0" destOrd="0" presId="urn:microsoft.com/office/officeart/2009/layout/CirclePictureHierarchy"/>
    <dgm:cxn modelId="{EB6B1385-4FED-4DAA-9BCA-A5A21D3D5BF7}" type="presParOf" srcId="{A3D78DBC-D4F3-41D3-826E-E66AC4DBAD22}" destId="{15D941F4-E666-404F-931A-47AFD41A8665}" srcOrd="0" destOrd="0" presId="urn:microsoft.com/office/officeart/2009/layout/CirclePictureHierarchy"/>
    <dgm:cxn modelId="{180E8E4C-FD79-4E74-AEEE-E055164ECB1F}" type="presParOf" srcId="{A3D78DBC-D4F3-41D3-826E-E66AC4DBAD22}" destId="{DD72F8D6-541C-4DD8-9291-3393D2674493}" srcOrd="1" destOrd="0" presId="urn:microsoft.com/office/officeart/2009/layout/CirclePictureHierarchy"/>
    <dgm:cxn modelId="{F71B468A-E404-47AA-A448-FA7D7745A103}" type="presParOf" srcId="{33B33122-20DB-42DA-AD28-9E538BD950E4}" destId="{DC6BB136-F534-40CF-B092-EF8B65FD337E}" srcOrd="1" destOrd="0" presId="urn:microsoft.com/office/officeart/2009/layout/CirclePictureHierarchy"/>
    <dgm:cxn modelId="{2C63D2A0-84CC-4E21-BD4F-83689639B64E}" type="presParOf" srcId="{DC6BB136-F534-40CF-B092-EF8B65FD337E}" destId="{BDCF35DD-CCBD-4FF1-A561-6773EBD720E0}" srcOrd="0" destOrd="0" presId="urn:microsoft.com/office/officeart/2009/layout/CirclePictureHierarchy"/>
    <dgm:cxn modelId="{9ADBC6AE-6344-4336-9BF5-8A0780CB233D}" type="presParOf" srcId="{DC6BB136-F534-40CF-B092-EF8B65FD337E}" destId="{8C89BF53-2792-4367-BA9D-D472A8E6EA6C}" srcOrd="1" destOrd="0" presId="urn:microsoft.com/office/officeart/2009/layout/CirclePictureHierarchy"/>
    <dgm:cxn modelId="{24AF987F-E0BF-4474-B678-694CC4BF6C8C}" type="presParOf" srcId="{8C89BF53-2792-4367-BA9D-D472A8E6EA6C}" destId="{C4E71C3A-D2B9-4F95-854D-5164AD953510}" srcOrd="0" destOrd="0" presId="urn:microsoft.com/office/officeart/2009/layout/CirclePictureHierarchy"/>
    <dgm:cxn modelId="{553C9A22-E434-483D-8DFE-13390B48C597}" type="presParOf" srcId="{C4E71C3A-D2B9-4F95-854D-5164AD953510}" destId="{93ADDC6F-4833-4C9B-92F7-A997CCE88E51}" srcOrd="0" destOrd="0" presId="urn:microsoft.com/office/officeart/2009/layout/CirclePictureHierarchy"/>
    <dgm:cxn modelId="{DAB342DE-6578-44B0-BF40-4E17FB257305}" type="presParOf" srcId="{C4E71C3A-D2B9-4F95-854D-5164AD953510}" destId="{55351619-78DA-4C06-9C09-3F241DBF9008}" srcOrd="1" destOrd="0" presId="urn:microsoft.com/office/officeart/2009/layout/CirclePictureHierarchy"/>
    <dgm:cxn modelId="{9457D1D7-8159-43D4-BC17-A1215099E84F}" type="presParOf" srcId="{8C89BF53-2792-4367-BA9D-D472A8E6EA6C}" destId="{472BE0D2-F0F1-4C56-9C10-687718DCC075}" srcOrd="1" destOrd="0" presId="urn:microsoft.com/office/officeart/2009/layout/CirclePictureHierarchy"/>
    <dgm:cxn modelId="{34A5AD41-3DE6-40CD-8846-7F0D9993A9F7}" type="presParOf" srcId="{DC6BB136-F534-40CF-B092-EF8B65FD337E}" destId="{8793099F-09B0-45B2-AA6D-64A68C5B6EE1}" srcOrd="2" destOrd="0" presId="urn:microsoft.com/office/officeart/2009/layout/CirclePictureHierarchy"/>
    <dgm:cxn modelId="{8845FFB9-7BCB-4305-BF1D-4E431CBDD4E0}" type="presParOf" srcId="{DC6BB136-F534-40CF-B092-EF8B65FD337E}" destId="{F20ADE0B-6BE0-4C34-B3D5-135CA0C96158}" srcOrd="3" destOrd="0" presId="urn:microsoft.com/office/officeart/2009/layout/CirclePictureHierarchy"/>
    <dgm:cxn modelId="{230EEAC0-B479-4D9E-BC84-F5393CDABCF2}" type="presParOf" srcId="{F20ADE0B-6BE0-4C34-B3D5-135CA0C96158}" destId="{85AE5C68-A8D3-4D27-B2BC-29DD8F0B3DE5}" srcOrd="0" destOrd="0" presId="urn:microsoft.com/office/officeart/2009/layout/CirclePictureHierarchy"/>
    <dgm:cxn modelId="{7F4F65AB-58A9-40A0-9BB7-8338BE008640}" type="presParOf" srcId="{85AE5C68-A8D3-4D27-B2BC-29DD8F0B3DE5}" destId="{D0A72916-F732-400C-840E-CDA1AE425116}" srcOrd="0" destOrd="0" presId="urn:microsoft.com/office/officeart/2009/layout/CirclePictureHierarchy"/>
    <dgm:cxn modelId="{E39858CF-5468-47BA-8DCF-9B76B1E6AE05}" type="presParOf" srcId="{85AE5C68-A8D3-4D27-B2BC-29DD8F0B3DE5}" destId="{6E42574F-B20A-475F-A768-861106CDCC65}" srcOrd="1" destOrd="0" presId="urn:microsoft.com/office/officeart/2009/layout/CirclePictureHierarchy"/>
    <dgm:cxn modelId="{F1059F30-B278-4432-8F61-F03C20F72A17}" type="presParOf" srcId="{F20ADE0B-6BE0-4C34-B3D5-135CA0C96158}" destId="{9B490386-1595-4483-B1B0-DA37EF86CD53}" srcOrd="1" destOrd="0" presId="urn:microsoft.com/office/officeart/2009/layout/CirclePictureHierarchy"/>
    <dgm:cxn modelId="{7754E8A5-6BCB-4B68-8C13-727256DA7050}" type="presParOf" srcId="{0DAD8494-9B2E-46A5-BD1F-7707C681CE8C}" destId="{A74F1DD8-D5E6-468A-99E5-4BD8DE9BD90E}" srcOrd="2" destOrd="0" presId="urn:microsoft.com/office/officeart/2009/layout/CirclePictureHierarchy"/>
    <dgm:cxn modelId="{3D3AB0FB-516C-4E83-BD53-F78CF1A80B9F}" type="presParOf" srcId="{0DAD8494-9B2E-46A5-BD1F-7707C681CE8C}" destId="{852CF4F1-B880-49A8-80E8-B78DA43B18CF}" srcOrd="3" destOrd="0" presId="urn:microsoft.com/office/officeart/2009/layout/CirclePictureHierarchy"/>
    <dgm:cxn modelId="{47AE046A-0A26-49E5-82F3-3A99BA45895F}" type="presParOf" srcId="{852CF4F1-B880-49A8-80E8-B78DA43B18CF}" destId="{B0FAB7FC-7534-49F8-8286-09FAFFD5909B}" srcOrd="0" destOrd="0" presId="urn:microsoft.com/office/officeart/2009/layout/CirclePictureHierarchy"/>
    <dgm:cxn modelId="{93D0D003-445B-4C7D-9266-2FA33C130791}" type="presParOf" srcId="{B0FAB7FC-7534-49F8-8286-09FAFFD5909B}" destId="{F881A462-697D-49DF-BDAA-18C064836F11}" srcOrd="0" destOrd="0" presId="urn:microsoft.com/office/officeart/2009/layout/CirclePictureHierarchy"/>
    <dgm:cxn modelId="{96612EB7-97C4-4111-88E4-77FFA9E02CBF}" type="presParOf" srcId="{B0FAB7FC-7534-49F8-8286-09FAFFD5909B}" destId="{A44B5226-5E83-47F5-9BD1-8F12B789F2F2}" srcOrd="1" destOrd="0" presId="urn:microsoft.com/office/officeart/2009/layout/CirclePictureHierarchy"/>
    <dgm:cxn modelId="{C5291938-9131-4BEA-949C-EDCAE26C5769}" type="presParOf" srcId="{852CF4F1-B880-49A8-80E8-B78DA43B18CF}" destId="{FF357B60-0D29-43D9-B515-84F14FADED91}" srcOrd="1" destOrd="0" presId="urn:microsoft.com/office/officeart/2009/layout/CirclePictureHierarchy"/>
    <dgm:cxn modelId="{4C9783FF-49C6-492E-81D9-17B3461EB115}" type="presParOf" srcId="{FF357B60-0D29-43D9-B515-84F14FADED91}" destId="{E86901CA-99B0-4CB3-B0F4-A993BA6DE831}" srcOrd="0" destOrd="0" presId="urn:microsoft.com/office/officeart/2009/layout/CirclePictureHierarchy"/>
    <dgm:cxn modelId="{DE0C162D-83E5-45DE-81C4-7EFBF3A4F225}" type="presParOf" srcId="{FF357B60-0D29-43D9-B515-84F14FADED91}" destId="{E95B079E-BF85-4A6A-B5B5-BCCD24358A9E}" srcOrd="1" destOrd="0" presId="urn:microsoft.com/office/officeart/2009/layout/CirclePictureHierarchy"/>
    <dgm:cxn modelId="{2BC17015-EA64-437A-BD61-A6EBF236164A}" type="presParOf" srcId="{E95B079E-BF85-4A6A-B5B5-BCCD24358A9E}" destId="{B5579831-FAD8-4479-8F14-069D5955AD1E}" srcOrd="0" destOrd="0" presId="urn:microsoft.com/office/officeart/2009/layout/CirclePictureHierarchy"/>
    <dgm:cxn modelId="{975C3253-A86D-4AD2-AB9B-5E7C4F6718EC}" type="presParOf" srcId="{B5579831-FAD8-4479-8F14-069D5955AD1E}" destId="{2E3CF932-03F3-4989-95E7-116137B538C2}" srcOrd="0" destOrd="0" presId="urn:microsoft.com/office/officeart/2009/layout/CirclePictureHierarchy"/>
    <dgm:cxn modelId="{5C6511DF-5EE5-43E7-A442-96BD3AB7829E}" type="presParOf" srcId="{B5579831-FAD8-4479-8F14-069D5955AD1E}" destId="{89B69E45-5826-4EAF-861C-11CF6A4CD7AA}" srcOrd="1" destOrd="0" presId="urn:microsoft.com/office/officeart/2009/layout/CirclePictureHierarchy"/>
    <dgm:cxn modelId="{CD421984-A989-4741-B364-6B418DEB06CE}" type="presParOf" srcId="{E95B079E-BF85-4A6A-B5B5-BCCD24358A9E}" destId="{D2F907A6-4BB5-493B-9F61-FFD1D45663CA}" srcOrd="1" destOrd="0" presId="urn:microsoft.com/office/officeart/2009/layout/CirclePictureHierarchy"/>
    <dgm:cxn modelId="{DF4B3B76-CA4F-4224-93A4-AE1166A32AB9}" type="presParOf" srcId="{FF357B60-0D29-43D9-B515-84F14FADED91}" destId="{D582953F-A1E4-4DF4-A807-F4AFCAB85AFA}" srcOrd="2" destOrd="0" presId="urn:microsoft.com/office/officeart/2009/layout/CirclePictureHierarchy"/>
    <dgm:cxn modelId="{237DC290-D052-47FC-8862-7E3930DC1EA2}" type="presParOf" srcId="{FF357B60-0D29-43D9-B515-84F14FADED91}" destId="{9499BCC4-79A8-45B9-9B6D-C4807D178A14}" srcOrd="3" destOrd="0" presId="urn:microsoft.com/office/officeart/2009/layout/CirclePictureHierarchy"/>
    <dgm:cxn modelId="{C349BFE8-FC9A-4A76-8708-E23E3654E084}" type="presParOf" srcId="{9499BCC4-79A8-45B9-9B6D-C4807D178A14}" destId="{A08F96AD-B98E-495C-B835-E4456155C295}" srcOrd="0" destOrd="0" presId="urn:microsoft.com/office/officeart/2009/layout/CirclePictureHierarchy"/>
    <dgm:cxn modelId="{DFF5CE79-930C-4665-9DC0-297948AB6BAE}" type="presParOf" srcId="{A08F96AD-B98E-495C-B835-E4456155C295}" destId="{D6909D42-8A14-495A-A4C8-AE9F17BF44B5}" srcOrd="0" destOrd="0" presId="urn:microsoft.com/office/officeart/2009/layout/CirclePictureHierarchy"/>
    <dgm:cxn modelId="{32EFC7A6-76C4-4706-8361-3861C7C771E5}" type="presParOf" srcId="{A08F96AD-B98E-495C-B835-E4456155C295}" destId="{E0DD55A2-191E-4251-9468-D5A2F90E4FFA}" srcOrd="1" destOrd="0" presId="urn:microsoft.com/office/officeart/2009/layout/CirclePictureHierarchy"/>
    <dgm:cxn modelId="{60AECBE5-BC3B-4A6F-992F-2C39518F1CE3}" type="presParOf" srcId="{9499BCC4-79A8-45B9-9B6D-C4807D178A14}" destId="{C6064ECB-49E8-4A86-B09C-2F9DF745BB2B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222425-6D25-4D8B-9426-A66298ED454A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D31DDB-81AF-405A-B05F-A65FE3BF29CD}">
      <dgm:prSet phldrT="[Text]"/>
      <dgm:spPr/>
      <dgm:t>
        <a:bodyPr/>
        <a:lstStyle/>
        <a:p>
          <a:endParaRPr lang="en-US" dirty="0"/>
        </a:p>
      </dgm:t>
    </dgm:pt>
    <dgm:pt modelId="{3663084A-285E-47D8-AAEF-370F4DD0C20D}" type="parTrans" cxnId="{1C3B9B1C-BEB7-4D38-B87B-B8FBEB60A513}">
      <dgm:prSet/>
      <dgm:spPr/>
      <dgm:t>
        <a:bodyPr/>
        <a:lstStyle/>
        <a:p>
          <a:endParaRPr lang="en-US"/>
        </a:p>
      </dgm:t>
    </dgm:pt>
    <dgm:pt modelId="{E1CE1206-9ACC-4D78-AB0B-3180A313438A}" type="sibTrans" cxnId="{1C3B9B1C-BEB7-4D38-B87B-B8FBEB60A513}">
      <dgm:prSet/>
      <dgm:spPr/>
      <dgm:t>
        <a:bodyPr/>
        <a:lstStyle/>
        <a:p>
          <a:endParaRPr lang="en-US"/>
        </a:p>
      </dgm:t>
    </dgm:pt>
    <dgm:pt modelId="{12B2F92D-8B8C-493B-9084-DFCD25E2ED5F}">
      <dgm:prSet phldrT="[Text]"/>
      <dgm:spPr/>
      <dgm:t>
        <a:bodyPr/>
        <a:lstStyle/>
        <a:p>
          <a:r>
            <a:rPr lang="en-US" dirty="0"/>
            <a:t>0</a:t>
          </a:r>
        </a:p>
      </dgm:t>
    </dgm:pt>
    <dgm:pt modelId="{F47C3220-AEF7-4872-B846-2BFB7C45C745}" type="parTrans" cxnId="{FFCF98BB-58B7-4E5D-AA80-FD9DEB2248FD}">
      <dgm:prSet/>
      <dgm:spPr/>
      <dgm:t>
        <a:bodyPr/>
        <a:lstStyle/>
        <a:p>
          <a:endParaRPr lang="en-US"/>
        </a:p>
      </dgm:t>
    </dgm:pt>
    <dgm:pt modelId="{F2BD2398-FA68-4FA3-A952-5992FF38D149}" type="sibTrans" cxnId="{FFCF98BB-58B7-4E5D-AA80-FD9DEB2248FD}">
      <dgm:prSet/>
      <dgm:spPr/>
      <dgm:t>
        <a:bodyPr/>
        <a:lstStyle/>
        <a:p>
          <a:endParaRPr lang="en-US"/>
        </a:p>
      </dgm:t>
    </dgm:pt>
    <dgm:pt modelId="{4727C88A-8CE7-48D3-8531-97F85149A919}">
      <dgm:prSet phldrT="[Text]"/>
      <dgm:spPr/>
      <dgm:t>
        <a:bodyPr/>
        <a:lstStyle/>
        <a:p>
          <a:r>
            <a:rPr lang="en-US" dirty="0"/>
            <a:t>00</a:t>
          </a:r>
        </a:p>
      </dgm:t>
    </dgm:pt>
    <dgm:pt modelId="{A3238DB4-E820-49AE-8EB4-618E6AB46A40}" type="parTrans" cxnId="{F7527B07-E973-40CA-A037-78E885354014}">
      <dgm:prSet/>
      <dgm:spPr/>
      <dgm:t>
        <a:bodyPr/>
        <a:lstStyle/>
        <a:p>
          <a:endParaRPr lang="en-US"/>
        </a:p>
      </dgm:t>
    </dgm:pt>
    <dgm:pt modelId="{614785D9-739B-4999-8D32-913CE87D78BB}" type="sibTrans" cxnId="{F7527B07-E973-40CA-A037-78E885354014}">
      <dgm:prSet/>
      <dgm:spPr/>
      <dgm:t>
        <a:bodyPr/>
        <a:lstStyle/>
        <a:p>
          <a:endParaRPr lang="en-US"/>
        </a:p>
      </dgm:t>
    </dgm:pt>
    <dgm:pt modelId="{61A673A2-435A-457D-9E07-4B892AC01C95}">
      <dgm:prSet phldrT="[Text]"/>
      <dgm:spPr/>
      <dgm:t>
        <a:bodyPr/>
        <a:lstStyle/>
        <a:p>
          <a:r>
            <a:rPr lang="en-US" dirty="0"/>
            <a:t>01</a:t>
          </a:r>
        </a:p>
      </dgm:t>
    </dgm:pt>
    <dgm:pt modelId="{5088F7C8-90AE-47EE-84DF-336AF6172885}" type="parTrans" cxnId="{CD1C78D3-0B07-43C4-BC66-0B2403863C34}">
      <dgm:prSet/>
      <dgm:spPr/>
      <dgm:t>
        <a:bodyPr/>
        <a:lstStyle/>
        <a:p>
          <a:endParaRPr lang="en-US"/>
        </a:p>
      </dgm:t>
    </dgm:pt>
    <dgm:pt modelId="{63FE1C44-3A60-4B1B-8BA0-98C79F5BD27F}" type="sibTrans" cxnId="{CD1C78D3-0B07-43C4-BC66-0B2403863C34}">
      <dgm:prSet/>
      <dgm:spPr/>
      <dgm:t>
        <a:bodyPr/>
        <a:lstStyle/>
        <a:p>
          <a:endParaRPr lang="en-US"/>
        </a:p>
      </dgm:t>
    </dgm:pt>
    <dgm:pt modelId="{5D11F110-77D0-4814-8446-CBF9CE71D9A8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AECC71DC-A302-4355-B4B0-45DF580B6E43}" type="parTrans" cxnId="{15D421F7-CC38-4EE7-90DE-545042614A2B}">
      <dgm:prSet/>
      <dgm:spPr/>
      <dgm:t>
        <a:bodyPr/>
        <a:lstStyle/>
        <a:p>
          <a:endParaRPr lang="en-US"/>
        </a:p>
      </dgm:t>
    </dgm:pt>
    <dgm:pt modelId="{C1A0F246-F7EA-44AF-B92F-F6947ABBA370}" type="sibTrans" cxnId="{15D421F7-CC38-4EE7-90DE-545042614A2B}">
      <dgm:prSet/>
      <dgm:spPr/>
      <dgm:t>
        <a:bodyPr/>
        <a:lstStyle/>
        <a:p>
          <a:endParaRPr lang="en-US"/>
        </a:p>
      </dgm:t>
    </dgm:pt>
    <dgm:pt modelId="{00AB7751-DC52-4F4B-B7E8-7DB9C71312EA}">
      <dgm:prSet phldrT="[Text]"/>
      <dgm:spPr/>
      <dgm:t>
        <a:bodyPr/>
        <a:lstStyle/>
        <a:p>
          <a:r>
            <a:rPr lang="en-US" dirty="0"/>
            <a:t>10</a:t>
          </a:r>
        </a:p>
      </dgm:t>
    </dgm:pt>
    <dgm:pt modelId="{D3FA7D69-67E2-4299-8BA3-F0B85CC5D5A8}" type="parTrans" cxnId="{3657314A-8D63-40A4-81B0-6A842BB226AC}">
      <dgm:prSet/>
      <dgm:spPr/>
      <dgm:t>
        <a:bodyPr/>
        <a:lstStyle/>
        <a:p>
          <a:endParaRPr lang="en-US"/>
        </a:p>
      </dgm:t>
    </dgm:pt>
    <dgm:pt modelId="{4F0CDEA8-4B1D-4ADF-9927-81D0854C8C69}" type="sibTrans" cxnId="{3657314A-8D63-40A4-81B0-6A842BB226AC}">
      <dgm:prSet/>
      <dgm:spPr/>
      <dgm:t>
        <a:bodyPr/>
        <a:lstStyle/>
        <a:p>
          <a:endParaRPr lang="en-US"/>
        </a:p>
      </dgm:t>
    </dgm:pt>
    <dgm:pt modelId="{93892754-5ECA-4D9A-8DC9-356679BD608D}">
      <dgm:prSet phldrT="[Text]"/>
      <dgm:spPr/>
      <dgm:t>
        <a:bodyPr/>
        <a:lstStyle/>
        <a:p>
          <a:r>
            <a:rPr lang="en-US" dirty="0"/>
            <a:t>11</a:t>
          </a:r>
        </a:p>
      </dgm:t>
    </dgm:pt>
    <dgm:pt modelId="{0CC4E095-B579-4499-8672-14A3B798762D}" type="parTrans" cxnId="{D2E85440-65CF-4132-8282-9E80ADAB59E6}">
      <dgm:prSet/>
      <dgm:spPr/>
      <dgm:t>
        <a:bodyPr/>
        <a:lstStyle/>
        <a:p>
          <a:endParaRPr lang="en-US"/>
        </a:p>
      </dgm:t>
    </dgm:pt>
    <dgm:pt modelId="{95719921-A44A-46DD-A291-BE455A8AF896}" type="sibTrans" cxnId="{D2E85440-65CF-4132-8282-9E80ADAB59E6}">
      <dgm:prSet/>
      <dgm:spPr/>
      <dgm:t>
        <a:bodyPr/>
        <a:lstStyle/>
        <a:p>
          <a:endParaRPr lang="en-US"/>
        </a:p>
      </dgm:t>
    </dgm:pt>
    <dgm:pt modelId="{B0A10DE8-2DF2-4061-A153-F765BC0FA436}">
      <dgm:prSet phldrT="[Text]"/>
      <dgm:spPr/>
      <dgm:t>
        <a:bodyPr/>
        <a:lstStyle/>
        <a:p>
          <a:r>
            <a:rPr lang="en-US" dirty="0"/>
            <a:t>000</a:t>
          </a:r>
        </a:p>
      </dgm:t>
    </dgm:pt>
    <dgm:pt modelId="{A070603F-2855-4913-A35D-1D1DBE1ECD27}" type="parTrans" cxnId="{866FA088-FA0C-4C29-97E6-E59D39D1A3DB}">
      <dgm:prSet/>
      <dgm:spPr/>
      <dgm:t>
        <a:bodyPr/>
        <a:lstStyle/>
        <a:p>
          <a:endParaRPr lang="en-US"/>
        </a:p>
      </dgm:t>
    </dgm:pt>
    <dgm:pt modelId="{46011EC0-0837-4EB7-977C-293C0F0227E2}" type="sibTrans" cxnId="{866FA088-FA0C-4C29-97E6-E59D39D1A3DB}">
      <dgm:prSet/>
      <dgm:spPr/>
      <dgm:t>
        <a:bodyPr/>
        <a:lstStyle/>
        <a:p>
          <a:endParaRPr lang="en-US"/>
        </a:p>
      </dgm:t>
    </dgm:pt>
    <dgm:pt modelId="{AB8CE92F-2B2D-4024-8466-0586AC25AB60}">
      <dgm:prSet phldrT="[Text]"/>
      <dgm:spPr/>
      <dgm:t>
        <a:bodyPr/>
        <a:lstStyle/>
        <a:p>
          <a:r>
            <a:rPr lang="en-US" dirty="0"/>
            <a:t>001</a:t>
          </a:r>
        </a:p>
      </dgm:t>
    </dgm:pt>
    <dgm:pt modelId="{9F0C916C-1B4E-44E3-88E2-1BB6738B5C81}" type="parTrans" cxnId="{A57E3D4A-E0B4-4FCE-B030-1BB84483E909}">
      <dgm:prSet/>
      <dgm:spPr/>
      <dgm:t>
        <a:bodyPr/>
        <a:lstStyle/>
        <a:p>
          <a:endParaRPr lang="en-US"/>
        </a:p>
      </dgm:t>
    </dgm:pt>
    <dgm:pt modelId="{159F5E16-2370-4473-99A7-D59CF38CF5CD}" type="sibTrans" cxnId="{A57E3D4A-E0B4-4FCE-B030-1BB84483E909}">
      <dgm:prSet/>
      <dgm:spPr/>
      <dgm:t>
        <a:bodyPr/>
        <a:lstStyle/>
        <a:p>
          <a:endParaRPr lang="en-US"/>
        </a:p>
      </dgm:t>
    </dgm:pt>
    <dgm:pt modelId="{E22E366A-781A-4B36-822D-90B95C9EA77B}">
      <dgm:prSet phldrT="[Text]"/>
      <dgm:spPr/>
      <dgm:t>
        <a:bodyPr/>
        <a:lstStyle/>
        <a:p>
          <a:r>
            <a:rPr lang="en-US" dirty="0"/>
            <a:t>010</a:t>
          </a:r>
        </a:p>
      </dgm:t>
    </dgm:pt>
    <dgm:pt modelId="{37C23012-DACA-48D0-9623-858F691F766C}" type="parTrans" cxnId="{91044B39-2BCD-4DC7-9B9E-019E4BD7488C}">
      <dgm:prSet/>
      <dgm:spPr/>
      <dgm:t>
        <a:bodyPr/>
        <a:lstStyle/>
        <a:p>
          <a:endParaRPr lang="en-US"/>
        </a:p>
      </dgm:t>
    </dgm:pt>
    <dgm:pt modelId="{F8BF401D-29E8-47B6-9252-29D2B06F8A06}" type="sibTrans" cxnId="{91044B39-2BCD-4DC7-9B9E-019E4BD7488C}">
      <dgm:prSet/>
      <dgm:spPr/>
      <dgm:t>
        <a:bodyPr/>
        <a:lstStyle/>
        <a:p>
          <a:endParaRPr lang="en-US"/>
        </a:p>
      </dgm:t>
    </dgm:pt>
    <dgm:pt modelId="{532E9890-2140-4539-BAD0-F04B6DECBA2D}">
      <dgm:prSet phldrT="[Text]"/>
      <dgm:spPr/>
      <dgm:t>
        <a:bodyPr/>
        <a:lstStyle/>
        <a:p>
          <a:r>
            <a:rPr lang="en-US" dirty="0"/>
            <a:t>011</a:t>
          </a:r>
        </a:p>
      </dgm:t>
    </dgm:pt>
    <dgm:pt modelId="{AF962CAF-4140-4D85-A989-4B9CFAF4727E}" type="parTrans" cxnId="{34B7ABA5-8980-446E-9E2F-68A04C3B9CC8}">
      <dgm:prSet/>
      <dgm:spPr/>
      <dgm:t>
        <a:bodyPr/>
        <a:lstStyle/>
        <a:p>
          <a:endParaRPr lang="en-US"/>
        </a:p>
      </dgm:t>
    </dgm:pt>
    <dgm:pt modelId="{E629EFF1-B0B9-4F2A-AA62-B332B09F8508}" type="sibTrans" cxnId="{34B7ABA5-8980-446E-9E2F-68A04C3B9CC8}">
      <dgm:prSet/>
      <dgm:spPr/>
      <dgm:t>
        <a:bodyPr/>
        <a:lstStyle/>
        <a:p>
          <a:endParaRPr lang="en-US"/>
        </a:p>
      </dgm:t>
    </dgm:pt>
    <dgm:pt modelId="{9351FFA1-FFD0-4F84-B435-4E076DCCF2F3}">
      <dgm:prSet phldrT="[Text]"/>
      <dgm:spPr/>
      <dgm:t>
        <a:bodyPr/>
        <a:lstStyle/>
        <a:p>
          <a:r>
            <a:rPr lang="en-US" dirty="0"/>
            <a:t>100</a:t>
          </a:r>
        </a:p>
      </dgm:t>
    </dgm:pt>
    <dgm:pt modelId="{6E5B2170-3FEA-49CC-BCF2-2F6E5E0447C9}" type="parTrans" cxnId="{BF508BF2-23F3-4C9A-ABA8-D56790A7C8E7}">
      <dgm:prSet/>
      <dgm:spPr/>
      <dgm:t>
        <a:bodyPr/>
        <a:lstStyle/>
        <a:p>
          <a:endParaRPr lang="en-US"/>
        </a:p>
      </dgm:t>
    </dgm:pt>
    <dgm:pt modelId="{295C9A89-9DC9-4035-A200-CD40423940EF}" type="sibTrans" cxnId="{BF508BF2-23F3-4C9A-ABA8-D56790A7C8E7}">
      <dgm:prSet/>
      <dgm:spPr/>
      <dgm:t>
        <a:bodyPr/>
        <a:lstStyle/>
        <a:p>
          <a:endParaRPr lang="en-US"/>
        </a:p>
      </dgm:t>
    </dgm:pt>
    <dgm:pt modelId="{12A18A02-1957-4FE2-9AA7-A6DCCC4668B9}">
      <dgm:prSet phldrT="[Text]"/>
      <dgm:spPr/>
      <dgm:t>
        <a:bodyPr/>
        <a:lstStyle/>
        <a:p>
          <a:r>
            <a:rPr lang="en-US" dirty="0"/>
            <a:t>101</a:t>
          </a:r>
        </a:p>
      </dgm:t>
    </dgm:pt>
    <dgm:pt modelId="{1591179F-9259-44C1-AF98-C81809767388}" type="parTrans" cxnId="{2117E08E-AE5A-4556-AA9E-D6F4097720D3}">
      <dgm:prSet/>
      <dgm:spPr/>
      <dgm:t>
        <a:bodyPr/>
        <a:lstStyle/>
        <a:p>
          <a:endParaRPr lang="en-US"/>
        </a:p>
      </dgm:t>
    </dgm:pt>
    <dgm:pt modelId="{14F69394-9632-495E-817D-E18B25A5810D}" type="sibTrans" cxnId="{2117E08E-AE5A-4556-AA9E-D6F4097720D3}">
      <dgm:prSet/>
      <dgm:spPr/>
      <dgm:t>
        <a:bodyPr/>
        <a:lstStyle/>
        <a:p>
          <a:endParaRPr lang="en-US"/>
        </a:p>
      </dgm:t>
    </dgm:pt>
    <dgm:pt modelId="{55FBA790-26E4-4A9C-AC99-6992004AF661}">
      <dgm:prSet phldrT="[Text]"/>
      <dgm:spPr/>
      <dgm:t>
        <a:bodyPr/>
        <a:lstStyle/>
        <a:p>
          <a:r>
            <a:rPr lang="en-US" dirty="0"/>
            <a:t>110</a:t>
          </a:r>
        </a:p>
      </dgm:t>
    </dgm:pt>
    <dgm:pt modelId="{C9FD766D-9B48-484C-85E9-C22A38559DEF}" type="parTrans" cxnId="{204D9C4A-758D-4322-9EBF-BC7905DB610B}">
      <dgm:prSet/>
      <dgm:spPr/>
      <dgm:t>
        <a:bodyPr/>
        <a:lstStyle/>
        <a:p>
          <a:endParaRPr lang="en-US"/>
        </a:p>
      </dgm:t>
    </dgm:pt>
    <dgm:pt modelId="{6203F14D-55E3-41D7-B5BB-3037AE05BEE3}" type="sibTrans" cxnId="{204D9C4A-758D-4322-9EBF-BC7905DB610B}">
      <dgm:prSet/>
      <dgm:spPr/>
      <dgm:t>
        <a:bodyPr/>
        <a:lstStyle/>
        <a:p>
          <a:endParaRPr lang="en-US"/>
        </a:p>
      </dgm:t>
    </dgm:pt>
    <dgm:pt modelId="{E070A57E-1F1F-4F65-93FF-4C868045D50C}">
      <dgm:prSet phldrT="[Text]"/>
      <dgm:spPr/>
      <dgm:t>
        <a:bodyPr/>
        <a:lstStyle/>
        <a:p>
          <a:r>
            <a:rPr lang="en-US" dirty="0"/>
            <a:t>111</a:t>
          </a:r>
        </a:p>
      </dgm:t>
    </dgm:pt>
    <dgm:pt modelId="{D6D23A75-2C57-4E1C-A5A8-6C131405AE83}" type="parTrans" cxnId="{38CE95D7-555A-49BD-82C5-E8CA2992E933}">
      <dgm:prSet/>
      <dgm:spPr/>
      <dgm:t>
        <a:bodyPr/>
        <a:lstStyle/>
        <a:p>
          <a:endParaRPr lang="en-US"/>
        </a:p>
      </dgm:t>
    </dgm:pt>
    <dgm:pt modelId="{9A5D93BB-F4FC-4578-BF3D-F6BA6672C44E}" type="sibTrans" cxnId="{38CE95D7-555A-49BD-82C5-E8CA2992E933}">
      <dgm:prSet/>
      <dgm:spPr/>
      <dgm:t>
        <a:bodyPr/>
        <a:lstStyle/>
        <a:p>
          <a:endParaRPr lang="en-US"/>
        </a:p>
      </dgm:t>
    </dgm:pt>
    <dgm:pt modelId="{82D45EC8-7D3F-4499-9D7B-52697A83CBDE}" type="pres">
      <dgm:prSet presAssocID="{62222425-6D25-4D8B-9426-A66298ED45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9034368-C805-4251-BB16-B7CD7430DFF6}" type="pres">
      <dgm:prSet presAssocID="{BFD31DDB-81AF-405A-B05F-A65FE3BF29CD}" presName="hierRoot1" presStyleCnt="0"/>
      <dgm:spPr/>
    </dgm:pt>
    <dgm:pt modelId="{6A462961-366B-4D45-89D7-D5B843043D9D}" type="pres">
      <dgm:prSet presAssocID="{BFD31DDB-81AF-405A-B05F-A65FE3BF29CD}" presName="composite" presStyleCnt="0"/>
      <dgm:spPr/>
    </dgm:pt>
    <dgm:pt modelId="{6BC2B84B-B849-4C9B-AE7E-39F88DDB38F4}" type="pres">
      <dgm:prSet presAssocID="{BFD31DDB-81AF-405A-B05F-A65FE3BF29CD}" presName="image" presStyleLbl="node0" presStyleIdx="0" presStyleCnt="1"/>
      <dgm:spPr/>
    </dgm:pt>
    <dgm:pt modelId="{676CD1C2-E5E2-46C3-A1D7-E167CB2BBB25}" type="pres">
      <dgm:prSet presAssocID="{BFD31DDB-81AF-405A-B05F-A65FE3BF29CD}" presName="text" presStyleLbl="revTx" presStyleIdx="0" presStyleCnt="15">
        <dgm:presLayoutVars>
          <dgm:chPref val="3"/>
        </dgm:presLayoutVars>
      </dgm:prSet>
      <dgm:spPr/>
    </dgm:pt>
    <dgm:pt modelId="{3C380B9C-51BA-4636-B6B8-FD0569D38EA7}" type="pres">
      <dgm:prSet presAssocID="{BFD31DDB-81AF-405A-B05F-A65FE3BF29CD}" presName="hierChild2" presStyleCnt="0"/>
      <dgm:spPr/>
    </dgm:pt>
    <dgm:pt modelId="{D6ADE249-9F35-40DA-812D-4D3C01A47463}" type="pres">
      <dgm:prSet presAssocID="{F47C3220-AEF7-4872-B846-2BFB7C45C745}" presName="Name10" presStyleLbl="parChTrans1D2" presStyleIdx="0" presStyleCnt="2"/>
      <dgm:spPr/>
    </dgm:pt>
    <dgm:pt modelId="{69BD935B-D177-4BA7-BC81-B54F167A5B05}" type="pres">
      <dgm:prSet presAssocID="{12B2F92D-8B8C-493B-9084-DFCD25E2ED5F}" presName="hierRoot2" presStyleCnt="0"/>
      <dgm:spPr/>
    </dgm:pt>
    <dgm:pt modelId="{CBE36035-DE2B-4B50-B15C-20ADB66708D4}" type="pres">
      <dgm:prSet presAssocID="{12B2F92D-8B8C-493B-9084-DFCD25E2ED5F}" presName="composite2" presStyleCnt="0"/>
      <dgm:spPr/>
    </dgm:pt>
    <dgm:pt modelId="{CAE55F1E-C19F-4B66-8D23-E23D61C8274A}" type="pres">
      <dgm:prSet presAssocID="{12B2F92D-8B8C-493B-9084-DFCD25E2ED5F}" presName="image2" presStyleLbl="node2" presStyleIdx="0" presStyleCnt="2"/>
      <dgm:spPr/>
    </dgm:pt>
    <dgm:pt modelId="{9ADE254B-AB07-4F15-B082-A60445A66A30}" type="pres">
      <dgm:prSet presAssocID="{12B2F92D-8B8C-493B-9084-DFCD25E2ED5F}" presName="text2" presStyleLbl="revTx" presStyleIdx="1" presStyleCnt="15">
        <dgm:presLayoutVars>
          <dgm:chPref val="3"/>
        </dgm:presLayoutVars>
      </dgm:prSet>
      <dgm:spPr/>
    </dgm:pt>
    <dgm:pt modelId="{137D34E1-C591-46D9-A69E-33DF9C5646E4}" type="pres">
      <dgm:prSet presAssocID="{12B2F92D-8B8C-493B-9084-DFCD25E2ED5F}" presName="hierChild3" presStyleCnt="0"/>
      <dgm:spPr/>
    </dgm:pt>
    <dgm:pt modelId="{AC9DEF68-33FF-472B-9DEE-5655B74025FE}" type="pres">
      <dgm:prSet presAssocID="{A3238DB4-E820-49AE-8EB4-618E6AB46A40}" presName="Name17" presStyleLbl="parChTrans1D3" presStyleIdx="0" presStyleCnt="4"/>
      <dgm:spPr/>
    </dgm:pt>
    <dgm:pt modelId="{85ACCECE-3422-45C3-B816-548BDE8C35CF}" type="pres">
      <dgm:prSet presAssocID="{4727C88A-8CE7-48D3-8531-97F85149A919}" presName="hierRoot3" presStyleCnt="0"/>
      <dgm:spPr/>
    </dgm:pt>
    <dgm:pt modelId="{559DA7D7-8F31-4623-B971-EDBD43E3F4BC}" type="pres">
      <dgm:prSet presAssocID="{4727C88A-8CE7-48D3-8531-97F85149A919}" presName="composite3" presStyleCnt="0"/>
      <dgm:spPr/>
    </dgm:pt>
    <dgm:pt modelId="{F0378735-1767-4B95-A191-84FCF421923B}" type="pres">
      <dgm:prSet presAssocID="{4727C88A-8CE7-48D3-8531-97F85149A919}" presName="image3" presStyleLbl="node3" presStyleIdx="0" presStyleCnt="4"/>
      <dgm:spPr/>
    </dgm:pt>
    <dgm:pt modelId="{84A4564B-9AB7-4C8F-B8A8-39EFD12C3F04}" type="pres">
      <dgm:prSet presAssocID="{4727C88A-8CE7-48D3-8531-97F85149A919}" presName="text3" presStyleLbl="revTx" presStyleIdx="2" presStyleCnt="15">
        <dgm:presLayoutVars>
          <dgm:chPref val="3"/>
        </dgm:presLayoutVars>
      </dgm:prSet>
      <dgm:spPr/>
    </dgm:pt>
    <dgm:pt modelId="{3C5BD723-FD69-4D36-8EB7-31470A594C4E}" type="pres">
      <dgm:prSet presAssocID="{4727C88A-8CE7-48D3-8531-97F85149A919}" presName="hierChild4" presStyleCnt="0"/>
      <dgm:spPr/>
    </dgm:pt>
    <dgm:pt modelId="{35A4CF92-AAEF-402E-A11E-284E0F3CBD39}" type="pres">
      <dgm:prSet presAssocID="{A070603F-2855-4913-A35D-1D1DBE1ECD27}" presName="Name23" presStyleLbl="parChTrans1D4" presStyleIdx="0" presStyleCnt="8"/>
      <dgm:spPr/>
    </dgm:pt>
    <dgm:pt modelId="{6DBD82C3-A43D-4F30-ABD5-548DE9DABC7B}" type="pres">
      <dgm:prSet presAssocID="{B0A10DE8-2DF2-4061-A153-F765BC0FA436}" presName="hierRoot4" presStyleCnt="0"/>
      <dgm:spPr/>
    </dgm:pt>
    <dgm:pt modelId="{156C01FE-8395-41EA-8B81-FC0BF1980FC5}" type="pres">
      <dgm:prSet presAssocID="{B0A10DE8-2DF2-4061-A153-F765BC0FA436}" presName="composite4" presStyleCnt="0"/>
      <dgm:spPr/>
    </dgm:pt>
    <dgm:pt modelId="{31378BE1-73BB-4FBA-8B37-26EFF9163B79}" type="pres">
      <dgm:prSet presAssocID="{B0A10DE8-2DF2-4061-A153-F765BC0FA436}" presName="image4" presStyleLbl="node4" presStyleIdx="0" presStyleCnt="8"/>
      <dgm:spPr/>
    </dgm:pt>
    <dgm:pt modelId="{E9CEC15E-51D7-4F26-8AFB-875D60F417CD}" type="pres">
      <dgm:prSet presAssocID="{B0A10DE8-2DF2-4061-A153-F765BC0FA436}" presName="text4" presStyleLbl="revTx" presStyleIdx="3" presStyleCnt="15">
        <dgm:presLayoutVars>
          <dgm:chPref val="3"/>
        </dgm:presLayoutVars>
      </dgm:prSet>
      <dgm:spPr/>
    </dgm:pt>
    <dgm:pt modelId="{54B4CE1E-6618-4173-8B97-B42E581702B8}" type="pres">
      <dgm:prSet presAssocID="{B0A10DE8-2DF2-4061-A153-F765BC0FA436}" presName="hierChild5" presStyleCnt="0"/>
      <dgm:spPr/>
    </dgm:pt>
    <dgm:pt modelId="{D650D1E0-7F2E-426B-8C00-8AE85615FEAE}" type="pres">
      <dgm:prSet presAssocID="{9F0C916C-1B4E-44E3-88E2-1BB6738B5C81}" presName="Name23" presStyleLbl="parChTrans1D4" presStyleIdx="1" presStyleCnt="8"/>
      <dgm:spPr/>
    </dgm:pt>
    <dgm:pt modelId="{83E2F6E3-53BD-4E5B-B88E-FA332CAE77BC}" type="pres">
      <dgm:prSet presAssocID="{AB8CE92F-2B2D-4024-8466-0586AC25AB60}" presName="hierRoot4" presStyleCnt="0"/>
      <dgm:spPr/>
    </dgm:pt>
    <dgm:pt modelId="{71DA6488-A4D9-4FC8-B345-E15927F80B6E}" type="pres">
      <dgm:prSet presAssocID="{AB8CE92F-2B2D-4024-8466-0586AC25AB60}" presName="composite4" presStyleCnt="0"/>
      <dgm:spPr/>
    </dgm:pt>
    <dgm:pt modelId="{E88FCE21-AB7D-4D6A-B05D-0EC880AD204C}" type="pres">
      <dgm:prSet presAssocID="{AB8CE92F-2B2D-4024-8466-0586AC25AB60}" presName="image4" presStyleLbl="node4" presStyleIdx="1" presStyleCnt="8"/>
      <dgm:spPr/>
    </dgm:pt>
    <dgm:pt modelId="{17953249-6B62-4A5D-8B52-79726E159038}" type="pres">
      <dgm:prSet presAssocID="{AB8CE92F-2B2D-4024-8466-0586AC25AB60}" presName="text4" presStyleLbl="revTx" presStyleIdx="4" presStyleCnt="15">
        <dgm:presLayoutVars>
          <dgm:chPref val="3"/>
        </dgm:presLayoutVars>
      </dgm:prSet>
      <dgm:spPr/>
    </dgm:pt>
    <dgm:pt modelId="{84C5BD53-2299-4531-9908-D834393165AE}" type="pres">
      <dgm:prSet presAssocID="{AB8CE92F-2B2D-4024-8466-0586AC25AB60}" presName="hierChild5" presStyleCnt="0"/>
      <dgm:spPr/>
    </dgm:pt>
    <dgm:pt modelId="{D076B3B4-AFA5-47D6-90E3-8BACBD8D4168}" type="pres">
      <dgm:prSet presAssocID="{5088F7C8-90AE-47EE-84DF-336AF6172885}" presName="Name17" presStyleLbl="parChTrans1D3" presStyleIdx="1" presStyleCnt="4"/>
      <dgm:spPr/>
    </dgm:pt>
    <dgm:pt modelId="{EDB0A0DC-9478-44DC-AB84-E18245846904}" type="pres">
      <dgm:prSet presAssocID="{61A673A2-435A-457D-9E07-4B892AC01C95}" presName="hierRoot3" presStyleCnt="0"/>
      <dgm:spPr/>
    </dgm:pt>
    <dgm:pt modelId="{5D2C1107-BF0C-4711-8B45-B5694FB15CC5}" type="pres">
      <dgm:prSet presAssocID="{61A673A2-435A-457D-9E07-4B892AC01C95}" presName="composite3" presStyleCnt="0"/>
      <dgm:spPr/>
    </dgm:pt>
    <dgm:pt modelId="{4233B3E3-6C67-4C0E-96E4-BB2B0B75586A}" type="pres">
      <dgm:prSet presAssocID="{61A673A2-435A-457D-9E07-4B892AC01C95}" presName="image3" presStyleLbl="node3" presStyleIdx="1" presStyleCnt="4"/>
      <dgm:spPr/>
    </dgm:pt>
    <dgm:pt modelId="{5BF73AE5-E6A9-41E4-8D16-336CA1EA5BD6}" type="pres">
      <dgm:prSet presAssocID="{61A673A2-435A-457D-9E07-4B892AC01C95}" presName="text3" presStyleLbl="revTx" presStyleIdx="5" presStyleCnt="15">
        <dgm:presLayoutVars>
          <dgm:chPref val="3"/>
        </dgm:presLayoutVars>
      </dgm:prSet>
      <dgm:spPr/>
    </dgm:pt>
    <dgm:pt modelId="{EC4B6FA5-182C-4938-88F2-B08D9DDA4CF2}" type="pres">
      <dgm:prSet presAssocID="{61A673A2-435A-457D-9E07-4B892AC01C95}" presName="hierChild4" presStyleCnt="0"/>
      <dgm:spPr/>
    </dgm:pt>
    <dgm:pt modelId="{A859DEBA-34E2-4DBD-A5A2-28D2B6BFC38A}" type="pres">
      <dgm:prSet presAssocID="{37C23012-DACA-48D0-9623-858F691F766C}" presName="Name23" presStyleLbl="parChTrans1D4" presStyleIdx="2" presStyleCnt="8"/>
      <dgm:spPr/>
    </dgm:pt>
    <dgm:pt modelId="{99F13FB0-D398-4B08-AF92-18A52A25FDE8}" type="pres">
      <dgm:prSet presAssocID="{E22E366A-781A-4B36-822D-90B95C9EA77B}" presName="hierRoot4" presStyleCnt="0"/>
      <dgm:spPr/>
    </dgm:pt>
    <dgm:pt modelId="{46221D27-7BD5-4C72-A977-73A87EB68C39}" type="pres">
      <dgm:prSet presAssocID="{E22E366A-781A-4B36-822D-90B95C9EA77B}" presName="composite4" presStyleCnt="0"/>
      <dgm:spPr/>
    </dgm:pt>
    <dgm:pt modelId="{70D74900-69E9-4856-A95D-89F5FDD3E9E4}" type="pres">
      <dgm:prSet presAssocID="{E22E366A-781A-4B36-822D-90B95C9EA77B}" presName="image4" presStyleLbl="node4" presStyleIdx="2" presStyleCnt="8"/>
      <dgm:spPr/>
    </dgm:pt>
    <dgm:pt modelId="{5E1D0709-7034-4610-9B77-E6FCB24CD992}" type="pres">
      <dgm:prSet presAssocID="{E22E366A-781A-4B36-822D-90B95C9EA77B}" presName="text4" presStyleLbl="revTx" presStyleIdx="6" presStyleCnt="15">
        <dgm:presLayoutVars>
          <dgm:chPref val="3"/>
        </dgm:presLayoutVars>
      </dgm:prSet>
      <dgm:spPr/>
    </dgm:pt>
    <dgm:pt modelId="{BA53775C-8256-4ADB-A304-B08E4AC04BFA}" type="pres">
      <dgm:prSet presAssocID="{E22E366A-781A-4B36-822D-90B95C9EA77B}" presName="hierChild5" presStyleCnt="0"/>
      <dgm:spPr/>
    </dgm:pt>
    <dgm:pt modelId="{9CD62530-5B28-425A-BC02-E34319251B68}" type="pres">
      <dgm:prSet presAssocID="{AF962CAF-4140-4D85-A989-4B9CFAF4727E}" presName="Name23" presStyleLbl="parChTrans1D4" presStyleIdx="3" presStyleCnt="8"/>
      <dgm:spPr/>
    </dgm:pt>
    <dgm:pt modelId="{0F1BD5C8-5940-44B8-BBBA-B9FB1287873F}" type="pres">
      <dgm:prSet presAssocID="{532E9890-2140-4539-BAD0-F04B6DECBA2D}" presName="hierRoot4" presStyleCnt="0"/>
      <dgm:spPr/>
    </dgm:pt>
    <dgm:pt modelId="{DDC043DD-A3BB-42F5-8AA1-AD93BF7D1BA0}" type="pres">
      <dgm:prSet presAssocID="{532E9890-2140-4539-BAD0-F04B6DECBA2D}" presName="composite4" presStyleCnt="0"/>
      <dgm:spPr/>
    </dgm:pt>
    <dgm:pt modelId="{45356671-EB57-466D-8106-10BEE9E8A057}" type="pres">
      <dgm:prSet presAssocID="{532E9890-2140-4539-BAD0-F04B6DECBA2D}" presName="image4" presStyleLbl="node4" presStyleIdx="3" presStyleCnt="8"/>
      <dgm:spPr/>
    </dgm:pt>
    <dgm:pt modelId="{38799EC5-4B67-4BDB-B398-A17FE7C97B33}" type="pres">
      <dgm:prSet presAssocID="{532E9890-2140-4539-BAD0-F04B6DECBA2D}" presName="text4" presStyleLbl="revTx" presStyleIdx="7" presStyleCnt="15">
        <dgm:presLayoutVars>
          <dgm:chPref val="3"/>
        </dgm:presLayoutVars>
      </dgm:prSet>
      <dgm:spPr/>
    </dgm:pt>
    <dgm:pt modelId="{E42B6E8F-A2F1-4C78-9511-0232D1710F3E}" type="pres">
      <dgm:prSet presAssocID="{532E9890-2140-4539-BAD0-F04B6DECBA2D}" presName="hierChild5" presStyleCnt="0"/>
      <dgm:spPr/>
    </dgm:pt>
    <dgm:pt modelId="{9A78DEC2-0E8A-48F5-BBA4-71E5BF8FC3D8}" type="pres">
      <dgm:prSet presAssocID="{AECC71DC-A302-4355-B4B0-45DF580B6E43}" presName="Name10" presStyleLbl="parChTrans1D2" presStyleIdx="1" presStyleCnt="2"/>
      <dgm:spPr/>
    </dgm:pt>
    <dgm:pt modelId="{741A59A1-3BF8-4091-BAFC-C93C09AC177D}" type="pres">
      <dgm:prSet presAssocID="{5D11F110-77D0-4814-8446-CBF9CE71D9A8}" presName="hierRoot2" presStyleCnt="0"/>
      <dgm:spPr/>
    </dgm:pt>
    <dgm:pt modelId="{38930689-8848-4BAB-97CD-AE550C2EB541}" type="pres">
      <dgm:prSet presAssocID="{5D11F110-77D0-4814-8446-CBF9CE71D9A8}" presName="composite2" presStyleCnt="0"/>
      <dgm:spPr/>
    </dgm:pt>
    <dgm:pt modelId="{A71313E5-2DD8-450D-AA94-93DCA40D8A75}" type="pres">
      <dgm:prSet presAssocID="{5D11F110-77D0-4814-8446-CBF9CE71D9A8}" presName="image2" presStyleLbl="node2" presStyleIdx="1" presStyleCnt="2"/>
      <dgm:spPr/>
    </dgm:pt>
    <dgm:pt modelId="{371DD64E-BB9A-4F95-AFDF-7E283A8FB183}" type="pres">
      <dgm:prSet presAssocID="{5D11F110-77D0-4814-8446-CBF9CE71D9A8}" presName="text2" presStyleLbl="revTx" presStyleIdx="8" presStyleCnt="15">
        <dgm:presLayoutVars>
          <dgm:chPref val="3"/>
        </dgm:presLayoutVars>
      </dgm:prSet>
      <dgm:spPr/>
    </dgm:pt>
    <dgm:pt modelId="{0DAD8494-9B2E-46A5-BD1F-7707C681CE8C}" type="pres">
      <dgm:prSet presAssocID="{5D11F110-77D0-4814-8446-CBF9CE71D9A8}" presName="hierChild3" presStyleCnt="0"/>
      <dgm:spPr/>
    </dgm:pt>
    <dgm:pt modelId="{A62C44E4-ADA3-4A06-91A0-E4D74AB3101E}" type="pres">
      <dgm:prSet presAssocID="{D3FA7D69-67E2-4299-8BA3-F0B85CC5D5A8}" presName="Name17" presStyleLbl="parChTrans1D3" presStyleIdx="2" presStyleCnt="4"/>
      <dgm:spPr/>
    </dgm:pt>
    <dgm:pt modelId="{33B33122-20DB-42DA-AD28-9E538BD950E4}" type="pres">
      <dgm:prSet presAssocID="{00AB7751-DC52-4F4B-B7E8-7DB9C71312EA}" presName="hierRoot3" presStyleCnt="0"/>
      <dgm:spPr/>
    </dgm:pt>
    <dgm:pt modelId="{A3D78DBC-D4F3-41D3-826E-E66AC4DBAD22}" type="pres">
      <dgm:prSet presAssocID="{00AB7751-DC52-4F4B-B7E8-7DB9C71312EA}" presName="composite3" presStyleCnt="0"/>
      <dgm:spPr/>
    </dgm:pt>
    <dgm:pt modelId="{15D941F4-E666-404F-931A-47AFD41A8665}" type="pres">
      <dgm:prSet presAssocID="{00AB7751-DC52-4F4B-B7E8-7DB9C71312EA}" presName="image3" presStyleLbl="node3" presStyleIdx="2" presStyleCnt="4"/>
      <dgm:spPr/>
    </dgm:pt>
    <dgm:pt modelId="{DD72F8D6-541C-4DD8-9291-3393D2674493}" type="pres">
      <dgm:prSet presAssocID="{00AB7751-DC52-4F4B-B7E8-7DB9C71312EA}" presName="text3" presStyleLbl="revTx" presStyleIdx="9" presStyleCnt="15">
        <dgm:presLayoutVars>
          <dgm:chPref val="3"/>
        </dgm:presLayoutVars>
      </dgm:prSet>
      <dgm:spPr/>
    </dgm:pt>
    <dgm:pt modelId="{DC6BB136-F534-40CF-B092-EF8B65FD337E}" type="pres">
      <dgm:prSet presAssocID="{00AB7751-DC52-4F4B-B7E8-7DB9C71312EA}" presName="hierChild4" presStyleCnt="0"/>
      <dgm:spPr/>
    </dgm:pt>
    <dgm:pt modelId="{BDCF35DD-CCBD-4FF1-A561-6773EBD720E0}" type="pres">
      <dgm:prSet presAssocID="{6E5B2170-3FEA-49CC-BCF2-2F6E5E0447C9}" presName="Name23" presStyleLbl="parChTrans1D4" presStyleIdx="4" presStyleCnt="8"/>
      <dgm:spPr/>
    </dgm:pt>
    <dgm:pt modelId="{8C89BF53-2792-4367-BA9D-D472A8E6EA6C}" type="pres">
      <dgm:prSet presAssocID="{9351FFA1-FFD0-4F84-B435-4E076DCCF2F3}" presName="hierRoot4" presStyleCnt="0"/>
      <dgm:spPr/>
    </dgm:pt>
    <dgm:pt modelId="{C4E71C3A-D2B9-4F95-854D-5164AD953510}" type="pres">
      <dgm:prSet presAssocID="{9351FFA1-FFD0-4F84-B435-4E076DCCF2F3}" presName="composite4" presStyleCnt="0"/>
      <dgm:spPr/>
    </dgm:pt>
    <dgm:pt modelId="{93ADDC6F-4833-4C9B-92F7-A997CCE88E51}" type="pres">
      <dgm:prSet presAssocID="{9351FFA1-FFD0-4F84-B435-4E076DCCF2F3}" presName="image4" presStyleLbl="node4" presStyleIdx="4" presStyleCnt="8"/>
      <dgm:spPr/>
    </dgm:pt>
    <dgm:pt modelId="{55351619-78DA-4C06-9C09-3F241DBF9008}" type="pres">
      <dgm:prSet presAssocID="{9351FFA1-FFD0-4F84-B435-4E076DCCF2F3}" presName="text4" presStyleLbl="revTx" presStyleIdx="10" presStyleCnt="15">
        <dgm:presLayoutVars>
          <dgm:chPref val="3"/>
        </dgm:presLayoutVars>
      </dgm:prSet>
      <dgm:spPr/>
    </dgm:pt>
    <dgm:pt modelId="{472BE0D2-F0F1-4C56-9C10-687718DCC075}" type="pres">
      <dgm:prSet presAssocID="{9351FFA1-FFD0-4F84-B435-4E076DCCF2F3}" presName="hierChild5" presStyleCnt="0"/>
      <dgm:spPr/>
    </dgm:pt>
    <dgm:pt modelId="{8793099F-09B0-45B2-AA6D-64A68C5B6EE1}" type="pres">
      <dgm:prSet presAssocID="{1591179F-9259-44C1-AF98-C81809767388}" presName="Name23" presStyleLbl="parChTrans1D4" presStyleIdx="5" presStyleCnt="8"/>
      <dgm:spPr/>
    </dgm:pt>
    <dgm:pt modelId="{F20ADE0B-6BE0-4C34-B3D5-135CA0C96158}" type="pres">
      <dgm:prSet presAssocID="{12A18A02-1957-4FE2-9AA7-A6DCCC4668B9}" presName="hierRoot4" presStyleCnt="0"/>
      <dgm:spPr/>
    </dgm:pt>
    <dgm:pt modelId="{85AE5C68-A8D3-4D27-B2BC-29DD8F0B3DE5}" type="pres">
      <dgm:prSet presAssocID="{12A18A02-1957-4FE2-9AA7-A6DCCC4668B9}" presName="composite4" presStyleCnt="0"/>
      <dgm:spPr/>
    </dgm:pt>
    <dgm:pt modelId="{D0A72916-F732-400C-840E-CDA1AE425116}" type="pres">
      <dgm:prSet presAssocID="{12A18A02-1957-4FE2-9AA7-A6DCCC4668B9}" presName="image4" presStyleLbl="node4" presStyleIdx="5" presStyleCnt="8"/>
      <dgm:spPr/>
    </dgm:pt>
    <dgm:pt modelId="{6E42574F-B20A-475F-A768-861106CDCC65}" type="pres">
      <dgm:prSet presAssocID="{12A18A02-1957-4FE2-9AA7-A6DCCC4668B9}" presName="text4" presStyleLbl="revTx" presStyleIdx="11" presStyleCnt="15">
        <dgm:presLayoutVars>
          <dgm:chPref val="3"/>
        </dgm:presLayoutVars>
      </dgm:prSet>
      <dgm:spPr/>
    </dgm:pt>
    <dgm:pt modelId="{9B490386-1595-4483-B1B0-DA37EF86CD53}" type="pres">
      <dgm:prSet presAssocID="{12A18A02-1957-4FE2-9AA7-A6DCCC4668B9}" presName="hierChild5" presStyleCnt="0"/>
      <dgm:spPr/>
    </dgm:pt>
    <dgm:pt modelId="{A74F1DD8-D5E6-468A-99E5-4BD8DE9BD90E}" type="pres">
      <dgm:prSet presAssocID="{0CC4E095-B579-4499-8672-14A3B798762D}" presName="Name17" presStyleLbl="parChTrans1D3" presStyleIdx="3" presStyleCnt="4"/>
      <dgm:spPr/>
    </dgm:pt>
    <dgm:pt modelId="{852CF4F1-B880-49A8-80E8-B78DA43B18CF}" type="pres">
      <dgm:prSet presAssocID="{93892754-5ECA-4D9A-8DC9-356679BD608D}" presName="hierRoot3" presStyleCnt="0"/>
      <dgm:spPr/>
    </dgm:pt>
    <dgm:pt modelId="{B0FAB7FC-7534-49F8-8286-09FAFFD5909B}" type="pres">
      <dgm:prSet presAssocID="{93892754-5ECA-4D9A-8DC9-356679BD608D}" presName="composite3" presStyleCnt="0"/>
      <dgm:spPr/>
    </dgm:pt>
    <dgm:pt modelId="{F881A462-697D-49DF-BDAA-18C064836F11}" type="pres">
      <dgm:prSet presAssocID="{93892754-5ECA-4D9A-8DC9-356679BD608D}" presName="image3" presStyleLbl="node3" presStyleIdx="3" presStyleCnt="4"/>
      <dgm:spPr/>
    </dgm:pt>
    <dgm:pt modelId="{A44B5226-5E83-47F5-9BD1-8F12B789F2F2}" type="pres">
      <dgm:prSet presAssocID="{93892754-5ECA-4D9A-8DC9-356679BD608D}" presName="text3" presStyleLbl="revTx" presStyleIdx="12" presStyleCnt="15">
        <dgm:presLayoutVars>
          <dgm:chPref val="3"/>
        </dgm:presLayoutVars>
      </dgm:prSet>
      <dgm:spPr/>
    </dgm:pt>
    <dgm:pt modelId="{FF357B60-0D29-43D9-B515-84F14FADED91}" type="pres">
      <dgm:prSet presAssocID="{93892754-5ECA-4D9A-8DC9-356679BD608D}" presName="hierChild4" presStyleCnt="0"/>
      <dgm:spPr/>
    </dgm:pt>
    <dgm:pt modelId="{E86901CA-99B0-4CB3-B0F4-A993BA6DE831}" type="pres">
      <dgm:prSet presAssocID="{C9FD766D-9B48-484C-85E9-C22A38559DEF}" presName="Name23" presStyleLbl="parChTrans1D4" presStyleIdx="6" presStyleCnt="8"/>
      <dgm:spPr/>
    </dgm:pt>
    <dgm:pt modelId="{E95B079E-BF85-4A6A-B5B5-BCCD24358A9E}" type="pres">
      <dgm:prSet presAssocID="{55FBA790-26E4-4A9C-AC99-6992004AF661}" presName="hierRoot4" presStyleCnt="0"/>
      <dgm:spPr/>
    </dgm:pt>
    <dgm:pt modelId="{B5579831-FAD8-4479-8F14-069D5955AD1E}" type="pres">
      <dgm:prSet presAssocID="{55FBA790-26E4-4A9C-AC99-6992004AF661}" presName="composite4" presStyleCnt="0"/>
      <dgm:spPr/>
    </dgm:pt>
    <dgm:pt modelId="{2E3CF932-03F3-4989-95E7-116137B538C2}" type="pres">
      <dgm:prSet presAssocID="{55FBA790-26E4-4A9C-AC99-6992004AF661}" presName="image4" presStyleLbl="node4" presStyleIdx="6" presStyleCnt="8"/>
      <dgm:spPr/>
    </dgm:pt>
    <dgm:pt modelId="{89B69E45-5826-4EAF-861C-11CF6A4CD7AA}" type="pres">
      <dgm:prSet presAssocID="{55FBA790-26E4-4A9C-AC99-6992004AF661}" presName="text4" presStyleLbl="revTx" presStyleIdx="13" presStyleCnt="15">
        <dgm:presLayoutVars>
          <dgm:chPref val="3"/>
        </dgm:presLayoutVars>
      </dgm:prSet>
      <dgm:spPr/>
    </dgm:pt>
    <dgm:pt modelId="{D2F907A6-4BB5-493B-9F61-FFD1D45663CA}" type="pres">
      <dgm:prSet presAssocID="{55FBA790-26E4-4A9C-AC99-6992004AF661}" presName="hierChild5" presStyleCnt="0"/>
      <dgm:spPr/>
    </dgm:pt>
    <dgm:pt modelId="{D582953F-A1E4-4DF4-A807-F4AFCAB85AFA}" type="pres">
      <dgm:prSet presAssocID="{D6D23A75-2C57-4E1C-A5A8-6C131405AE83}" presName="Name23" presStyleLbl="parChTrans1D4" presStyleIdx="7" presStyleCnt="8"/>
      <dgm:spPr/>
    </dgm:pt>
    <dgm:pt modelId="{9499BCC4-79A8-45B9-9B6D-C4807D178A14}" type="pres">
      <dgm:prSet presAssocID="{E070A57E-1F1F-4F65-93FF-4C868045D50C}" presName="hierRoot4" presStyleCnt="0"/>
      <dgm:spPr/>
    </dgm:pt>
    <dgm:pt modelId="{A08F96AD-B98E-495C-B835-E4456155C295}" type="pres">
      <dgm:prSet presAssocID="{E070A57E-1F1F-4F65-93FF-4C868045D50C}" presName="composite4" presStyleCnt="0"/>
      <dgm:spPr/>
    </dgm:pt>
    <dgm:pt modelId="{D6909D42-8A14-495A-A4C8-AE9F17BF44B5}" type="pres">
      <dgm:prSet presAssocID="{E070A57E-1F1F-4F65-93FF-4C868045D50C}" presName="image4" presStyleLbl="node4" presStyleIdx="7" presStyleCnt="8"/>
      <dgm:spPr/>
    </dgm:pt>
    <dgm:pt modelId="{E0DD55A2-191E-4251-9468-D5A2F90E4FFA}" type="pres">
      <dgm:prSet presAssocID="{E070A57E-1F1F-4F65-93FF-4C868045D50C}" presName="text4" presStyleLbl="revTx" presStyleIdx="14" presStyleCnt="15">
        <dgm:presLayoutVars>
          <dgm:chPref val="3"/>
        </dgm:presLayoutVars>
      </dgm:prSet>
      <dgm:spPr/>
    </dgm:pt>
    <dgm:pt modelId="{C6064ECB-49E8-4A86-B09C-2F9DF745BB2B}" type="pres">
      <dgm:prSet presAssocID="{E070A57E-1F1F-4F65-93FF-4C868045D50C}" presName="hierChild5" presStyleCnt="0"/>
      <dgm:spPr/>
    </dgm:pt>
  </dgm:ptLst>
  <dgm:cxnLst>
    <dgm:cxn modelId="{2A871A02-4128-4758-882D-6097B9253A1C}" type="presOf" srcId="{AECC71DC-A302-4355-B4B0-45DF580B6E43}" destId="{9A78DEC2-0E8A-48F5-BBA4-71E5BF8FC3D8}" srcOrd="0" destOrd="0" presId="urn:microsoft.com/office/officeart/2009/layout/CirclePictureHierarchy"/>
    <dgm:cxn modelId="{F7527B07-E973-40CA-A037-78E885354014}" srcId="{12B2F92D-8B8C-493B-9084-DFCD25E2ED5F}" destId="{4727C88A-8CE7-48D3-8531-97F85149A919}" srcOrd="0" destOrd="0" parTransId="{A3238DB4-E820-49AE-8EB4-618E6AB46A40}" sibTransId="{614785D9-739B-4999-8D32-913CE87D78BB}"/>
    <dgm:cxn modelId="{A2905F0C-DEDE-48FA-898D-5B560DE75B6C}" type="presOf" srcId="{AB8CE92F-2B2D-4024-8466-0586AC25AB60}" destId="{17953249-6B62-4A5D-8B52-79726E159038}" srcOrd="0" destOrd="0" presId="urn:microsoft.com/office/officeart/2009/layout/CirclePictureHierarchy"/>
    <dgm:cxn modelId="{68EC290E-57EF-4520-B884-9197E645DA34}" type="presOf" srcId="{12A18A02-1957-4FE2-9AA7-A6DCCC4668B9}" destId="{6E42574F-B20A-475F-A768-861106CDCC65}" srcOrd="0" destOrd="0" presId="urn:microsoft.com/office/officeart/2009/layout/CirclePictureHierarchy"/>
    <dgm:cxn modelId="{42A4FC0E-7A14-422A-9465-37CDA525E7F2}" type="presOf" srcId="{D6D23A75-2C57-4E1C-A5A8-6C131405AE83}" destId="{D582953F-A1E4-4DF4-A807-F4AFCAB85AFA}" srcOrd="0" destOrd="0" presId="urn:microsoft.com/office/officeart/2009/layout/CirclePictureHierarchy"/>
    <dgm:cxn modelId="{D9D59F19-8EAD-4222-97B0-ADEB76BDE1AA}" type="presOf" srcId="{5088F7C8-90AE-47EE-84DF-336AF6172885}" destId="{D076B3B4-AFA5-47D6-90E3-8BACBD8D4168}" srcOrd="0" destOrd="0" presId="urn:microsoft.com/office/officeart/2009/layout/CirclePictureHierarchy"/>
    <dgm:cxn modelId="{1C3B9B1C-BEB7-4D38-B87B-B8FBEB60A513}" srcId="{62222425-6D25-4D8B-9426-A66298ED454A}" destId="{BFD31DDB-81AF-405A-B05F-A65FE3BF29CD}" srcOrd="0" destOrd="0" parTransId="{3663084A-285E-47D8-AAEF-370F4DD0C20D}" sibTransId="{E1CE1206-9ACC-4D78-AB0B-3180A313438A}"/>
    <dgm:cxn modelId="{7D69F01D-2D03-4DD5-B2EA-6B9540EB4DAC}" type="presOf" srcId="{A3238DB4-E820-49AE-8EB4-618E6AB46A40}" destId="{AC9DEF68-33FF-472B-9DEE-5655B74025FE}" srcOrd="0" destOrd="0" presId="urn:microsoft.com/office/officeart/2009/layout/CirclePictureHierarchy"/>
    <dgm:cxn modelId="{BD75C223-CE65-4E11-ACFF-8C2AC4FE9CA0}" type="presOf" srcId="{62222425-6D25-4D8B-9426-A66298ED454A}" destId="{82D45EC8-7D3F-4499-9D7B-52697A83CBDE}" srcOrd="0" destOrd="0" presId="urn:microsoft.com/office/officeart/2009/layout/CirclePictureHierarchy"/>
    <dgm:cxn modelId="{2E9D8A2B-108E-423D-BF06-F203C4E82FB7}" type="presOf" srcId="{9F0C916C-1B4E-44E3-88E2-1BB6738B5C81}" destId="{D650D1E0-7F2E-426B-8C00-8AE85615FEAE}" srcOrd="0" destOrd="0" presId="urn:microsoft.com/office/officeart/2009/layout/CirclePictureHierarchy"/>
    <dgm:cxn modelId="{61841B2E-0B71-49A2-8074-B4DDDAC3EDCE}" type="presOf" srcId="{AF962CAF-4140-4D85-A989-4B9CFAF4727E}" destId="{9CD62530-5B28-425A-BC02-E34319251B68}" srcOrd="0" destOrd="0" presId="urn:microsoft.com/office/officeart/2009/layout/CirclePictureHierarchy"/>
    <dgm:cxn modelId="{956E8833-C909-4E7B-A9EC-53A2F99D7AA3}" type="presOf" srcId="{E22E366A-781A-4B36-822D-90B95C9EA77B}" destId="{5E1D0709-7034-4610-9B77-E6FCB24CD992}" srcOrd="0" destOrd="0" presId="urn:microsoft.com/office/officeart/2009/layout/CirclePictureHierarchy"/>
    <dgm:cxn modelId="{E34F4D35-D13A-4DAD-9033-86E2E513BC08}" type="presOf" srcId="{D3FA7D69-67E2-4299-8BA3-F0B85CC5D5A8}" destId="{A62C44E4-ADA3-4A06-91A0-E4D74AB3101E}" srcOrd="0" destOrd="0" presId="urn:microsoft.com/office/officeart/2009/layout/CirclePictureHierarchy"/>
    <dgm:cxn modelId="{8E909135-D4F2-4BA1-A54F-3A84CE1A9E66}" type="presOf" srcId="{6E5B2170-3FEA-49CC-BCF2-2F6E5E0447C9}" destId="{BDCF35DD-CCBD-4FF1-A561-6773EBD720E0}" srcOrd="0" destOrd="0" presId="urn:microsoft.com/office/officeart/2009/layout/CirclePictureHierarchy"/>
    <dgm:cxn modelId="{E8344D37-3E5F-40C2-BF76-2269514DDBAD}" type="presOf" srcId="{B0A10DE8-2DF2-4061-A153-F765BC0FA436}" destId="{E9CEC15E-51D7-4F26-8AFB-875D60F417CD}" srcOrd="0" destOrd="0" presId="urn:microsoft.com/office/officeart/2009/layout/CirclePictureHierarchy"/>
    <dgm:cxn modelId="{91044B39-2BCD-4DC7-9B9E-019E4BD7488C}" srcId="{61A673A2-435A-457D-9E07-4B892AC01C95}" destId="{E22E366A-781A-4B36-822D-90B95C9EA77B}" srcOrd="0" destOrd="0" parTransId="{37C23012-DACA-48D0-9623-858F691F766C}" sibTransId="{F8BF401D-29E8-47B6-9252-29D2B06F8A06}"/>
    <dgm:cxn modelId="{D2E85440-65CF-4132-8282-9E80ADAB59E6}" srcId="{5D11F110-77D0-4814-8446-CBF9CE71D9A8}" destId="{93892754-5ECA-4D9A-8DC9-356679BD608D}" srcOrd="1" destOrd="0" parTransId="{0CC4E095-B579-4499-8672-14A3B798762D}" sibTransId="{95719921-A44A-46DD-A291-BE455A8AF896}"/>
    <dgm:cxn modelId="{80B86046-F772-4F7B-9D0C-79FECB71D71D}" type="presOf" srcId="{55FBA790-26E4-4A9C-AC99-6992004AF661}" destId="{89B69E45-5826-4EAF-861C-11CF6A4CD7AA}" srcOrd="0" destOrd="0" presId="urn:microsoft.com/office/officeart/2009/layout/CirclePictureHierarchy"/>
    <dgm:cxn modelId="{3657314A-8D63-40A4-81B0-6A842BB226AC}" srcId="{5D11F110-77D0-4814-8446-CBF9CE71D9A8}" destId="{00AB7751-DC52-4F4B-B7E8-7DB9C71312EA}" srcOrd="0" destOrd="0" parTransId="{D3FA7D69-67E2-4299-8BA3-F0B85CC5D5A8}" sibTransId="{4F0CDEA8-4B1D-4ADF-9927-81D0854C8C69}"/>
    <dgm:cxn modelId="{A57E3D4A-E0B4-4FCE-B030-1BB84483E909}" srcId="{4727C88A-8CE7-48D3-8531-97F85149A919}" destId="{AB8CE92F-2B2D-4024-8466-0586AC25AB60}" srcOrd="1" destOrd="0" parTransId="{9F0C916C-1B4E-44E3-88E2-1BB6738B5C81}" sibTransId="{159F5E16-2370-4473-99A7-D59CF38CF5CD}"/>
    <dgm:cxn modelId="{204D9C4A-758D-4322-9EBF-BC7905DB610B}" srcId="{93892754-5ECA-4D9A-8DC9-356679BD608D}" destId="{55FBA790-26E4-4A9C-AC99-6992004AF661}" srcOrd="0" destOrd="0" parTransId="{C9FD766D-9B48-484C-85E9-C22A38559DEF}" sibTransId="{6203F14D-55E3-41D7-B5BB-3037AE05BEE3}"/>
    <dgm:cxn modelId="{9C785D67-BD8F-4598-B25F-DB3E01B00A39}" type="presOf" srcId="{61A673A2-435A-457D-9E07-4B892AC01C95}" destId="{5BF73AE5-E6A9-41E4-8D16-336CA1EA5BD6}" srcOrd="0" destOrd="0" presId="urn:microsoft.com/office/officeart/2009/layout/CirclePictureHierarchy"/>
    <dgm:cxn modelId="{D5197A7D-1740-4A29-9968-020A8EE1BA38}" type="presOf" srcId="{E070A57E-1F1F-4F65-93FF-4C868045D50C}" destId="{E0DD55A2-191E-4251-9468-D5A2F90E4FFA}" srcOrd="0" destOrd="0" presId="urn:microsoft.com/office/officeart/2009/layout/CirclePictureHierarchy"/>
    <dgm:cxn modelId="{866FA088-FA0C-4C29-97E6-E59D39D1A3DB}" srcId="{4727C88A-8CE7-48D3-8531-97F85149A919}" destId="{B0A10DE8-2DF2-4061-A153-F765BC0FA436}" srcOrd="0" destOrd="0" parTransId="{A070603F-2855-4913-A35D-1D1DBE1ECD27}" sibTransId="{46011EC0-0837-4EB7-977C-293C0F0227E2}"/>
    <dgm:cxn modelId="{2117E08E-AE5A-4556-AA9E-D6F4097720D3}" srcId="{00AB7751-DC52-4F4B-B7E8-7DB9C71312EA}" destId="{12A18A02-1957-4FE2-9AA7-A6DCCC4668B9}" srcOrd="1" destOrd="0" parTransId="{1591179F-9259-44C1-AF98-C81809767388}" sibTransId="{14F69394-9632-495E-817D-E18B25A5810D}"/>
    <dgm:cxn modelId="{34B7ABA5-8980-446E-9E2F-68A04C3B9CC8}" srcId="{61A673A2-435A-457D-9E07-4B892AC01C95}" destId="{532E9890-2140-4539-BAD0-F04B6DECBA2D}" srcOrd="1" destOrd="0" parTransId="{AF962CAF-4140-4D85-A989-4B9CFAF4727E}" sibTransId="{E629EFF1-B0B9-4F2A-AA62-B332B09F8508}"/>
    <dgm:cxn modelId="{24DED0A8-72DC-4BD0-BF6C-7E7E2B223EF1}" type="presOf" srcId="{1591179F-9259-44C1-AF98-C81809767388}" destId="{8793099F-09B0-45B2-AA6D-64A68C5B6EE1}" srcOrd="0" destOrd="0" presId="urn:microsoft.com/office/officeart/2009/layout/CirclePictureHierarchy"/>
    <dgm:cxn modelId="{FB728BAB-B43F-4EB8-B4D6-50BC913E0216}" type="presOf" srcId="{00AB7751-DC52-4F4B-B7E8-7DB9C71312EA}" destId="{DD72F8D6-541C-4DD8-9291-3393D2674493}" srcOrd="0" destOrd="0" presId="urn:microsoft.com/office/officeart/2009/layout/CirclePictureHierarchy"/>
    <dgm:cxn modelId="{42569DB6-B7BE-49A5-A24D-0825C056E823}" type="presOf" srcId="{F47C3220-AEF7-4872-B846-2BFB7C45C745}" destId="{D6ADE249-9F35-40DA-812D-4D3C01A47463}" srcOrd="0" destOrd="0" presId="urn:microsoft.com/office/officeart/2009/layout/CirclePictureHierarchy"/>
    <dgm:cxn modelId="{D3B34FBB-55FC-4CFB-88FE-77D29DCA6C40}" type="presOf" srcId="{532E9890-2140-4539-BAD0-F04B6DECBA2D}" destId="{38799EC5-4B67-4BDB-B398-A17FE7C97B33}" srcOrd="0" destOrd="0" presId="urn:microsoft.com/office/officeart/2009/layout/CirclePictureHierarchy"/>
    <dgm:cxn modelId="{FFCF98BB-58B7-4E5D-AA80-FD9DEB2248FD}" srcId="{BFD31DDB-81AF-405A-B05F-A65FE3BF29CD}" destId="{12B2F92D-8B8C-493B-9084-DFCD25E2ED5F}" srcOrd="0" destOrd="0" parTransId="{F47C3220-AEF7-4872-B846-2BFB7C45C745}" sibTransId="{F2BD2398-FA68-4FA3-A952-5992FF38D149}"/>
    <dgm:cxn modelId="{EA7C49BC-0314-4870-86A3-E3E6F9F2987A}" type="presOf" srcId="{5D11F110-77D0-4814-8446-CBF9CE71D9A8}" destId="{371DD64E-BB9A-4F95-AFDF-7E283A8FB183}" srcOrd="0" destOrd="0" presId="urn:microsoft.com/office/officeart/2009/layout/CirclePictureHierarchy"/>
    <dgm:cxn modelId="{942A41C6-4C5C-4956-9F69-3ECEFDD34FCF}" type="presOf" srcId="{37C23012-DACA-48D0-9623-858F691F766C}" destId="{A859DEBA-34E2-4DBD-A5A2-28D2B6BFC38A}" srcOrd="0" destOrd="0" presId="urn:microsoft.com/office/officeart/2009/layout/CirclePictureHierarchy"/>
    <dgm:cxn modelId="{7F6C63C6-91A7-44F5-924D-2CE8CEB18AED}" type="presOf" srcId="{12B2F92D-8B8C-493B-9084-DFCD25E2ED5F}" destId="{9ADE254B-AB07-4F15-B082-A60445A66A30}" srcOrd="0" destOrd="0" presId="urn:microsoft.com/office/officeart/2009/layout/CirclePictureHierarchy"/>
    <dgm:cxn modelId="{9C7D12D1-56A0-4A4C-8927-64AA5C953CFE}" type="presOf" srcId="{9351FFA1-FFD0-4F84-B435-4E076DCCF2F3}" destId="{55351619-78DA-4C06-9C09-3F241DBF9008}" srcOrd="0" destOrd="0" presId="urn:microsoft.com/office/officeart/2009/layout/CirclePictureHierarchy"/>
    <dgm:cxn modelId="{D789BED2-0B1A-49D6-8A11-F7BF8C147AD2}" type="presOf" srcId="{4727C88A-8CE7-48D3-8531-97F85149A919}" destId="{84A4564B-9AB7-4C8F-B8A8-39EFD12C3F04}" srcOrd="0" destOrd="0" presId="urn:microsoft.com/office/officeart/2009/layout/CirclePictureHierarchy"/>
    <dgm:cxn modelId="{CD1C78D3-0B07-43C4-BC66-0B2403863C34}" srcId="{12B2F92D-8B8C-493B-9084-DFCD25E2ED5F}" destId="{61A673A2-435A-457D-9E07-4B892AC01C95}" srcOrd="1" destOrd="0" parTransId="{5088F7C8-90AE-47EE-84DF-336AF6172885}" sibTransId="{63FE1C44-3A60-4B1B-8BA0-98C79F5BD27F}"/>
    <dgm:cxn modelId="{38CE95D7-555A-49BD-82C5-E8CA2992E933}" srcId="{93892754-5ECA-4D9A-8DC9-356679BD608D}" destId="{E070A57E-1F1F-4F65-93FF-4C868045D50C}" srcOrd="1" destOrd="0" parTransId="{D6D23A75-2C57-4E1C-A5A8-6C131405AE83}" sibTransId="{9A5D93BB-F4FC-4578-BF3D-F6BA6672C44E}"/>
    <dgm:cxn modelId="{BF508BF2-23F3-4C9A-ABA8-D56790A7C8E7}" srcId="{00AB7751-DC52-4F4B-B7E8-7DB9C71312EA}" destId="{9351FFA1-FFD0-4F84-B435-4E076DCCF2F3}" srcOrd="0" destOrd="0" parTransId="{6E5B2170-3FEA-49CC-BCF2-2F6E5E0447C9}" sibTransId="{295C9A89-9DC9-4035-A200-CD40423940EF}"/>
    <dgm:cxn modelId="{15D421F7-CC38-4EE7-90DE-545042614A2B}" srcId="{BFD31DDB-81AF-405A-B05F-A65FE3BF29CD}" destId="{5D11F110-77D0-4814-8446-CBF9CE71D9A8}" srcOrd="1" destOrd="0" parTransId="{AECC71DC-A302-4355-B4B0-45DF580B6E43}" sibTransId="{C1A0F246-F7EA-44AF-B92F-F6947ABBA370}"/>
    <dgm:cxn modelId="{67D352FA-0794-417F-9438-A8D0A482472D}" type="presOf" srcId="{A070603F-2855-4913-A35D-1D1DBE1ECD27}" destId="{35A4CF92-AAEF-402E-A11E-284E0F3CBD39}" srcOrd="0" destOrd="0" presId="urn:microsoft.com/office/officeart/2009/layout/CirclePictureHierarchy"/>
    <dgm:cxn modelId="{DF66DCFC-7E23-49CE-87F4-2DAD24F50BD5}" type="presOf" srcId="{93892754-5ECA-4D9A-8DC9-356679BD608D}" destId="{A44B5226-5E83-47F5-9BD1-8F12B789F2F2}" srcOrd="0" destOrd="0" presId="urn:microsoft.com/office/officeart/2009/layout/CirclePictureHierarchy"/>
    <dgm:cxn modelId="{3E2403FD-C4B6-4CFF-8E81-7AA03AC81CF0}" type="presOf" srcId="{BFD31DDB-81AF-405A-B05F-A65FE3BF29CD}" destId="{676CD1C2-E5E2-46C3-A1D7-E167CB2BBB25}" srcOrd="0" destOrd="0" presId="urn:microsoft.com/office/officeart/2009/layout/CirclePictureHierarchy"/>
    <dgm:cxn modelId="{165603FF-A2AC-4809-B134-4AEFDD59F9DC}" type="presOf" srcId="{0CC4E095-B579-4499-8672-14A3B798762D}" destId="{A74F1DD8-D5E6-468A-99E5-4BD8DE9BD90E}" srcOrd="0" destOrd="0" presId="urn:microsoft.com/office/officeart/2009/layout/CirclePictureHierarchy"/>
    <dgm:cxn modelId="{6C58DFFF-4002-43C0-A374-B84382C0C6FD}" type="presOf" srcId="{C9FD766D-9B48-484C-85E9-C22A38559DEF}" destId="{E86901CA-99B0-4CB3-B0F4-A993BA6DE831}" srcOrd="0" destOrd="0" presId="urn:microsoft.com/office/officeart/2009/layout/CirclePictureHierarchy"/>
    <dgm:cxn modelId="{BBB9E9DE-7791-4674-9FE5-D46CB2AD2C26}" type="presParOf" srcId="{82D45EC8-7D3F-4499-9D7B-52697A83CBDE}" destId="{19034368-C805-4251-BB16-B7CD7430DFF6}" srcOrd="0" destOrd="0" presId="urn:microsoft.com/office/officeart/2009/layout/CirclePictureHierarchy"/>
    <dgm:cxn modelId="{D8E3E231-FA54-4080-8AA9-B962AC955878}" type="presParOf" srcId="{19034368-C805-4251-BB16-B7CD7430DFF6}" destId="{6A462961-366B-4D45-89D7-D5B843043D9D}" srcOrd="0" destOrd="0" presId="urn:microsoft.com/office/officeart/2009/layout/CirclePictureHierarchy"/>
    <dgm:cxn modelId="{EF554773-AD6B-4497-9850-8997E1800AA4}" type="presParOf" srcId="{6A462961-366B-4D45-89D7-D5B843043D9D}" destId="{6BC2B84B-B849-4C9B-AE7E-39F88DDB38F4}" srcOrd="0" destOrd="0" presId="urn:microsoft.com/office/officeart/2009/layout/CirclePictureHierarchy"/>
    <dgm:cxn modelId="{141D0D0E-6E1E-4689-8C4F-D4211D5FD256}" type="presParOf" srcId="{6A462961-366B-4D45-89D7-D5B843043D9D}" destId="{676CD1C2-E5E2-46C3-A1D7-E167CB2BBB25}" srcOrd="1" destOrd="0" presId="urn:microsoft.com/office/officeart/2009/layout/CirclePictureHierarchy"/>
    <dgm:cxn modelId="{308AA623-89BB-4ECD-8B64-2726790C40D8}" type="presParOf" srcId="{19034368-C805-4251-BB16-B7CD7430DFF6}" destId="{3C380B9C-51BA-4636-B6B8-FD0569D38EA7}" srcOrd="1" destOrd="0" presId="urn:microsoft.com/office/officeart/2009/layout/CirclePictureHierarchy"/>
    <dgm:cxn modelId="{FEE59DDC-6C17-4555-95ED-53457C874978}" type="presParOf" srcId="{3C380B9C-51BA-4636-B6B8-FD0569D38EA7}" destId="{D6ADE249-9F35-40DA-812D-4D3C01A47463}" srcOrd="0" destOrd="0" presId="urn:microsoft.com/office/officeart/2009/layout/CirclePictureHierarchy"/>
    <dgm:cxn modelId="{F8882E63-75ED-40BB-BDED-7F64DA48A07A}" type="presParOf" srcId="{3C380B9C-51BA-4636-B6B8-FD0569D38EA7}" destId="{69BD935B-D177-4BA7-BC81-B54F167A5B05}" srcOrd="1" destOrd="0" presId="urn:microsoft.com/office/officeart/2009/layout/CirclePictureHierarchy"/>
    <dgm:cxn modelId="{4BA21692-92F2-4AC3-A5E7-DFC53CE2F288}" type="presParOf" srcId="{69BD935B-D177-4BA7-BC81-B54F167A5B05}" destId="{CBE36035-DE2B-4B50-B15C-20ADB66708D4}" srcOrd="0" destOrd="0" presId="urn:microsoft.com/office/officeart/2009/layout/CirclePictureHierarchy"/>
    <dgm:cxn modelId="{A060E3CD-3054-4249-89F1-0036FA614A56}" type="presParOf" srcId="{CBE36035-DE2B-4B50-B15C-20ADB66708D4}" destId="{CAE55F1E-C19F-4B66-8D23-E23D61C8274A}" srcOrd="0" destOrd="0" presId="urn:microsoft.com/office/officeart/2009/layout/CirclePictureHierarchy"/>
    <dgm:cxn modelId="{48E6EA12-E731-4578-AB32-E04C1EB207EE}" type="presParOf" srcId="{CBE36035-DE2B-4B50-B15C-20ADB66708D4}" destId="{9ADE254B-AB07-4F15-B082-A60445A66A30}" srcOrd="1" destOrd="0" presId="urn:microsoft.com/office/officeart/2009/layout/CirclePictureHierarchy"/>
    <dgm:cxn modelId="{1C5C7E54-5BD4-458F-8057-ADF2F84B53E1}" type="presParOf" srcId="{69BD935B-D177-4BA7-BC81-B54F167A5B05}" destId="{137D34E1-C591-46D9-A69E-33DF9C5646E4}" srcOrd="1" destOrd="0" presId="urn:microsoft.com/office/officeart/2009/layout/CirclePictureHierarchy"/>
    <dgm:cxn modelId="{9A94B685-9309-41C4-8F08-16B2E640A0A9}" type="presParOf" srcId="{137D34E1-C591-46D9-A69E-33DF9C5646E4}" destId="{AC9DEF68-33FF-472B-9DEE-5655B74025FE}" srcOrd="0" destOrd="0" presId="urn:microsoft.com/office/officeart/2009/layout/CirclePictureHierarchy"/>
    <dgm:cxn modelId="{6D72E91D-2D63-45D5-8BCC-F85F8D6416EB}" type="presParOf" srcId="{137D34E1-C591-46D9-A69E-33DF9C5646E4}" destId="{85ACCECE-3422-45C3-B816-548BDE8C35CF}" srcOrd="1" destOrd="0" presId="urn:microsoft.com/office/officeart/2009/layout/CirclePictureHierarchy"/>
    <dgm:cxn modelId="{DAB3666C-69B6-49F9-910F-2FD2CC44EDAB}" type="presParOf" srcId="{85ACCECE-3422-45C3-B816-548BDE8C35CF}" destId="{559DA7D7-8F31-4623-B971-EDBD43E3F4BC}" srcOrd="0" destOrd="0" presId="urn:microsoft.com/office/officeart/2009/layout/CirclePictureHierarchy"/>
    <dgm:cxn modelId="{617FA213-BC1C-4FDA-BCA7-B06E79DB1E29}" type="presParOf" srcId="{559DA7D7-8F31-4623-B971-EDBD43E3F4BC}" destId="{F0378735-1767-4B95-A191-84FCF421923B}" srcOrd="0" destOrd="0" presId="urn:microsoft.com/office/officeart/2009/layout/CirclePictureHierarchy"/>
    <dgm:cxn modelId="{F74F3C06-1C94-481B-9F73-570FE5DF4D64}" type="presParOf" srcId="{559DA7D7-8F31-4623-B971-EDBD43E3F4BC}" destId="{84A4564B-9AB7-4C8F-B8A8-39EFD12C3F04}" srcOrd="1" destOrd="0" presId="urn:microsoft.com/office/officeart/2009/layout/CirclePictureHierarchy"/>
    <dgm:cxn modelId="{4D3BF935-4CAF-4EFF-A48B-5BCFDFDFC75B}" type="presParOf" srcId="{85ACCECE-3422-45C3-B816-548BDE8C35CF}" destId="{3C5BD723-FD69-4D36-8EB7-31470A594C4E}" srcOrd="1" destOrd="0" presId="urn:microsoft.com/office/officeart/2009/layout/CirclePictureHierarchy"/>
    <dgm:cxn modelId="{5B09D541-86B5-45A0-9213-BCEE053FC511}" type="presParOf" srcId="{3C5BD723-FD69-4D36-8EB7-31470A594C4E}" destId="{35A4CF92-AAEF-402E-A11E-284E0F3CBD39}" srcOrd="0" destOrd="0" presId="urn:microsoft.com/office/officeart/2009/layout/CirclePictureHierarchy"/>
    <dgm:cxn modelId="{369D25AA-C70A-4AA2-8D13-43CA0DB2BA0B}" type="presParOf" srcId="{3C5BD723-FD69-4D36-8EB7-31470A594C4E}" destId="{6DBD82C3-A43D-4F30-ABD5-548DE9DABC7B}" srcOrd="1" destOrd="0" presId="urn:microsoft.com/office/officeart/2009/layout/CirclePictureHierarchy"/>
    <dgm:cxn modelId="{57845D92-1140-4062-A1EF-62A980CAA2C4}" type="presParOf" srcId="{6DBD82C3-A43D-4F30-ABD5-548DE9DABC7B}" destId="{156C01FE-8395-41EA-8B81-FC0BF1980FC5}" srcOrd="0" destOrd="0" presId="urn:microsoft.com/office/officeart/2009/layout/CirclePictureHierarchy"/>
    <dgm:cxn modelId="{28E62147-9780-41E5-A2F1-3E05F4F4B1CE}" type="presParOf" srcId="{156C01FE-8395-41EA-8B81-FC0BF1980FC5}" destId="{31378BE1-73BB-4FBA-8B37-26EFF9163B79}" srcOrd="0" destOrd="0" presId="urn:microsoft.com/office/officeart/2009/layout/CirclePictureHierarchy"/>
    <dgm:cxn modelId="{A2762EDE-5471-4631-BE5E-826EDFD02185}" type="presParOf" srcId="{156C01FE-8395-41EA-8B81-FC0BF1980FC5}" destId="{E9CEC15E-51D7-4F26-8AFB-875D60F417CD}" srcOrd="1" destOrd="0" presId="urn:microsoft.com/office/officeart/2009/layout/CirclePictureHierarchy"/>
    <dgm:cxn modelId="{CCAFE853-3B95-4422-9154-28307EF1824A}" type="presParOf" srcId="{6DBD82C3-A43D-4F30-ABD5-548DE9DABC7B}" destId="{54B4CE1E-6618-4173-8B97-B42E581702B8}" srcOrd="1" destOrd="0" presId="urn:microsoft.com/office/officeart/2009/layout/CirclePictureHierarchy"/>
    <dgm:cxn modelId="{958EFDD2-4CE2-4793-A1EF-C938EC55C89F}" type="presParOf" srcId="{3C5BD723-FD69-4D36-8EB7-31470A594C4E}" destId="{D650D1E0-7F2E-426B-8C00-8AE85615FEAE}" srcOrd="2" destOrd="0" presId="urn:microsoft.com/office/officeart/2009/layout/CirclePictureHierarchy"/>
    <dgm:cxn modelId="{34D2C8E9-AD14-4133-98A0-05B17FDF4ECE}" type="presParOf" srcId="{3C5BD723-FD69-4D36-8EB7-31470A594C4E}" destId="{83E2F6E3-53BD-4E5B-B88E-FA332CAE77BC}" srcOrd="3" destOrd="0" presId="urn:microsoft.com/office/officeart/2009/layout/CirclePictureHierarchy"/>
    <dgm:cxn modelId="{16348FD0-F6EB-4295-8893-AE0A84EC0B98}" type="presParOf" srcId="{83E2F6E3-53BD-4E5B-B88E-FA332CAE77BC}" destId="{71DA6488-A4D9-4FC8-B345-E15927F80B6E}" srcOrd="0" destOrd="0" presId="urn:microsoft.com/office/officeart/2009/layout/CirclePictureHierarchy"/>
    <dgm:cxn modelId="{2301A2CF-A8CF-451F-A568-6EBD3B2F8238}" type="presParOf" srcId="{71DA6488-A4D9-4FC8-B345-E15927F80B6E}" destId="{E88FCE21-AB7D-4D6A-B05D-0EC880AD204C}" srcOrd="0" destOrd="0" presId="urn:microsoft.com/office/officeart/2009/layout/CirclePictureHierarchy"/>
    <dgm:cxn modelId="{1765BF1C-0DC6-4D6F-9549-3F03E5D60D37}" type="presParOf" srcId="{71DA6488-A4D9-4FC8-B345-E15927F80B6E}" destId="{17953249-6B62-4A5D-8B52-79726E159038}" srcOrd="1" destOrd="0" presId="urn:microsoft.com/office/officeart/2009/layout/CirclePictureHierarchy"/>
    <dgm:cxn modelId="{DE4FA6B7-C0A0-4062-B886-7F38AA6CEEF7}" type="presParOf" srcId="{83E2F6E3-53BD-4E5B-B88E-FA332CAE77BC}" destId="{84C5BD53-2299-4531-9908-D834393165AE}" srcOrd="1" destOrd="0" presId="urn:microsoft.com/office/officeart/2009/layout/CirclePictureHierarchy"/>
    <dgm:cxn modelId="{3C53865C-0878-4A13-B594-658B7821C9BF}" type="presParOf" srcId="{137D34E1-C591-46D9-A69E-33DF9C5646E4}" destId="{D076B3B4-AFA5-47D6-90E3-8BACBD8D4168}" srcOrd="2" destOrd="0" presId="urn:microsoft.com/office/officeart/2009/layout/CirclePictureHierarchy"/>
    <dgm:cxn modelId="{8B7BEA40-0672-447A-87FF-728C7887D9D8}" type="presParOf" srcId="{137D34E1-C591-46D9-A69E-33DF9C5646E4}" destId="{EDB0A0DC-9478-44DC-AB84-E18245846904}" srcOrd="3" destOrd="0" presId="urn:microsoft.com/office/officeart/2009/layout/CirclePictureHierarchy"/>
    <dgm:cxn modelId="{4E23EDB0-5DF9-43D2-AD79-CDDAF028421A}" type="presParOf" srcId="{EDB0A0DC-9478-44DC-AB84-E18245846904}" destId="{5D2C1107-BF0C-4711-8B45-B5694FB15CC5}" srcOrd="0" destOrd="0" presId="urn:microsoft.com/office/officeart/2009/layout/CirclePictureHierarchy"/>
    <dgm:cxn modelId="{05C75CA0-733C-4594-9691-AC6A732AA65B}" type="presParOf" srcId="{5D2C1107-BF0C-4711-8B45-B5694FB15CC5}" destId="{4233B3E3-6C67-4C0E-96E4-BB2B0B75586A}" srcOrd="0" destOrd="0" presId="urn:microsoft.com/office/officeart/2009/layout/CirclePictureHierarchy"/>
    <dgm:cxn modelId="{3415C1C7-1EB6-4622-8354-8A32EC32DC36}" type="presParOf" srcId="{5D2C1107-BF0C-4711-8B45-B5694FB15CC5}" destId="{5BF73AE5-E6A9-41E4-8D16-336CA1EA5BD6}" srcOrd="1" destOrd="0" presId="urn:microsoft.com/office/officeart/2009/layout/CirclePictureHierarchy"/>
    <dgm:cxn modelId="{F291CAFE-2B50-4D0A-BA17-B89A1BF6E404}" type="presParOf" srcId="{EDB0A0DC-9478-44DC-AB84-E18245846904}" destId="{EC4B6FA5-182C-4938-88F2-B08D9DDA4CF2}" srcOrd="1" destOrd="0" presId="urn:microsoft.com/office/officeart/2009/layout/CirclePictureHierarchy"/>
    <dgm:cxn modelId="{4370478D-6C8C-46A4-92A8-10427B51C4B0}" type="presParOf" srcId="{EC4B6FA5-182C-4938-88F2-B08D9DDA4CF2}" destId="{A859DEBA-34E2-4DBD-A5A2-28D2B6BFC38A}" srcOrd="0" destOrd="0" presId="urn:microsoft.com/office/officeart/2009/layout/CirclePictureHierarchy"/>
    <dgm:cxn modelId="{E419AB36-F0BB-49C2-9E0B-5C13D8364886}" type="presParOf" srcId="{EC4B6FA5-182C-4938-88F2-B08D9DDA4CF2}" destId="{99F13FB0-D398-4B08-AF92-18A52A25FDE8}" srcOrd="1" destOrd="0" presId="urn:microsoft.com/office/officeart/2009/layout/CirclePictureHierarchy"/>
    <dgm:cxn modelId="{F305EE61-B280-4599-98AC-994675ADC408}" type="presParOf" srcId="{99F13FB0-D398-4B08-AF92-18A52A25FDE8}" destId="{46221D27-7BD5-4C72-A977-73A87EB68C39}" srcOrd="0" destOrd="0" presId="urn:microsoft.com/office/officeart/2009/layout/CirclePictureHierarchy"/>
    <dgm:cxn modelId="{FB0C275D-DA77-4D38-B31D-43BE19602293}" type="presParOf" srcId="{46221D27-7BD5-4C72-A977-73A87EB68C39}" destId="{70D74900-69E9-4856-A95D-89F5FDD3E9E4}" srcOrd="0" destOrd="0" presId="urn:microsoft.com/office/officeart/2009/layout/CirclePictureHierarchy"/>
    <dgm:cxn modelId="{C2E1F4EA-4FA2-4163-B8E0-37AE852DF514}" type="presParOf" srcId="{46221D27-7BD5-4C72-A977-73A87EB68C39}" destId="{5E1D0709-7034-4610-9B77-E6FCB24CD992}" srcOrd="1" destOrd="0" presId="urn:microsoft.com/office/officeart/2009/layout/CirclePictureHierarchy"/>
    <dgm:cxn modelId="{CB616374-D015-4A75-B400-5E5EEDD8A6BD}" type="presParOf" srcId="{99F13FB0-D398-4B08-AF92-18A52A25FDE8}" destId="{BA53775C-8256-4ADB-A304-B08E4AC04BFA}" srcOrd="1" destOrd="0" presId="urn:microsoft.com/office/officeart/2009/layout/CirclePictureHierarchy"/>
    <dgm:cxn modelId="{AB345A45-23EB-4F94-BAD2-E1832489D703}" type="presParOf" srcId="{EC4B6FA5-182C-4938-88F2-B08D9DDA4CF2}" destId="{9CD62530-5B28-425A-BC02-E34319251B68}" srcOrd="2" destOrd="0" presId="urn:microsoft.com/office/officeart/2009/layout/CirclePictureHierarchy"/>
    <dgm:cxn modelId="{1690C8DA-9959-4159-B338-7D9C55DF29CD}" type="presParOf" srcId="{EC4B6FA5-182C-4938-88F2-B08D9DDA4CF2}" destId="{0F1BD5C8-5940-44B8-BBBA-B9FB1287873F}" srcOrd="3" destOrd="0" presId="urn:microsoft.com/office/officeart/2009/layout/CirclePictureHierarchy"/>
    <dgm:cxn modelId="{CEA673CB-0A34-459A-8026-7676BF9CACD8}" type="presParOf" srcId="{0F1BD5C8-5940-44B8-BBBA-B9FB1287873F}" destId="{DDC043DD-A3BB-42F5-8AA1-AD93BF7D1BA0}" srcOrd="0" destOrd="0" presId="urn:microsoft.com/office/officeart/2009/layout/CirclePictureHierarchy"/>
    <dgm:cxn modelId="{758A8E42-1D63-4149-8FC7-2CB004C816A4}" type="presParOf" srcId="{DDC043DD-A3BB-42F5-8AA1-AD93BF7D1BA0}" destId="{45356671-EB57-466D-8106-10BEE9E8A057}" srcOrd="0" destOrd="0" presId="urn:microsoft.com/office/officeart/2009/layout/CirclePictureHierarchy"/>
    <dgm:cxn modelId="{4DA5EEA1-D909-46CE-BE4F-623325CC6488}" type="presParOf" srcId="{DDC043DD-A3BB-42F5-8AA1-AD93BF7D1BA0}" destId="{38799EC5-4B67-4BDB-B398-A17FE7C97B33}" srcOrd="1" destOrd="0" presId="urn:microsoft.com/office/officeart/2009/layout/CirclePictureHierarchy"/>
    <dgm:cxn modelId="{BA4D856C-A946-4D2C-BA18-4AE72325F401}" type="presParOf" srcId="{0F1BD5C8-5940-44B8-BBBA-B9FB1287873F}" destId="{E42B6E8F-A2F1-4C78-9511-0232D1710F3E}" srcOrd="1" destOrd="0" presId="urn:microsoft.com/office/officeart/2009/layout/CirclePictureHierarchy"/>
    <dgm:cxn modelId="{E734CA5E-24A2-4717-A5B1-1FC20427E286}" type="presParOf" srcId="{3C380B9C-51BA-4636-B6B8-FD0569D38EA7}" destId="{9A78DEC2-0E8A-48F5-BBA4-71E5BF8FC3D8}" srcOrd="2" destOrd="0" presId="urn:microsoft.com/office/officeart/2009/layout/CirclePictureHierarchy"/>
    <dgm:cxn modelId="{6FA26492-17C3-4327-8CF7-E40E70D0CC3B}" type="presParOf" srcId="{3C380B9C-51BA-4636-B6B8-FD0569D38EA7}" destId="{741A59A1-3BF8-4091-BAFC-C93C09AC177D}" srcOrd="3" destOrd="0" presId="urn:microsoft.com/office/officeart/2009/layout/CirclePictureHierarchy"/>
    <dgm:cxn modelId="{1EE05BE7-1783-415D-9C41-81F8822BF515}" type="presParOf" srcId="{741A59A1-3BF8-4091-BAFC-C93C09AC177D}" destId="{38930689-8848-4BAB-97CD-AE550C2EB541}" srcOrd="0" destOrd="0" presId="urn:microsoft.com/office/officeart/2009/layout/CirclePictureHierarchy"/>
    <dgm:cxn modelId="{C8CA07C0-38F7-41DD-A9BE-5E86050CD494}" type="presParOf" srcId="{38930689-8848-4BAB-97CD-AE550C2EB541}" destId="{A71313E5-2DD8-450D-AA94-93DCA40D8A75}" srcOrd="0" destOrd="0" presId="urn:microsoft.com/office/officeart/2009/layout/CirclePictureHierarchy"/>
    <dgm:cxn modelId="{2F51A481-173A-43A4-915F-B52398EE91EE}" type="presParOf" srcId="{38930689-8848-4BAB-97CD-AE550C2EB541}" destId="{371DD64E-BB9A-4F95-AFDF-7E283A8FB183}" srcOrd="1" destOrd="0" presId="urn:microsoft.com/office/officeart/2009/layout/CirclePictureHierarchy"/>
    <dgm:cxn modelId="{ED724A70-3CB8-48D9-B278-D937D8DECCE0}" type="presParOf" srcId="{741A59A1-3BF8-4091-BAFC-C93C09AC177D}" destId="{0DAD8494-9B2E-46A5-BD1F-7707C681CE8C}" srcOrd="1" destOrd="0" presId="urn:microsoft.com/office/officeart/2009/layout/CirclePictureHierarchy"/>
    <dgm:cxn modelId="{71C96B59-2B86-4854-8DEC-453AE51F398F}" type="presParOf" srcId="{0DAD8494-9B2E-46A5-BD1F-7707C681CE8C}" destId="{A62C44E4-ADA3-4A06-91A0-E4D74AB3101E}" srcOrd="0" destOrd="0" presId="urn:microsoft.com/office/officeart/2009/layout/CirclePictureHierarchy"/>
    <dgm:cxn modelId="{D127F876-595B-45D3-82D3-E5ED4E047B31}" type="presParOf" srcId="{0DAD8494-9B2E-46A5-BD1F-7707C681CE8C}" destId="{33B33122-20DB-42DA-AD28-9E538BD950E4}" srcOrd="1" destOrd="0" presId="urn:microsoft.com/office/officeart/2009/layout/CirclePictureHierarchy"/>
    <dgm:cxn modelId="{EFDC7E8F-6B89-42AD-8893-B9E599FDF38E}" type="presParOf" srcId="{33B33122-20DB-42DA-AD28-9E538BD950E4}" destId="{A3D78DBC-D4F3-41D3-826E-E66AC4DBAD22}" srcOrd="0" destOrd="0" presId="urn:microsoft.com/office/officeart/2009/layout/CirclePictureHierarchy"/>
    <dgm:cxn modelId="{EB6B1385-4FED-4DAA-9BCA-A5A21D3D5BF7}" type="presParOf" srcId="{A3D78DBC-D4F3-41D3-826E-E66AC4DBAD22}" destId="{15D941F4-E666-404F-931A-47AFD41A8665}" srcOrd="0" destOrd="0" presId="urn:microsoft.com/office/officeart/2009/layout/CirclePictureHierarchy"/>
    <dgm:cxn modelId="{180E8E4C-FD79-4E74-AEEE-E055164ECB1F}" type="presParOf" srcId="{A3D78DBC-D4F3-41D3-826E-E66AC4DBAD22}" destId="{DD72F8D6-541C-4DD8-9291-3393D2674493}" srcOrd="1" destOrd="0" presId="urn:microsoft.com/office/officeart/2009/layout/CirclePictureHierarchy"/>
    <dgm:cxn modelId="{F71B468A-E404-47AA-A448-FA7D7745A103}" type="presParOf" srcId="{33B33122-20DB-42DA-AD28-9E538BD950E4}" destId="{DC6BB136-F534-40CF-B092-EF8B65FD337E}" srcOrd="1" destOrd="0" presId="urn:microsoft.com/office/officeart/2009/layout/CirclePictureHierarchy"/>
    <dgm:cxn modelId="{2C63D2A0-84CC-4E21-BD4F-83689639B64E}" type="presParOf" srcId="{DC6BB136-F534-40CF-B092-EF8B65FD337E}" destId="{BDCF35DD-CCBD-4FF1-A561-6773EBD720E0}" srcOrd="0" destOrd="0" presId="urn:microsoft.com/office/officeart/2009/layout/CirclePictureHierarchy"/>
    <dgm:cxn modelId="{9ADBC6AE-6344-4336-9BF5-8A0780CB233D}" type="presParOf" srcId="{DC6BB136-F534-40CF-B092-EF8B65FD337E}" destId="{8C89BF53-2792-4367-BA9D-D472A8E6EA6C}" srcOrd="1" destOrd="0" presId="urn:microsoft.com/office/officeart/2009/layout/CirclePictureHierarchy"/>
    <dgm:cxn modelId="{24AF987F-E0BF-4474-B678-694CC4BF6C8C}" type="presParOf" srcId="{8C89BF53-2792-4367-BA9D-D472A8E6EA6C}" destId="{C4E71C3A-D2B9-4F95-854D-5164AD953510}" srcOrd="0" destOrd="0" presId="urn:microsoft.com/office/officeart/2009/layout/CirclePictureHierarchy"/>
    <dgm:cxn modelId="{553C9A22-E434-483D-8DFE-13390B48C597}" type="presParOf" srcId="{C4E71C3A-D2B9-4F95-854D-5164AD953510}" destId="{93ADDC6F-4833-4C9B-92F7-A997CCE88E51}" srcOrd="0" destOrd="0" presId="urn:microsoft.com/office/officeart/2009/layout/CirclePictureHierarchy"/>
    <dgm:cxn modelId="{DAB342DE-6578-44B0-BF40-4E17FB257305}" type="presParOf" srcId="{C4E71C3A-D2B9-4F95-854D-5164AD953510}" destId="{55351619-78DA-4C06-9C09-3F241DBF9008}" srcOrd="1" destOrd="0" presId="urn:microsoft.com/office/officeart/2009/layout/CirclePictureHierarchy"/>
    <dgm:cxn modelId="{9457D1D7-8159-43D4-BC17-A1215099E84F}" type="presParOf" srcId="{8C89BF53-2792-4367-BA9D-D472A8E6EA6C}" destId="{472BE0D2-F0F1-4C56-9C10-687718DCC075}" srcOrd="1" destOrd="0" presId="urn:microsoft.com/office/officeart/2009/layout/CirclePictureHierarchy"/>
    <dgm:cxn modelId="{34A5AD41-3DE6-40CD-8846-7F0D9993A9F7}" type="presParOf" srcId="{DC6BB136-F534-40CF-B092-EF8B65FD337E}" destId="{8793099F-09B0-45B2-AA6D-64A68C5B6EE1}" srcOrd="2" destOrd="0" presId="urn:microsoft.com/office/officeart/2009/layout/CirclePictureHierarchy"/>
    <dgm:cxn modelId="{8845FFB9-7BCB-4305-BF1D-4E431CBDD4E0}" type="presParOf" srcId="{DC6BB136-F534-40CF-B092-EF8B65FD337E}" destId="{F20ADE0B-6BE0-4C34-B3D5-135CA0C96158}" srcOrd="3" destOrd="0" presId="urn:microsoft.com/office/officeart/2009/layout/CirclePictureHierarchy"/>
    <dgm:cxn modelId="{230EEAC0-B479-4D9E-BC84-F5393CDABCF2}" type="presParOf" srcId="{F20ADE0B-6BE0-4C34-B3D5-135CA0C96158}" destId="{85AE5C68-A8D3-4D27-B2BC-29DD8F0B3DE5}" srcOrd="0" destOrd="0" presId="urn:microsoft.com/office/officeart/2009/layout/CirclePictureHierarchy"/>
    <dgm:cxn modelId="{7F4F65AB-58A9-40A0-9BB7-8338BE008640}" type="presParOf" srcId="{85AE5C68-A8D3-4D27-B2BC-29DD8F0B3DE5}" destId="{D0A72916-F732-400C-840E-CDA1AE425116}" srcOrd="0" destOrd="0" presId="urn:microsoft.com/office/officeart/2009/layout/CirclePictureHierarchy"/>
    <dgm:cxn modelId="{E39858CF-5468-47BA-8DCF-9B76B1E6AE05}" type="presParOf" srcId="{85AE5C68-A8D3-4D27-B2BC-29DD8F0B3DE5}" destId="{6E42574F-B20A-475F-A768-861106CDCC65}" srcOrd="1" destOrd="0" presId="urn:microsoft.com/office/officeart/2009/layout/CirclePictureHierarchy"/>
    <dgm:cxn modelId="{F1059F30-B278-4432-8F61-F03C20F72A17}" type="presParOf" srcId="{F20ADE0B-6BE0-4C34-B3D5-135CA0C96158}" destId="{9B490386-1595-4483-B1B0-DA37EF86CD53}" srcOrd="1" destOrd="0" presId="urn:microsoft.com/office/officeart/2009/layout/CirclePictureHierarchy"/>
    <dgm:cxn modelId="{7754E8A5-6BCB-4B68-8C13-727256DA7050}" type="presParOf" srcId="{0DAD8494-9B2E-46A5-BD1F-7707C681CE8C}" destId="{A74F1DD8-D5E6-468A-99E5-4BD8DE9BD90E}" srcOrd="2" destOrd="0" presId="urn:microsoft.com/office/officeart/2009/layout/CirclePictureHierarchy"/>
    <dgm:cxn modelId="{3D3AB0FB-516C-4E83-BD53-F78CF1A80B9F}" type="presParOf" srcId="{0DAD8494-9B2E-46A5-BD1F-7707C681CE8C}" destId="{852CF4F1-B880-49A8-80E8-B78DA43B18CF}" srcOrd="3" destOrd="0" presId="urn:microsoft.com/office/officeart/2009/layout/CirclePictureHierarchy"/>
    <dgm:cxn modelId="{47AE046A-0A26-49E5-82F3-3A99BA45895F}" type="presParOf" srcId="{852CF4F1-B880-49A8-80E8-B78DA43B18CF}" destId="{B0FAB7FC-7534-49F8-8286-09FAFFD5909B}" srcOrd="0" destOrd="0" presId="urn:microsoft.com/office/officeart/2009/layout/CirclePictureHierarchy"/>
    <dgm:cxn modelId="{93D0D003-445B-4C7D-9266-2FA33C130791}" type="presParOf" srcId="{B0FAB7FC-7534-49F8-8286-09FAFFD5909B}" destId="{F881A462-697D-49DF-BDAA-18C064836F11}" srcOrd="0" destOrd="0" presId="urn:microsoft.com/office/officeart/2009/layout/CirclePictureHierarchy"/>
    <dgm:cxn modelId="{96612EB7-97C4-4111-88E4-77FFA9E02CBF}" type="presParOf" srcId="{B0FAB7FC-7534-49F8-8286-09FAFFD5909B}" destId="{A44B5226-5E83-47F5-9BD1-8F12B789F2F2}" srcOrd="1" destOrd="0" presId="urn:microsoft.com/office/officeart/2009/layout/CirclePictureHierarchy"/>
    <dgm:cxn modelId="{C5291938-9131-4BEA-949C-EDCAE26C5769}" type="presParOf" srcId="{852CF4F1-B880-49A8-80E8-B78DA43B18CF}" destId="{FF357B60-0D29-43D9-B515-84F14FADED91}" srcOrd="1" destOrd="0" presId="urn:microsoft.com/office/officeart/2009/layout/CirclePictureHierarchy"/>
    <dgm:cxn modelId="{4C9783FF-49C6-492E-81D9-17B3461EB115}" type="presParOf" srcId="{FF357B60-0D29-43D9-B515-84F14FADED91}" destId="{E86901CA-99B0-4CB3-B0F4-A993BA6DE831}" srcOrd="0" destOrd="0" presId="urn:microsoft.com/office/officeart/2009/layout/CirclePictureHierarchy"/>
    <dgm:cxn modelId="{DE0C162D-83E5-45DE-81C4-7EFBF3A4F225}" type="presParOf" srcId="{FF357B60-0D29-43D9-B515-84F14FADED91}" destId="{E95B079E-BF85-4A6A-B5B5-BCCD24358A9E}" srcOrd="1" destOrd="0" presId="urn:microsoft.com/office/officeart/2009/layout/CirclePictureHierarchy"/>
    <dgm:cxn modelId="{2BC17015-EA64-437A-BD61-A6EBF236164A}" type="presParOf" srcId="{E95B079E-BF85-4A6A-B5B5-BCCD24358A9E}" destId="{B5579831-FAD8-4479-8F14-069D5955AD1E}" srcOrd="0" destOrd="0" presId="urn:microsoft.com/office/officeart/2009/layout/CirclePictureHierarchy"/>
    <dgm:cxn modelId="{975C3253-A86D-4AD2-AB9B-5E7C4F6718EC}" type="presParOf" srcId="{B5579831-FAD8-4479-8F14-069D5955AD1E}" destId="{2E3CF932-03F3-4989-95E7-116137B538C2}" srcOrd="0" destOrd="0" presId="urn:microsoft.com/office/officeart/2009/layout/CirclePictureHierarchy"/>
    <dgm:cxn modelId="{5C6511DF-5EE5-43E7-A442-96BD3AB7829E}" type="presParOf" srcId="{B5579831-FAD8-4479-8F14-069D5955AD1E}" destId="{89B69E45-5826-4EAF-861C-11CF6A4CD7AA}" srcOrd="1" destOrd="0" presId="urn:microsoft.com/office/officeart/2009/layout/CirclePictureHierarchy"/>
    <dgm:cxn modelId="{CD421984-A989-4741-B364-6B418DEB06CE}" type="presParOf" srcId="{E95B079E-BF85-4A6A-B5B5-BCCD24358A9E}" destId="{D2F907A6-4BB5-493B-9F61-FFD1D45663CA}" srcOrd="1" destOrd="0" presId="urn:microsoft.com/office/officeart/2009/layout/CirclePictureHierarchy"/>
    <dgm:cxn modelId="{DF4B3B76-CA4F-4224-93A4-AE1166A32AB9}" type="presParOf" srcId="{FF357B60-0D29-43D9-B515-84F14FADED91}" destId="{D582953F-A1E4-4DF4-A807-F4AFCAB85AFA}" srcOrd="2" destOrd="0" presId="urn:microsoft.com/office/officeart/2009/layout/CirclePictureHierarchy"/>
    <dgm:cxn modelId="{237DC290-D052-47FC-8862-7E3930DC1EA2}" type="presParOf" srcId="{FF357B60-0D29-43D9-B515-84F14FADED91}" destId="{9499BCC4-79A8-45B9-9B6D-C4807D178A14}" srcOrd="3" destOrd="0" presId="urn:microsoft.com/office/officeart/2009/layout/CirclePictureHierarchy"/>
    <dgm:cxn modelId="{C349BFE8-FC9A-4A76-8708-E23E3654E084}" type="presParOf" srcId="{9499BCC4-79A8-45B9-9B6D-C4807D178A14}" destId="{A08F96AD-B98E-495C-B835-E4456155C295}" srcOrd="0" destOrd="0" presId="urn:microsoft.com/office/officeart/2009/layout/CirclePictureHierarchy"/>
    <dgm:cxn modelId="{DFF5CE79-930C-4665-9DC0-297948AB6BAE}" type="presParOf" srcId="{A08F96AD-B98E-495C-B835-E4456155C295}" destId="{D6909D42-8A14-495A-A4C8-AE9F17BF44B5}" srcOrd="0" destOrd="0" presId="urn:microsoft.com/office/officeart/2009/layout/CirclePictureHierarchy"/>
    <dgm:cxn modelId="{32EFC7A6-76C4-4706-8361-3861C7C771E5}" type="presParOf" srcId="{A08F96AD-B98E-495C-B835-E4456155C295}" destId="{E0DD55A2-191E-4251-9468-D5A2F90E4FFA}" srcOrd="1" destOrd="0" presId="urn:microsoft.com/office/officeart/2009/layout/CirclePictureHierarchy"/>
    <dgm:cxn modelId="{60AECBE5-BC3B-4A6F-992F-2C39518F1CE3}" type="presParOf" srcId="{9499BCC4-79A8-45B9-9B6D-C4807D178A14}" destId="{C6064ECB-49E8-4A86-B09C-2F9DF745BB2B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EAD2F9-8546-498A-8133-F2F939B7FACC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9565E1-11C2-4F3A-93A1-FA8AB2327875}">
      <dgm:prSet phldrT="[Text]"/>
      <dgm:spPr/>
      <dgm:t>
        <a:bodyPr/>
        <a:lstStyle/>
        <a:p>
          <a:endParaRPr lang="en-US" dirty="0"/>
        </a:p>
      </dgm:t>
    </dgm:pt>
    <dgm:pt modelId="{05472847-458B-4665-AFD8-D212A18AA368}" type="parTrans" cxnId="{C6E5D8D6-9E35-4099-A3CB-0085B579C9B8}">
      <dgm:prSet/>
      <dgm:spPr/>
      <dgm:t>
        <a:bodyPr/>
        <a:lstStyle/>
        <a:p>
          <a:endParaRPr lang="en-US"/>
        </a:p>
      </dgm:t>
    </dgm:pt>
    <dgm:pt modelId="{79548481-AFC1-4DC2-81BC-24774C81CF1F}" type="sibTrans" cxnId="{C6E5D8D6-9E35-4099-A3CB-0085B579C9B8}">
      <dgm:prSet/>
      <dgm:spPr/>
      <dgm:t>
        <a:bodyPr/>
        <a:lstStyle/>
        <a:p>
          <a:endParaRPr lang="en-US"/>
        </a:p>
      </dgm:t>
    </dgm:pt>
    <dgm:pt modelId="{6AB48D74-883B-4865-B868-169E43D1DA95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5FD384E0-4DA2-4D30-92DA-FEA91A4D7AB0}" type="parTrans" cxnId="{1F036888-CBF1-4972-97CE-5931A2BFF96A}">
      <dgm:prSet/>
      <dgm:spPr/>
      <dgm:t>
        <a:bodyPr/>
        <a:lstStyle/>
        <a:p>
          <a:endParaRPr lang="en-US"/>
        </a:p>
      </dgm:t>
    </dgm:pt>
    <dgm:pt modelId="{518822E6-E19D-4ED6-B387-44C13E06126F}" type="sibTrans" cxnId="{1F036888-CBF1-4972-97CE-5931A2BFF96A}">
      <dgm:prSet/>
      <dgm:spPr/>
      <dgm:t>
        <a:bodyPr/>
        <a:lstStyle/>
        <a:p>
          <a:endParaRPr lang="en-US"/>
        </a:p>
      </dgm:t>
    </dgm:pt>
    <dgm:pt modelId="{D8D9A6F0-64CE-4C4E-B1D3-BD76D97A0C3F}">
      <dgm:prSet phldrT="[Text]"/>
      <dgm:spPr/>
      <dgm:t>
        <a:bodyPr/>
        <a:lstStyle/>
        <a:p>
          <a:r>
            <a:rPr lang="en-US" dirty="0"/>
            <a:t>37</a:t>
          </a:r>
        </a:p>
      </dgm:t>
    </dgm:pt>
    <dgm:pt modelId="{D00608CE-735C-4643-AF4C-D7A271F1DD8A}" type="parTrans" cxnId="{785FC776-9C69-43C1-95D5-5C736874F184}">
      <dgm:prSet/>
      <dgm:spPr/>
      <dgm:t>
        <a:bodyPr/>
        <a:lstStyle/>
        <a:p>
          <a:endParaRPr lang="en-US"/>
        </a:p>
      </dgm:t>
    </dgm:pt>
    <dgm:pt modelId="{984E8080-A144-4E1A-BC55-E2EA08700591}" type="sibTrans" cxnId="{785FC776-9C69-43C1-95D5-5C736874F184}">
      <dgm:prSet/>
      <dgm:spPr/>
      <dgm:t>
        <a:bodyPr/>
        <a:lstStyle/>
        <a:p>
          <a:endParaRPr lang="en-US"/>
        </a:p>
      </dgm:t>
    </dgm:pt>
    <dgm:pt modelId="{A76A03EA-086B-489A-B99C-CFFFAF232EA7}">
      <dgm:prSet phldrT="[Text]"/>
      <dgm:spPr/>
      <dgm:t>
        <a:bodyPr/>
        <a:lstStyle/>
        <a:p>
          <a:r>
            <a:rPr lang="en-US" dirty="0"/>
            <a:t>35</a:t>
          </a:r>
        </a:p>
      </dgm:t>
    </dgm:pt>
    <dgm:pt modelId="{EF33D1BB-2846-40F6-A8DF-459E7AEBF131}" type="parTrans" cxnId="{C43AFE3E-D2CD-412E-990D-7A93CDB3A250}">
      <dgm:prSet/>
      <dgm:spPr/>
      <dgm:t>
        <a:bodyPr/>
        <a:lstStyle/>
        <a:p>
          <a:endParaRPr lang="en-US"/>
        </a:p>
      </dgm:t>
    </dgm:pt>
    <dgm:pt modelId="{0ECAF9ED-CB06-4EE8-9522-999AD94BC335}" type="sibTrans" cxnId="{C43AFE3E-D2CD-412E-990D-7A93CDB3A250}">
      <dgm:prSet/>
      <dgm:spPr/>
      <dgm:t>
        <a:bodyPr/>
        <a:lstStyle/>
        <a:p>
          <a:endParaRPr lang="en-US"/>
        </a:p>
      </dgm:t>
    </dgm:pt>
    <dgm:pt modelId="{AE095943-B8F6-4C21-8685-1DF41507992E}">
      <dgm:prSet phldrT="[Text]"/>
      <dgm:spPr/>
      <dgm:t>
        <a:bodyPr/>
        <a:lstStyle/>
        <a:p>
          <a:r>
            <a:rPr lang="en-US" dirty="0"/>
            <a:t>7</a:t>
          </a:r>
        </a:p>
      </dgm:t>
    </dgm:pt>
    <dgm:pt modelId="{43C71193-C8C2-4A94-B38B-63BB4E741014}" type="parTrans" cxnId="{1C8D91C7-EBF9-45F5-AE29-CB3C17671D9D}">
      <dgm:prSet/>
      <dgm:spPr/>
      <dgm:t>
        <a:bodyPr/>
        <a:lstStyle/>
        <a:p>
          <a:endParaRPr lang="en-US"/>
        </a:p>
      </dgm:t>
    </dgm:pt>
    <dgm:pt modelId="{CBEBFBE7-67DD-4915-9269-B26FFBD30FC0}" type="sibTrans" cxnId="{1C8D91C7-EBF9-45F5-AE29-CB3C17671D9D}">
      <dgm:prSet/>
      <dgm:spPr/>
      <dgm:t>
        <a:bodyPr/>
        <a:lstStyle/>
        <a:p>
          <a:endParaRPr lang="en-US"/>
        </a:p>
      </dgm:t>
    </dgm:pt>
    <dgm:pt modelId="{C92E45E5-A17B-4308-986B-7BAAA4370826}">
      <dgm:prSet phldrT="[Text]"/>
      <dgm:spPr/>
      <dgm:t>
        <a:bodyPr/>
        <a:lstStyle/>
        <a:p>
          <a:r>
            <a:rPr lang="en-US" dirty="0"/>
            <a:t>53</a:t>
          </a:r>
        </a:p>
      </dgm:t>
    </dgm:pt>
    <dgm:pt modelId="{28E98CAD-27FA-4944-90ED-691DD584411F}" type="parTrans" cxnId="{69BF8C66-1945-4278-9EDA-4AB4E891B154}">
      <dgm:prSet/>
      <dgm:spPr/>
      <dgm:t>
        <a:bodyPr/>
        <a:lstStyle/>
        <a:p>
          <a:endParaRPr lang="en-US"/>
        </a:p>
      </dgm:t>
    </dgm:pt>
    <dgm:pt modelId="{2A0607E1-8062-421D-95FC-E13FE5D2BC8B}" type="sibTrans" cxnId="{69BF8C66-1945-4278-9EDA-4AB4E891B154}">
      <dgm:prSet/>
      <dgm:spPr/>
      <dgm:t>
        <a:bodyPr/>
        <a:lstStyle/>
        <a:p>
          <a:endParaRPr lang="en-US"/>
        </a:p>
      </dgm:t>
    </dgm:pt>
    <dgm:pt modelId="{D8EDA930-9C34-410A-AC79-4BF8BADDB74A}">
      <dgm:prSet phldrT="[Text]"/>
      <dgm:spPr/>
      <dgm:t>
        <a:bodyPr/>
        <a:lstStyle/>
        <a:p>
          <a:r>
            <a:rPr lang="en-US" dirty="0"/>
            <a:t>5</a:t>
          </a:r>
        </a:p>
      </dgm:t>
    </dgm:pt>
    <dgm:pt modelId="{14D76601-CF5B-4BA9-8BF3-4A778C947E8D}" type="parTrans" cxnId="{B904A8CE-1EDF-42BD-87C5-C04E83060C53}">
      <dgm:prSet/>
      <dgm:spPr/>
      <dgm:t>
        <a:bodyPr/>
        <a:lstStyle/>
        <a:p>
          <a:endParaRPr lang="en-US"/>
        </a:p>
      </dgm:t>
    </dgm:pt>
    <dgm:pt modelId="{CA9F7EFB-1A63-4B59-B926-99CFED5C55ED}" type="sibTrans" cxnId="{B904A8CE-1EDF-42BD-87C5-C04E83060C53}">
      <dgm:prSet/>
      <dgm:spPr/>
      <dgm:t>
        <a:bodyPr/>
        <a:lstStyle/>
        <a:p>
          <a:endParaRPr lang="en-US"/>
        </a:p>
      </dgm:t>
    </dgm:pt>
    <dgm:pt modelId="{6918B300-1329-459F-92FC-4DF3175BABA5}">
      <dgm:prSet phldrT="[Text]"/>
      <dgm:spPr/>
      <dgm:t>
        <a:bodyPr/>
        <a:lstStyle/>
        <a:p>
          <a:r>
            <a:rPr lang="en-US" dirty="0"/>
            <a:t>375</a:t>
          </a:r>
        </a:p>
      </dgm:t>
    </dgm:pt>
    <dgm:pt modelId="{F9488A5F-4C2D-4352-8CAB-6F0733B64DF5}" type="parTrans" cxnId="{1A12D3AC-12A5-49BD-91FD-309CF0D8931B}">
      <dgm:prSet/>
      <dgm:spPr/>
      <dgm:t>
        <a:bodyPr/>
        <a:lstStyle/>
        <a:p>
          <a:endParaRPr lang="en-US"/>
        </a:p>
      </dgm:t>
    </dgm:pt>
    <dgm:pt modelId="{08D3B656-BE84-4E89-A03B-084DA9554BBC}" type="sibTrans" cxnId="{1A12D3AC-12A5-49BD-91FD-309CF0D8931B}">
      <dgm:prSet/>
      <dgm:spPr/>
      <dgm:t>
        <a:bodyPr/>
        <a:lstStyle/>
        <a:p>
          <a:endParaRPr lang="en-US"/>
        </a:p>
      </dgm:t>
    </dgm:pt>
    <dgm:pt modelId="{52996ADC-D9C7-4F38-BA4F-F735B4CDC7A4}">
      <dgm:prSet phldrT="[Text]"/>
      <dgm:spPr/>
      <dgm:t>
        <a:bodyPr/>
        <a:lstStyle/>
        <a:p>
          <a:r>
            <a:rPr lang="en-US"/>
            <a:t>357</a:t>
          </a:r>
          <a:endParaRPr lang="en-US" dirty="0"/>
        </a:p>
      </dgm:t>
    </dgm:pt>
    <dgm:pt modelId="{C0E07DDE-5280-45A3-B6EE-D3C2974E6422}" type="parTrans" cxnId="{0EC8366E-1393-4B38-B0B0-BA83AFF23889}">
      <dgm:prSet/>
      <dgm:spPr/>
      <dgm:t>
        <a:bodyPr/>
        <a:lstStyle/>
        <a:p>
          <a:endParaRPr lang="en-US"/>
        </a:p>
      </dgm:t>
    </dgm:pt>
    <dgm:pt modelId="{AF2D6013-75BA-4773-A6C7-0C7BA9FC9F76}" type="sibTrans" cxnId="{0EC8366E-1393-4B38-B0B0-BA83AFF23889}">
      <dgm:prSet/>
      <dgm:spPr/>
      <dgm:t>
        <a:bodyPr/>
        <a:lstStyle/>
        <a:p>
          <a:endParaRPr lang="en-US"/>
        </a:p>
      </dgm:t>
    </dgm:pt>
    <dgm:pt modelId="{E767649D-8C0D-4FF7-A0B8-FD392AC032C4}">
      <dgm:prSet phldrT="[Text]"/>
      <dgm:spPr/>
      <dgm:t>
        <a:bodyPr/>
        <a:lstStyle/>
        <a:p>
          <a:r>
            <a:rPr lang="en-US" dirty="0"/>
            <a:t>73</a:t>
          </a:r>
        </a:p>
      </dgm:t>
    </dgm:pt>
    <dgm:pt modelId="{A2D4F54D-D472-4A44-A6BF-A332AF877018}" type="parTrans" cxnId="{900E1F13-BEEA-4F4F-B70B-14814E2A201B}">
      <dgm:prSet/>
      <dgm:spPr/>
      <dgm:t>
        <a:bodyPr/>
        <a:lstStyle/>
        <a:p>
          <a:endParaRPr lang="en-US"/>
        </a:p>
      </dgm:t>
    </dgm:pt>
    <dgm:pt modelId="{6EDEB50C-9491-4A2D-9D15-B68FB1BE40B1}" type="sibTrans" cxnId="{900E1F13-BEEA-4F4F-B70B-14814E2A201B}">
      <dgm:prSet/>
      <dgm:spPr/>
      <dgm:t>
        <a:bodyPr/>
        <a:lstStyle/>
        <a:p>
          <a:endParaRPr lang="en-US"/>
        </a:p>
      </dgm:t>
    </dgm:pt>
    <dgm:pt modelId="{60E29876-7D4E-45E2-B135-4E47A9D07FC8}">
      <dgm:prSet phldrT="[Text]"/>
      <dgm:spPr/>
      <dgm:t>
        <a:bodyPr/>
        <a:lstStyle/>
        <a:p>
          <a:r>
            <a:rPr lang="en-US" dirty="0"/>
            <a:t>75</a:t>
          </a:r>
        </a:p>
      </dgm:t>
    </dgm:pt>
    <dgm:pt modelId="{40059FCC-333F-4505-ABE5-F2CE1C69FEB0}" type="parTrans" cxnId="{A02D7273-29EB-4F0C-8B45-650E7C83A371}">
      <dgm:prSet/>
      <dgm:spPr/>
      <dgm:t>
        <a:bodyPr/>
        <a:lstStyle/>
        <a:p>
          <a:endParaRPr lang="en-US"/>
        </a:p>
      </dgm:t>
    </dgm:pt>
    <dgm:pt modelId="{BBAB41E5-DAAA-46F0-97FB-3521154B1D8A}" type="sibTrans" cxnId="{A02D7273-29EB-4F0C-8B45-650E7C83A371}">
      <dgm:prSet/>
      <dgm:spPr/>
      <dgm:t>
        <a:bodyPr/>
        <a:lstStyle/>
        <a:p>
          <a:endParaRPr lang="en-US"/>
        </a:p>
      </dgm:t>
    </dgm:pt>
    <dgm:pt modelId="{6B73E3E4-0E49-4869-9B6F-136DB4084000}">
      <dgm:prSet phldrT="[Text]"/>
      <dgm:spPr/>
      <dgm:t>
        <a:bodyPr/>
        <a:lstStyle/>
        <a:p>
          <a:r>
            <a:rPr lang="en-US" dirty="0"/>
            <a:t>735</a:t>
          </a:r>
        </a:p>
      </dgm:t>
    </dgm:pt>
    <dgm:pt modelId="{D916CED1-816B-49F9-BDBA-EE2F8A2027D3}" type="parTrans" cxnId="{32415C73-B745-4520-BA86-1F2A8F0AC702}">
      <dgm:prSet/>
      <dgm:spPr/>
      <dgm:t>
        <a:bodyPr/>
        <a:lstStyle/>
        <a:p>
          <a:endParaRPr lang="en-US"/>
        </a:p>
      </dgm:t>
    </dgm:pt>
    <dgm:pt modelId="{2AE2CCD8-88A2-41E8-BDBF-F2EA0031A12A}" type="sibTrans" cxnId="{32415C73-B745-4520-BA86-1F2A8F0AC702}">
      <dgm:prSet/>
      <dgm:spPr/>
      <dgm:t>
        <a:bodyPr/>
        <a:lstStyle/>
        <a:p>
          <a:endParaRPr lang="en-US"/>
        </a:p>
      </dgm:t>
    </dgm:pt>
    <dgm:pt modelId="{AC29CB59-D530-47E3-AD2D-660A273DD65C}">
      <dgm:prSet phldrT="[Text]"/>
      <dgm:spPr/>
      <dgm:t>
        <a:bodyPr/>
        <a:lstStyle/>
        <a:p>
          <a:r>
            <a:rPr lang="en-US" dirty="0"/>
            <a:t>753</a:t>
          </a:r>
        </a:p>
      </dgm:t>
    </dgm:pt>
    <dgm:pt modelId="{929B316F-866B-4782-90BD-7F946844FBCC}" type="parTrans" cxnId="{C01F0453-3415-422A-820C-AD2C7E7CE029}">
      <dgm:prSet/>
      <dgm:spPr/>
      <dgm:t>
        <a:bodyPr/>
        <a:lstStyle/>
        <a:p>
          <a:endParaRPr lang="en-US"/>
        </a:p>
      </dgm:t>
    </dgm:pt>
    <dgm:pt modelId="{3C068A08-B8AC-4253-8B58-D6CE450DC404}" type="sibTrans" cxnId="{C01F0453-3415-422A-820C-AD2C7E7CE029}">
      <dgm:prSet/>
      <dgm:spPr/>
      <dgm:t>
        <a:bodyPr/>
        <a:lstStyle/>
        <a:p>
          <a:endParaRPr lang="en-US"/>
        </a:p>
      </dgm:t>
    </dgm:pt>
    <dgm:pt modelId="{9D20D384-D29C-4031-9F39-23C4EBCA7A15}">
      <dgm:prSet phldrT="[Text]"/>
      <dgm:spPr/>
      <dgm:t>
        <a:bodyPr/>
        <a:lstStyle/>
        <a:p>
          <a:r>
            <a:rPr lang="en-US" dirty="0"/>
            <a:t>57</a:t>
          </a:r>
        </a:p>
      </dgm:t>
    </dgm:pt>
    <dgm:pt modelId="{90A2413F-9E0D-4B08-A531-126B73C792BA}" type="parTrans" cxnId="{CD9583ED-8B29-4CD3-BF2D-C06B090C40F2}">
      <dgm:prSet/>
      <dgm:spPr/>
      <dgm:t>
        <a:bodyPr/>
        <a:lstStyle/>
        <a:p>
          <a:endParaRPr lang="en-US"/>
        </a:p>
      </dgm:t>
    </dgm:pt>
    <dgm:pt modelId="{3618580C-C672-46E8-AD06-34B6B736E540}" type="sibTrans" cxnId="{CD9583ED-8B29-4CD3-BF2D-C06B090C40F2}">
      <dgm:prSet/>
      <dgm:spPr/>
      <dgm:t>
        <a:bodyPr/>
        <a:lstStyle/>
        <a:p>
          <a:endParaRPr lang="en-US"/>
        </a:p>
      </dgm:t>
    </dgm:pt>
    <dgm:pt modelId="{B478B6A0-4E30-4348-BFB0-96F907FF6F5C}">
      <dgm:prSet phldrT="[Text]"/>
      <dgm:spPr/>
      <dgm:t>
        <a:bodyPr/>
        <a:lstStyle/>
        <a:p>
          <a:r>
            <a:rPr lang="en-US" dirty="0"/>
            <a:t>537</a:t>
          </a:r>
        </a:p>
      </dgm:t>
    </dgm:pt>
    <dgm:pt modelId="{E01CCDEE-F5EA-48EB-8F42-730D14DC297D}" type="parTrans" cxnId="{4EFC4E8A-D5D2-4BB5-8247-2CF5B0FB5D94}">
      <dgm:prSet/>
      <dgm:spPr/>
      <dgm:t>
        <a:bodyPr/>
        <a:lstStyle/>
        <a:p>
          <a:endParaRPr lang="en-US"/>
        </a:p>
      </dgm:t>
    </dgm:pt>
    <dgm:pt modelId="{3441AE17-A4A5-40B8-8C7D-49A1416B9A50}" type="sibTrans" cxnId="{4EFC4E8A-D5D2-4BB5-8247-2CF5B0FB5D94}">
      <dgm:prSet/>
      <dgm:spPr/>
      <dgm:t>
        <a:bodyPr/>
        <a:lstStyle/>
        <a:p>
          <a:endParaRPr lang="en-US"/>
        </a:p>
      </dgm:t>
    </dgm:pt>
    <dgm:pt modelId="{084DA918-0048-4682-85DF-126F19AD75DA}">
      <dgm:prSet phldrT="[Text]"/>
      <dgm:spPr/>
      <dgm:t>
        <a:bodyPr/>
        <a:lstStyle/>
        <a:p>
          <a:r>
            <a:rPr lang="en-US" dirty="0"/>
            <a:t>573</a:t>
          </a:r>
        </a:p>
      </dgm:t>
    </dgm:pt>
    <dgm:pt modelId="{1ADE1559-503B-4EF9-9FFB-963A85C48E7B}" type="parTrans" cxnId="{739585EA-F873-4922-875F-2B020E22D675}">
      <dgm:prSet/>
      <dgm:spPr/>
      <dgm:t>
        <a:bodyPr/>
        <a:lstStyle/>
        <a:p>
          <a:endParaRPr lang="en-US"/>
        </a:p>
      </dgm:t>
    </dgm:pt>
    <dgm:pt modelId="{7947477F-94C0-4892-8870-21F3DA222FFE}" type="sibTrans" cxnId="{739585EA-F873-4922-875F-2B020E22D675}">
      <dgm:prSet/>
      <dgm:spPr/>
      <dgm:t>
        <a:bodyPr/>
        <a:lstStyle/>
        <a:p>
          <a:endParaRPr lang="en-US"/>
        </a:p>
      </dgm:t>
    </dgm:pt>
    <dgm:pt modelId="{FEEE2F4E-FB1D-4D72-B8DE-5C3A71166968}" type="pres">
      <dgm:prSet presAssocID="{AEEAD2F9-8546-498A-8133-F2F939B7FA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E489AA-E779-4DA4-ADD4-5B5DA63CCF90}" type="pres">
      <dgm:prSet presAssocID="{8A9565E1-11C2-4F3A-93A1-FA8AB2327875}" presName="hierRoot1" presStyleCnt="0"/>
      <dgm:spPr/>
    </dgm:pt>
    <dgm:pt modelId="{4DC37932-B647-4253-9A7D-DFECC0A7D473}" type="pres">
      <dgm:prSet presAssocID="{8A9565E1-11C2-4F3A-93A1-FA8AB2327875}" presName="composite" presStyleCnt="0"/>
      <dgm:spPr/>
    </dgm:pt>
    <dgm:pt modelId="{4112420E-3229-4FAD-8518-A41D59FCF557}" type="pres">
      <dgm:prSet presAssocID="{8A9565E1-11C2-4F3A-93A1-FA8AB2327875}" presName="image" presStyleLbl="node0" presStyleIdx="0" presStyleCnt="1"/>
      <dgm:spPr/>
    </dgm:pt>
    <dgm:pt modelId="{A71A8BD3-F23D-4125-95E7-EC90813AF5A1}" type="pres">
      <dgm:prSet presAssocID="{8A9565E1-11C2-4F3A-93A1-FA8AB2327875}" presName="text" presStyleLbl="revTx" presStyleIdx="0" presStyleCnt="16">
        <dgm:presLayoutVars>
          <dgm:chPref val="3"/>
        </dgm:presLayoutVars>
      </dgm:prSet>
      <dgm:spPr/>
    </dgm:pt>
    <dgm:pt modelId="{93BDC3AD-C927-4486-B81A-670353A568E2}" type="pres">
      <dgm:prSet presAssocID="{8A9565E1-11C2-4F3A-93A1-FA8AB2327875}" presName="hierChild2" presStyleCnt="0"/>
      <dgm:spPr/>
    </dgm:pt>
    <dgm:pt modelId="{7970A4B9-683C-4E4D-84BE-854CA55D0572}" type="pres">
      <dgm:prSet presAssocID="{5FD384E0-4DA2-4D30-92DA-FEA91A4D7AB0}" presName="Name10" presStyleLbl="parChTrans1D2" presStyleIdx="0" presStyleCnt="3"/>
      <dgm:spPr/>
    </dgm:pt>
    <dgm:pt modelId="{37A30A7F-8509-4CD8-B008-07CFC471B4A3}" type="pres">
      <dgm:prSet presAssocID="{6AB48D74-883B-4865-B868-169E43D1DA95}" presName="hierRoot2" presStyleCnt="0"/>
      <dgm:spPr/>
    </dgm:pt>
    <dgm:pt modelId="{AFAAF5E6-C5B7-4BE4-B82D-1F90F8F41B6A}" type="pres">
      <dgm:prSet presAssocID="{6AB48D74-883B-4865-B868-169E43D1DA95}" presName="composite2" presStyleCnt="0"/>
      <dgm:spPr/>
    </dgm:pt>
    <dgm:pt modelId="{CBC13E2D-5EE4-4E4B-89FD-B709B910067F}" type="pres">
      <dgm:prSet presAssocID="{6AB48D74-883B-4865-B868-169E43D1DA95}" presName="image2" presStyleLbl="node2" presStyleIdx="0" presStyleCnt="3"/>
      <dgm:spPr/>
    </dgm:pt>
    <dgm:pt modelId="{39EAF13C-34DB-418E-86FF-20F869E2ADBD}" type="pres">
      <dgm:prSet presAssocID="{6AB48D74-883B-4865-B868-169E43D1DA95}" presName="text2" presStyleLbl="revTx" presStyleIdx="1" presStyleCnt="16">
        <dgm:presLayoutVars>
          <dgm:chPref val="3"/>
        </dgm:presLayoutVars>
      </dgm:prSet>
      <dgm:spPr/>
    </dgm:pt>
    <dgm:pt modelId="{6C689127-2F6A-4446-8E99-54DDEA1E7EAF}" type="pres">
      <dgm:prSet presAssocID="{6AB48D74-883B-4865-B868-169E43D1DA95}" presName="hierChild3" presStyleCnt="0"/>
      <dgm:spPr/>
    </dgm:pt>
    <dgm:pt modelId="{369316B5-2EF0-47B8-A3EF-E37345106952}" type="pres">
      <dgm:prSet presAssocID="{D00608CE-735C-4643-AF4C-D7A271F1DD8A}" presName="Name17" presStyleLbl="parChTrans1D3" presStyleIdx="0" presStyleCnt="6"/>
      <dgm:spPr/>
    </dgm:pt>
    <dgm:pt modelId="{C8B23433-BFBA-4514-99C5-E8C8A8D366F3}" type="pres">
      <dgm:prSet presAssocID="{D8D9A6F0-64CE-4C4E-B1D3-BD76D97A0C3F}" presName="hierRoot3" presStyleCnt="0"/>
      <dgm:spPr/>
    </dgm:pt>
    <dgm:pt modelId="{6AE41F2D-E6CD-486E-A999-8D33E54B1F12}" type="pres">
      <dgm:prSet presAssocID="{D8D9A6F0-64CE-4C4E-B1D3-BD76D97A0C3F}" presName="composite3" presStyleCnt="0"/>
      <dgm:spPr/>
    </dgm:pt>
    <dgm:pt modelId="{B4EA551B-9DB1-40F7-A12A-1FB7DA6E0863}" type="pres">
      <dgm:prSet presAssocID="{D8D9A6F0-64CE-4C4E-B1D3-BD76D97A0C3F}" presName="image3" presStyleLbl="node3" presStyleIdx="0" presStyleCnt="6"/>
      <dgm:spPr/>
    </dgm:pt>
    <dgm:pt modelId="{636BCF2A-0C86-439E-8857-B3495C06637C}" type="pres">
      <dgm:prSet presAssocID="{D8D9A6F0-64CE-4C4E-B1D3-BD76D97A0C3F}" presName="text3" presStyleLbl="revTx" presStyleIdx="2" presStyleCnt="16">
        <dgm:presLayoutVars>
          <dgm:chPref val="3"/>
        </dgm:presLayoutVars>
      </dgm:prSet>
      <dgm:spPr/>
    </dgm:pt>
    <dgm:pt modelId="{E21AE9AC-9A2F-4D67-9960-1DE0837F8605}" type="pres">
      <dgm:prSet presAssocID="{D8D9A6F0-64CE-4C4E-B1D3-BD76D97A0C3F}" presName="hierChild4" presStyleCnt="0"/>
      <dgm:spPr/>
    </dgm:pt>
    <dgm:pt modelId="{4EEE7484-5880-4C6F-8120-BBFFD598B36E}" type="pres">
      <dgm:prSet presAssocID="{F9488A5F-4C2D-4352-8CAB-6F0733B64DF5}" presName="Name23" presStyleLbl="parChTrans1D4" presStyleIdx="0" presStyleCnt="6"/>
      <dgm:spPr/>
    </dgm:pt>
    <dgm:pt modelId="{0C5DAFCC-CA6E-44A4-965D-746FF9D60716}" type="pres">
      <dgm:prSet presAssocID="{6918B300-1329-459F-92FC-4DF3175BABA5}" presName="hierRoot4" presStyleCnt="0"/>
      <dgm:spPr/>
    </dgm:pt>
    <dgm:pt modelId="{0A28CCB0-7845-4B4D-B246-B26726C84BF5}" type="pres">
      <dgm:prSet presAssocID="{6918B300-1329-459F-92FC-4DF3175BABA5}" presName="composite4" presStyleCnt="0"/>
      <dgm:spPr/>
    </dgm:pt>
    <dgm:pt modelId="{99A5B314-38F0-4E28-A155-575E863F0294}" type="pres">
      <dgm:prSet presAssocID="{6918B300-1329-459F-92FC-4DF3175BABA5}" presName="image4" presStyleLbl="node4" presStyleIdx="0" presStyleCnt="6"/>
      <dgm:spPr/>
    </dgm:pt>
    <dgm:pt modelId="{443BD2FC-3355-420B-B6EF-AF19D80E00D5}" type="pres">
      <dgm:prSet presAssocID="{6918B300-1329-459F-92FC-4DF3175BABA5}" presName="text4" presStyleLbl="revTx" presStyleIdx="3" presStyleCnt="16">
        <dgm:presLayoutVars>
          <dgm:chPref val="3"/>
        </dgm:presLayoutVars>
      </dgm:prSet>
      <dgm:spPr/>
    </dgm:pt>
    <dgm:pt modelId="{508EBACD-56F5-4F44-8CED-DC236FAE42D6}" type="pres">
      <dgm:prSet presAssocID="{6918B300-1329-459F-92FC-4DF3175BABA5}" presName="hierChild5" presStyleCnt="0"/>
      <dgm:spPr/>
    </dgm:pt>
    <dgm:pt modelId="{AEF61DBE-A19E-4156-A2A9-9A90DF9BDB48}" type="pres">
      <dgm:prSet presAssocID="{EF33D1BB-2846-40F6-A8DF-459E7AEBF131}" presName="Name17" presStyleLbl="parChTrans1D3" presStyleIdx="1" presStyleCnt="6"/>
      <dgm:spPr/>
    </dgm:pt>
    <dgm:pt modelId="{E2E74C0F-6627-4BAF-A73E-7DC2B39981B5}" type="pres">
      <dgm:prSet presAssocID="{A76A03EA-086B-489A-B99C-CFFFAF232EA7}" presName="hierRoot3" presStyleCnt="0"/>
      <dgm:spPr/>
    </dgm:pt>
    <dgm:pt modelId="{BC507FD0-D14F-4694-91A2-257ACF59DA5C}" type="pres">
      <dgm:prSet presAssocID="{A76A03EA-086B-489A-B99C-CFFFAF232EA7}" presName="composite3" presStyleCnt="0"/>
      <dgm:spPr/>
    </dgm:pt>
    <dgm:pt modelId="{BA97C414-1107-487E-ADFD-EE9DCE893874}" type="pres">
      <dgm:prSet presAssocID="{A76A03EA-086B-489A-B99C-CFFFAF232EA7}" presName="image3" presStyleLbl="node3" presStyleIdx="1" presStyleCnt="6"/>
      <dgm:spPr/>
    </dgm:pt>
    <dgm:pt modelId="{59F6CEB8-D371-4B80-BEC0-3C242F630220}" type="pres">
      <dgm:prSet presAssocID="{A76A03EA-086B-489A-B99C-CFFFAF232EA7}" presName="text3" presStyleLbl="revTx" presStyleIdx="4" presStyleCnt="16">
        <dgm:presLayoutVars>
          <dgm:chPref val="3"/>
        </dgm:presLayoutVars>
      </dgm:prSet>
      <dgm:spPr/>
    </dgm:pt>
    <dgm:pt modelId="{B1FE1A77-AD43-4214-91E5-14FE4A168282}" type="pres">
      <dgm:prSet presAssocID="{A76A03EA-086B-489A-B99C-CFFFAF232EA7}" presName="hierChild4" presStyleCnt="0"/>
      <dgm:spPr/>
    </dgm:pt>
    <dgm:pt modelId="{E291F485-A894-4BED-B276-29EBDE902CD0}" type="pres">
      <dgm:prSet presAssocID="{C0E07DDE-5280-45A3-B6EE-D3C2974E6422}" presName="Name23" presStyleLbl="parChTrans1D4" presStyleIdx="1" presStyleCnt="6"/>
      <dgm:spPr/>
    </dgm:pt>
    <dgm:pt modelId="{B1F842C5-CFCF-4507-8A11-ABEAF68019C4}" type="pres">
      <dgm:prSet presAssocID="{52996ADC-D9C7-4F38-BA4F-F735B4CDC7A4}" presName="hierRoot4" presStyleCnt="0"/>
      <dgm:spPr/>
    </dgm:pt>
    <dgm:pt modelId="{FA8FF08F-B33E-4D44-A855-648FA7C3223A}" type="pres">
      <dgm:prSet presAssocID="{52996ADC-D9C7-4F38-BA4F-F735B4CDC7A4}" presName="composite4" presStyleCnt="0"/>
      <dgm:spPr/>
    </dgm:pt>
    <dgm:pt modelId="{788938A7-9EEC-4D63-96DC-31C77D9F8553}" type="pres">
      <dgm:prSet presAssocID="{52996ADC-D9C7-4F38-BA4F-F735B4CDC7A4}" presName="image4" presStyleLbl="node4" presStyleIdx="1" presStyleCnt="6"/>
      <dgm:spPr/>
    </dgm:pt>
    <dgm:pt modelId="{9E71FC54-563D-4898-8117-9ED3EC3EB77E}" type="pres">
      <dgm:prSet presAssocID="{52996ADC-D9C7-4F38-BA4F-F735B4CDC7A4}" presName="text4" presStyleLbl="revTx" presStyleIdx="5" presStyleCnt="16">
        <dgm:presLayoutVars>
          <dgm:chPref val="3"/>
        </dgm:presLayoutVars>
      </dgm:prSet>
      <dgm:spPr/>
    </dgm:pt>
    <dgm:pt modelId="{BA5552D6-DB4F-4AC2-92BD-B6B08CC64C65}" type="pres">
      <dgm:prSet presAssocID="{52996ADC-D9C7-4F38-BA4F-F735B4CDC7A4}" presName="hierChild5" presStyleCnt="0"/>
      <dgm:spPr/>
    </dgm:pt>
    <dgm:pt modelId="{7A0A26E8-303C-41F2-AC8F-6A888CBA7A1C}" type="pres">
      <dgm:prSet presAssocID="{43C71193-C8C2-4A94-B38B-63BB4E741014}" presName="Name10" presStyleLbl="parChTrans1D2" presStyleIdx="1" presStyleCnt="3"/>
      <dgm:spPr/>
    </dgm:pt>
    <dgm:pt modelId="{3F05A072-4573-4D96-9FA5-E2A76E8CBBE1}" type="pres">
      <dgm:prSet presAssocID="{AE095943-B8F6-4C21-8685-1DF41507992E}" presName="hierRoot2" presStyleCnt="0"/>
      <dgm:spPr/>
    </dgm:pt>
    <dgm:pt modelId="{F8E96928-D1EF-49A8-802E-99D064061B34}" type="pres">
      <dgm:prSet presAssocID="{AE095943-B8F6-4C21-8685-1DF41507992E}" presName="composite2" presStyleCnt="0"/>
      <dgm:spPr/>
    </dgm:pt>
    <dgm:pt modelId="{8EBEEBAA-8AF0-4554-82B2-BCB084DAC53E}" type="pres">
      <dgm:prSet presAssocID="{AE095943-B8F6-4C21-8685-1DF41507992E}" presName="image2" presStyleLbl="node2" presStyleIdx="1" presStyleCnt="3"/>
      <dgm:spPr/>
    </dgm:pt>
    <dgm:pt modelId="{7E072A88-CE9A-48CB-BEEE-F815E6ECD0AE}" type="pres">
      <dgm:prSet presAssocID="{AE095943-B8F6-4C21-8685-1DF41507992E}" presName="text2" presStyleLbl="revTx" presStyleIdx="6" presStyleCnt="16">
        <dgm:presLayoutVars>
          <dgm:chPref val="3"/>
        </dgm:presLayoutVars>
      </dgm:prSet>
      <dgm:spPr/>
    </dgm:pt>
    <dgm:pt modelId="{22EEED74-634B-4352-9A50-AA57190844E8}" type="pres">
      <dgm:prSet presAssocID="{AE095943-B8F6-4C21-8685-1DF41507992E}" presName="hierChild3" presStyleCnt="0"/>
      <dgm:spPr/>
    </dgm:pt>
    <dgm:pt modelId="{20B22355-8C2C-44E9-ACD5-3DADBD538E40}" type="pres">
      <dgm:prSet presAssocID="{A2D4F54D-D472-4A44-A6BF-A332AF877018}" presName="Name17" presStyleLbl="parChTrans1D3" presStyleIdx="2" presStyleCnt="6"/>
      <dgm:spPr/>
    </dgm:pt>
    <dgm:pt modelId="{B298F631-70EF-4F07-B344-478F7D421F49}" type="pres">
      <dgm:prSet presAssocID="{E767649D-8C0D-4FF7-A0B8-FD392AC032C4}" presName="hierRoot3" presStyleCnt="0"/>
      <dgm:spPr/>
    </dgm:pt>
    <dgm:pt modelId="{477813C5-059B-412A-A2EB-1973E3585D4C}" type="pres">
      <dgm:prSet presAssocID="{E767649D-8C0D-4FF7-A0B8-FD392AC032C4}" presName="composite3" presStyleCnt="0"/>
      <dgm:spPr/>
    </dgm:pt>
    <dgm:pt modelId="{B9750314-944E-48FC-8357-D25001F28597}" type="pres">
      <dgm:prSet presAssocID="{E767649D-8C0D-4FF7-A0B8-FD392AC032C4}" presName="image3" presStyleLbl="node3" presStyleIdx="2" presStyleCnt="6"/>
      <dgm:spPr/>
    </dgm:pt>
    <dgm:pt modelId="{BB8130A1-D6C9-4561-BEB3-FF12D702FCDA}" type="pres">
      <dgm:prSet presAssocID="{E767649D-8C0D-4FF7-A0B8-FD392AC032C4}" presName="text3" presStyleLbl="revTx" presStyleIdx="7" presStyleCnt="16">
        <dgm:presLayoutVars>
          <dgm:chPref val="3"/>
        </dgm:presLayoutVars>
      </dgm:prSet>
      <dgm:spPr/>
    </dgm:pt>
    <dgm:pt modelId="{70B224FC-0A73-4DBD-B757-E6A28BE05858}" type="pres">
      <dgm:prSet presAssocID="{E767649D-8C0D-4FF7-A0B8-FD392AC032C4}" presName="hierChild4" presStyleCnt="0"/>
      <dgm:spPr/>
    </dgm:pt>
    <dgm:pt modelId="{88E4299C-B15D-4E2B-87C2-E4FB33680EA5}" type="pres">
      <dgm:prSet presAssocID="{D916CED1-816B-49F9-BDBA-EE2F8A2027D3}" presName="Name23" presStyleLbl="parChTrans1D4" presStyleIdx="2" presStyleCnt="6"/>
      <dgm:spPr/>
    </dgm:pt>
    <dgm:pt modelId="{335CE3AC-F327-4151-8FDC-710F59DEDE0C}" type="pres">
      <dgm:prSet presAssocID="{6B73E3E4-0E49-4869-9B6F-136DB4084000}" presName="hierRoot4" presStyleCnt="0"/>
      <dgm:spPr/>
    </dgm:pt>
    <dgm:pt modelId="{3859983D-0662-456F-B25C-799AB7CC9750}" type="pres">
      <dgm:prSet presAssocID="{6B73E3E4-0E49-4869-9B6F-136DB4084000}" presName="composite4" presStyleCnt="0"/>
      <dgm:spPr/>
    </dgm:pt>
    <dgm:pt modelId="{3C20F503-E1F6-4B59-B62A-C443B3A8E1A5}" type="pres">
      <dgm:prSet presAssocID="{6B73E3E4-0E49-4869-9B6F-136DB4084000}" presName="image4" presStyleLbl="node4" presStyleIdx="2" presStyleCnt="6"/>
      <dgm:spPr/>
    </dgm:pt>
    <dgm:pt modelId="{F97DD4D4-1504-4A35-82D5-5BDFB04FE222}" type="pres">
      <dgm:prSet presAssocID="{6B73E3E4-0E49-4869-9B6F-136DB4084000}" presName="text4" presStyleLbl="revTx" presStyleIdx="8" presStyleCnt="16">
        <dgm:presLayoutVars>
          <dgm:chPref val="3"/>
        </dgm:presLayoutVars>
      </dgm:prSet>
      <dgm:spPr/>
    </dgm:pt>
    <dgm:pt modelId="{B9CC25E2-A454-4888-BAA1-33B55196ECF1}" type="pres">
      <dgm:prSet presAssocID="{6B73E3E4-0E49-4869-9B6F-136DB4084000}" presName="hierChild5" presStyleCnt="0"/>
      <dgm:spPr/>
    </dgm:pt>
    <dgm:pt modelId="{95108130-68C2-4685-92DD-5BDB87A259E0}" type="pres">
      <dgm:prSet presAssocID="{40059FCC-333F-4505-ABE5-F2CE1C69FEB0}" presName="Name17" presStyleLbl="parChTrans1D3" presStyleIdx="3" presStyleCnt="6"/>
      <dgm:spPr/>
    </dgm:pt>
    <dgm:pt modelId="{8FC524A8-325B-409E-9C9F-5A54DC6A934A}" type="pres">
      <dgm:prSet presAssocID="{60E29876-7D4E-45E2-B135-4E47A9D07FC8}" presName="hierRoot3" presStyleCnt="0"/>
      <dgm:spPr/>
    </dgm:pt>
    <dgm:pt modelId="{22A9572D-E4CA-4ACE-8900-799FC8D031DC}" type="pres">
      <dgm:prSet presAssocID="{60E29876-7D4E-45E2-B135-4E47A9D07FC8}" presName="composite3" presStyleCnt="0"/>
      <dgm:spPr/>
    </dgm:pt>
    <dgm:pt modelId="{2A61FD5E-AC9C-4FCF-A722-854CB37060D2}" type="pres">
      <dgm:prSet presAssocID="{60E29876-7D4E-45E2-B135-4E47A9D07FC8}" presName="image3" presStyleLbl="node3" presStyleIdx="3" presStyleCnt="6"/>
      <dgm:spPr/>
    </dgm:pt>
    <dgm:pt modelId="{A666DB4A-38A8-48CB-9EDB-0D261A9861AA}" type="pres">
      <dgm:prSet presAssocID="{60E29876-7D4E-45E2-B135-4E47A9D07FC8}" presName="text3" presStyleLbl="revTx" presStyleIdx="9" presStyleCnt="16">
        <dgm:presLayoutVars>
          <dgm:chPref val="3"/>
        </dgm:presLayoutVars>
      </dgm:prSet>
      <dgm:spPr/>
    </dgm:pt>
    <dgm:pt modelId="{8B624AE4-1B54-40CD-86A8-0CE1AE3C0152}" type="pres">
      <dgm:prSet presAssocID="{60E29876-7D4E-45E2-B135-4E47A9D07FC8}" presName="hierChild4" presStyleCnt="0"/>
      <dgm:spPr/>
    </dgm:pt>
    <dgm:pt modelId="{7DA59819-3C4E-4309-9E06-09676EF1D9A6}" type="pres">
      <dgm:prSet presAssocID="{929B316F-866B-4782-90BD-7F946844FBCC}" presName="Name23" presStyleLbl="parChTrans1D4" presStyleIdx="3" presStyleCnt="6"/>
      <dgm:spPr/>
    </dgm:pt>
    <dgm:pt modelId="{101FD751-F08A-4D91-95C1-7306584EB6A8}" type="pres">
      <dgm:prSet presAssocID="{AC29CB59-D530-47E3-AD2D-660A273DD65C}" presName="hierRoot4" presStyleCnt="0"/>
      <dgm:spPr/>
    </dgm:pt>
    <dgm:pt modelId="{3FE4FDEF-1C60-428A-B098-791548A905AF}" type="pres">
      <dgm:prSet presAssocID="{AC29CB59-D530-47E3-AD2D-660A273DD65C}" presName="composite4" presStyleCnt="0"/>
      <dgm:spPr/>
    </dgm:pt>
    <dgm:pt modelId="{DF731BD0-BD1E-44FF-A5FA-B6EA99FD045C}" type="pres">
      <dgm:prSet presAssocID="{AC29CB59-D530-47E3-AD2D-660A273DD65C}" presName="image4" presStyleLbl="node4" presStyleIdx="3" presStyleCnt="6"/>
      <dgm:spPr/>
    </dgm:pt>
    <dgm:pt modelId="{ADDAE49F-9421-4881-ACEA-F526B758E9EC}" type="pres">
      <dgm:prSet presAssocID="{AC29CB59-D530-47E3-AD2D-660A273DD65C}" presName="text4" presStyleLbl="revTx" presStyleIdx="10" presStyleCnt="16">
        <dgm:presLayoutVars>
          <dgm:chPref val="3"/>
        </dgm:presLayoutVars>
      </dgm:prSet>
      <dgm:spPr/>
    </dgm:pt>
    <dgm:pt modelId="{E2E92E67-8692-4E1F-A3CA-2C3EC0084494}" type="pres">
      <dgm:prSet presAssocID="{AC29CB59-D530-47E3-AD2D-660A273DD65C}" presName="hierChild5" presStyleCnt="0"/>
      <dgm:spPr/>
    </dgm:pt>
    <dgm:pt modelId="{B69DFE61-CA37-4F86-A9B4-98309F2BAAE0}" type="pres">
      <dgm:prSet presAssocID="{14D76601-CF5B-4BA9-8BF3-4A778C947E8D}" presName="Name10" presStyleLbl="parChTrans1D2" presStyleIdx="2" presStyleCnt="3"/>
      <dgm:spPr/>
    </dgm:pt>
    <dgm:pt modelId="{A534C7AC-EFAD-434F-98E8-14837F4E5037}" type="pres">
      <dgm:prSet presAssocID="{D8EDA930-9C34-410A-AC79-4BF8BADDB74A}" presName="hierRoot2" presStyleCnt="0"/>
      <dgm:spPr/>
    </dgm:pt>
    <dgm:pt modelId="{631CBBEF-7A3A-412E-B9B7-A9369E8849FF}" type="pres">
      <dgm:prSet presAssocID="{D8EDA930-9C34-410A-AC79-4BF8BADDB74A}" presName="composite2" presStyleCnt="0"/>
      <dgm:spPr/>
    </dgm:pt>
    <dgm:pt modelId="{88262A11-1FF5-4CEE-BAEC-BAFB7A2E928A}" type="pres">
      <dgm:prSet presAssocID="{D8EDA930-9C34-410A-AC79-4BF8BADDB74A}" presName="image2" presStyleLbl="node2" presStyleIdx="2" presStyleCnt="3"/>
      <dgm:spPr/>
    </dgm:pt>
    <dgm:pt modelId="{2612D929-B5C7-4022-859F-D675411EECD9}" type="pres">
      <dgm:prSet presAssocID="{D8EDA930-9C34-410A-AC79-4BF8BADDB74A}" presName="text2" presStyleLbl="revTx" presStyleIdx="11" presStyleCnt="16">
        <dgm:presLayoutVars>
          <dgm:chPref val="3"/>
        </dgm:presLayoutVars>
      </dgm:prSet>
      <dgm:spPr/>
    </dgm:pt>
    <dgm:pt modelId="{2A2E7015-11DF-482E-B0FD-EEE61BBADEB6}" type="pres">
      <dgm:prSet presAssocID="{D8EDA930-9C34-410A-AC79-4BF8BADDB74A}" presName="hierChild3" presStyleCnt="0"/>
      <dgm:spPr/>
    </dgm:pt>
    <dgm:pt modelId="{B1FCC03E-B3A9-4DC1-BFD7-2DF2B314AC92}" type="pres">
      <dgm:prSet presAssocID="{28E98CAD-27FA-4944-90ED-691DD584411F}" presName="Name17" presStyleLbl="parChTrans1D3" presStyleIdx="4" presStyleCnt="6"/>
      <dgm:spPr/>
    </dgm:pt>
    <dgm:pt modelId="{5C8C122E-A26E-40AF-90CC-6BEFEDA2EB4B}" type="pres">
      <dgm:prSet presAssocID="{C92E45E5-A17B-4308-986B-7BAAA4370826}" presName="hierRoot3" presStyleCnt="0"/>
      <dgm:spPr/>
    </dgm:pt>
    <dgm:pt modelId="{DA0EBCF6-28D3-4EDF-9DAC-00040CD2D2C5}" type="pres">
      <dgm:prSet presAssocID="{C92E45E5-A17B-4308-986B-7BAAA4370826}" presName="composite3" presStyleCnt="0"/>
      <dgm:spPr/>
    </dgm:pt>
    <dgm:pt modelId="{4D48A904-A10D-4A37-8E18-994BAF32E606}" type="pres">
      <dgm:prSet presAssocID="{C92E45E5-A17B-4308-986B-7BAAA4370826}" presName="image3" presStyleLbl="node3" presStyleIdx="4" presStyleCnt="6"/>
      <dgm:spPr/>
    </dgm:pt>
    <dgm:pt modelId="{DD6366CD-8656-4E27-A748-6D6A14A8F06F}" type="pres">
      <dgm:prSet presAssocID="{C92E45E5-A17B-4308-986B-7BAAA4370826}" presName="text3" presStyleLbl="revTx" presStyleIdx="12" presStyleCnt="16">
        <dgm:presLayoutVars>
          <dgm:chPref val="3"/>
        </dgm:presLayoutVars>
      </dgm:prSet>
      <dgm:spPr/>
    </dgm:pt>
    <dgm:pt modelId="{43898E83-57CC-4FC5-A3E1-7B86F2E88E31}" type="pres">
      <dgm:prSet presAssocID="{C92E45E5-A17B-4308-986B-7BAAA4370826}" presName="hierChild4" presStyleCnt="0"/>
      <dgm:spPr/>
    </dgm:pt>
    <dgm:pt modelId="{4CD1FF4C-AFAF-4281-85D7-B6C0F16ACDB6}" type="pres">
      <dgm:prSet presAssocID="{E01CCDEE-F5EA-48EB-8F42-730D14DC297D}" presName="Name23" presStyleLbl="parChTrans1D4" presStyleIdx="4" presStyleCnt="6"/>
      <dgm:spPr/>
    </dgm:pt>
    <dgm:pt modelId="{4291010B-76E4-4543-B090-2FC7167C846C}" type="pres">
      <dgm:prSet presAssocID="{B478B6A0-4E30-4348-BFB0-96F907FF6F5C}" presName="hierRoot4" presStyleCnt="0"/>
      <dgm:spPr/>
    </dgm:pt>
    <dgm:pt modelId="{3742395C-C783-4B1D-9D32-FA3E925B56A4}" type="pres">
      <dgm:prSet presAssocID="{B478B6A0-4E30-4348-BFB0-96F907FF6F5C}" presName="composite4" presStyleCnt="0"/>
      <dgm:spPr/>
    </dgm:pt>
    <dgm:pt modelId="{0B761406-5B59-441A-8A27-9BC0413170E0}" type="pres">
      <dgm:prSet presAssocID="{B478B6A0-4E30-4348-BFB0-96F907FF6F5C}" presName="image4" presStyleLbl="node4" presStyleIdx="4" presStyleCnt="6"/>
      <dgm:spPr/>
    </dgm:pt>
    <dgm:pt modelId="{A86B070E-4678-44E4-B1D7-83FBE0D193DD}" type="pres">
      <dgm:prSet presAssocID="{B478B6A0-4E30-4348-BFB0-96F907FF6F5C}" presName="text4" presStyleLbl="revTx" presStyleIdx="13" presStyleCnt="16">
        <dgm:presLayoutVars>
          <dgm:chPref val="3"/>
        </dgm:presLayoutVars>
      </dgm:prSet>
      <dgm:spPr/>
    </dgm:pt>
    <dgm:pt modelId="{02F654F3-BAEA-4C5F-95D9-50712451A451}" type="pres">
      <dgm:prSet presAssocID="{B478B6A0-4E30-4348-BFB0-96F907FF6F5C}" presName="hierChild5" presStyleCnt="0"/>
      <dgm:spPr/>
    </dgm:pt>
    <dgm:pt modelId="{2E815B27-B934-465B-BA35-0DC73B5E1257}" type="pres">
      <dgm:prSet presAssocID="{90A2413F-9E0D-4B08-A531-126B73C792BA}" presName="Name17" presStyleLbl="parChTrans1D3" presStyleIdx="5" presStyleCnt="6"/>
      <dgm:spPr/>
    </dgm:pt>
    <dgm:pt modelId="{43900C6F-DE3C-416C-A766-695D042D0329}" type="pres">
      <dgm:prSet presAssocID="{9D20D384-D29C-4031-9F39-23C4EBCA7A15}" presName="hierRoot3" presStyleCnt="0"/>
      <dgm:spPr/>
    </dgm:pt>
    <dgm:pt modelId="{794FBC50-235E-49D7-B864-86EEAE591683}" type="pres">
      <dgm:prSet presAssocID="{9D20D384-D29C-4031-9F39-23C4EBCA7A15}" presName="composite3" presStyleCnt="0"/>
      <dgm:spPr/>
    </dgm:pt>
    <dgm:pt modelId="{D6DA52F5-6A13-4FB5-A03C-DF22D6B0BE5A}" type="pres">
      <dgm:prSet presAssocID="{9D20D384-D29C-4031-9F39-23C4EBCA7A15}" presName="image3" presStyleLbl="node3" presStyleIdx="5" presStyleCnt="6"/>
      <dgm:spPr/>
    </dgm:pt>
    <dgm:pt modelId="{A8717931-F96A-4C7A-9A3F-D8F6C8A0CA44}" type="pres">
      <dgm:prSet presAssocID="{9D20D384-D29C-4031-9F39-23C4EBCA7A15}" presName="text3" presStyleLbl="revTx" presStyleIdx="14" presStyleCnt="16">
        <dgm:presLayoutVars>
          <dgm:chPref val="3"/>
        </dgm:presLayoutVars>
      </dgm:prSet>
      <dgm:spPr/>
    </dgm:pt>
    <dgm:pt modelId="{7F426D8F-ACEE-44B2-9F5F-6315BB7135EE}" type="pres">
      <dgm:prSet presAssocID="{9D20D384-D29C-4031-9F39-23C4EBCA7A15}" presName="hierChild4" presStyleCnt="0"/>
      <dgm:spPr/>
    </dgm:pt>
    <dgm:pt modelId="{4424E5D8-1FFD-42A0-A527-C72788E68B74}" type="pres">
      <dgm:prSet presAssocID="{1ADE1559-503B-4EF9-9FFB-963A85C48E7B}" presName="Name23" presStyleLbl="parChTrans1D4" presStyleIdx="5" presStyleCnt="6"/>
      <dgm:spPr/>
    </dgm:pt>
    <dgm:pt modelId="{2F5451D2-7D53-4318-8782-12C7CB622458}" type="pres">
      <dgm:prSet presAssocID="{084DA918-0048-4682-85DF-126F19AD75DA}" presName="hierRoot4" presStyleCnt="0"/>
      <dgm:spPr/>
    </dgm:pt>
    <dgm:pt modelId="{10046EF3-7B75-4ECA-A474-9901C511DC5D}" type="pres">
      <dgm:prSet presAssocID="{084DA918-0048-4682-85DF-126F19AD75DA}" presName="composite4" presStyleCnt="0"/>
      <dgm:spPr/>
    </dgm:pt>
    <dgm:pt modelId="{2B5E4428-9F50-4770-BCE2-2D3F9E826097}" type="pres">
      <dgm:prSet presAssocID="{084DA918-0048-4682-85DF-126F19AD75DA}" presName="image4" presStyleLbl="node4" presStyleIdx="5" presStyleCnt="6"/>
      <dgm:spPr/>
    </dgm:pt>
    <dgm:pt modelId="{09A42561-A06C-434D-B4AD-CA5C88E6E36C}" type="pres">
      <dgm:prSet presAssocID="{084DA918-0048-4682-85DF-126F19AD75DA}" presName="text4" presStyleLbl="revTx" presStyleIdx="15" presStyleCnt="16">
        <dgm:presLayoutVars>
          <dgm:chPref val="3"/>
        </dgm:presLayoutVars>
      </dgm:prSet>
      <dgm:spPr/>
    </dgm:pt>
    <dgm:pt modelId="{7C41AF4B-4549-446D-855C-433C9B30AF72}" type="pres">
      <dgm:prSet presAssocID="{084DA918-0048-4682-85DF-126F19AD75DA}" presName="hierChild5" presStyleCnt="0"/>
      <dgm:spPr/>
    </dgm:pt>
  </dgm:ptLst>
  <dgm:cxnLst>
    <dgm:cxn modelId="{43D66E01-4E0C-47F8-84AF-AF203AEF9D48}" type="presOf" srcId="{E767649D-8C0D-4FF7-A0B8-FD392AC032C4}" destId="{BB8130A1-D6C9-4561-BEB3-FF12D702FCDA}" srcOrd="0" destOrd="0" presId="urn:microsoft.com/office/officeart/2009/layout/CirclePictureHierarchy"/>
    <dgm:cxn modelId="{900E1F13-BEEA-4F4F-B70B-14814E2A201B}" srcId="{AE095943-B8F6-4C21-8685-1DF41507992E}" destId="{E767649D-8C0D-4FF7-A0B8-FD392AC032C4}" srcOrd="0" destOrd="0" parTransId="{A2D4F54D-D472-4A44-A6BF-A332AF877018}" sibTransId="{6EDEB50C-9491-4A2D-9D15-B68FB1BE40B1}"/>
    <dgm:cxn modelId="{DEA8631E-0F8B-4CB9-901F-780DDE9B127C}" type="presOf" srcId="{D00608CE-735C-4643-AF4C-D7A271F1DD8A}" destId="{369316B5-2EF0-47B8-A3EF-E37345106952}" srcOrd="0" destOrd="0" presId="urn:microsoft.com/office/officeart/2009/layout/CirclePictureHierarchy"/>
    <dgm:cxn modelId="{C7340221-EDC0-4064-9764-4C513FF86372}" type="presOf" srcId="{43C71193-C8C2-4A94-B38B-63BB4E741014}" destId="{7A0A26E8-303C-41F2-AC8F-6A888CBA7A1C}" srcOrd="0" destOrd="0" presId="urn:microsoft.com/office/officeart/2009/layout/CirclePictureHierarchy"/>
    <dgm:cxn modelId="{1289BA28-D548-4B80-80F2-953D8339FF24}" type="presOf" srcId="{084DA918-0048-4682-85DF-126F19AD75DA}" destId="{09A42561-A06C-434D-B4AD-CA5C88E6E36C}" srcOrd="0" destOrd="0" presId="urn:microsoft.com/office/officeart/2009/layout/CirclePictureHierarchy"/>
    <dgm:cxn modelId="{EC26AC2D-FC45-4922-9961-F537637590A8}" type="presOf" srcId="{D8D9A6F0-64CE-4C4E-B1D3-BD76D97A0C3F}" destId="{636BCF2A-0C86-439E-8857-B3495C06637C}" srcOrd="0" destOrd="0" presId="urn:microsoft.com/office/officeart/2009/layout/CirclePictureHierarchy"/>
    <dgm:cxn modelId="{D8F4CB33-8246-4AF7-8EE2-0897F34EE4AE}" type="presOf" srcId="{EF33D1BB-2846-40F6-A8DF-459E7AEBF131}" destId="{AEF61DBE-A19E-4156-A2A9-9A90DF9BDB48}" srcOrd="0" destOrd="0" presId="urn:microsoft.com/office/officeart/2009/layout/CirclePictureHierarchy"/>
    <dgm:cxn modelId="{BDDFCE3D-B2FB-47C5-8003-A9FB2F0DBEE9}" type="presOf" srcId="{6B73E3E4-0E49-4869-9B6F-136DB4084000}" destId="{F97DD4D4-1504-4A35-82D5-5BDFB04FE222}" srcOrd="0" destOrd="0" presId="urn:microsoft.com/office/officeart/2009/layout/CirclePictureHierarchy"/>
    <dgm:cxn modelId="{C43AFE3E-D2CD-412E-990D-7A93CDB3A250}" srcId="{6AB48D74-883B-4865-B868-169E43D1DA95}" destId="{A76A03EA-086B-489A-B99C-CFFFAF232EA7}" srcOrd="1" destOrd="0" parTransId="{EF33D1BB-2846-40F6-A8DF-459E7AEBF131}" sibTransId="{0ECAF9ED-CB06-4EE8-9522-999AD94BC335}"/>
    <dgm:cxn modelId="{E1918841-DA28-48B7-A79B-0F31045EEC99}" type="presOf" srcId="{C92E45E5-A17B-4308-986B-7BAAA4370826}" destId="{DD6366CD-8656-4E27-A748-6D6A14A8F06F}" srcOrd="0" destOrd="0" presId="urn:microsoft.com/office/officeart/2009/layout/CirclePictureHierarchy"/>
    <dgm:cxn modelId="{30345343-70B5-4DF0-A22B-3BB13865F5B7}" type="presOf" srcId="{1ADE1559-503B-4EF9-9FFB-963A85C48E7B}" destId="{4424E5D8-1FFD-42A0-A527-C72788E68B74}" srcOrd="0" destOrd="0" presId="urn:microsoft.com/office/officeart/2009/layout/CirclePictureHierarchy"/>
    <dgm:cxn modelId="{AD673F52-78C9-4A51-B765-007F40ECDB7D}" type="presOf" srcId="{D8EDA930-9C34-410A-AC79-4BF8BADDB74A}" destId="{2612D929-B5C7-4022-859F-D675411EECD9}" srcOrd="0" destOrd="0" presId="urn:microsoft.com/office/officeart/2009/layout/CirclePictureHierarchy"/>
    <dgm:cxn modelId="{C01F0453-3415-422A-820C-AD2C7E7CE029}" srcId="{60E29876-7D4E-45E2-B135-4E47A9D07FC8}" destId="{AC29CB59-D530-47E3-AD2D-660A273DD65C}" srcOrd="0" destOrd="0" parTransId="{929B316F-866B-4782-90BD-7F946844FBCC}" sibTransId="{3C068A08-B8AC-4253-8B58-D6CE450DC404}"/>
    <dgm:cxn modelId="{9E6F8966-90CA-406C-B513-BFBEA2222BA8}" type="presOf" srcId="{90A2413F-9E0D-4B08-A531-126B73C792BA}" destId="{2E815B27-B934-465B-BA35-0DC73B5E1257}" srcOrd="0" destOrd="0" presId="urn:microsoft.com/office/officeart/2009/layout/CirclePictureHierarchy"/>
    <dgm:cxn modelId="{69BF8C66-1945-4278-9EDA-4AB4E891B154}" srcId="{D8EDA930-9C34-410A-AC79-4BF8BADDB74A}" destId="{C92E45E5-A17B-4308-986B-7BAAA4370826}" srcOrd="0" destOrd="0" parTransId="{28E98CAD-27FA-4944-90ED-691DD584411F}" sibTransId="{2A0607E1-8062-421D-95FC-E13FE5D2BC8B}"/>
    <dgm:cxn modelId="{0EC8366E-1393-4B38-B0B0-BA83AFF23889}" srcId="{A76A03EA-086B-489A-B99C-CFFFAF232EA7}" destId="{52996ADC-D9C7-4F38-BA4F-F735B4CDC7A4}" srcOrd="0" destOrd="0" parTransId="{C0E07DDE-5280-45A3-B6EE-D3C2974E6422}" sibTransId="{AF2D6013-75BA-4773-A6C7-0C7BA9FC9F76}"/>
    <dgm:cxn modelId="{A3A9D36F-5CAB-435C-BA64-84D4D3FC4F00}" type="presOf" srcId="{F9488A5F-4C2D-4352-8CAB-6F0733B64DF5}" destId="{4EEE7484-5880-4C6F-8120-BBFFD598B36E}" srcOrd="0" destOrd="0" presId="urn:microsoft.com/office/officeart/2009/layout/CirclePictureHierarchy"/>
    <dgm:cxn modelId="{32415C73-B745-4520-BA86-1F2A8F0AC702}" srcId="{E767649D-8C0D-4FF7-A0B8-FD392AC032C4}" destId="{6B73E3E4-0E49-4869-9B6F-136DB4084000}" srcOrd="0" destOrd="0" parTransId="{D916CED1-816B-49F9-BDBA-EE2F8A2027D3}" sibTransId="{2AE2CCD8-88A2-41E8-BDBF-F2EA0031A12A}"/>
    <dgm:cxn modelId="{A02D7273-29EB-4F0C-8B45-650E7C83A371}" srcId="{AE095943-B8F6-4C21-8685-1DF41507992E}" destId="{60E29876-7D4E-45E2-B135-4E47A9D07FC8}" srcOrd="1" destOrd="0" parTransId="{40059FCC-333F-4505-ABE5-F2CE1C69FEB0}" sibTransId="{BBAB41E5-DAAA-46F0-97FB-3521154B1D8A}"/>
    <dgm:cxn modelId="{785FC776-9C69-43C1-95D5-5C736874F184}" srcId="{6AB48D74-883B-4865-B868-169E43D1DA95}" destId="{D8D9A6F0-64CE-4C4E-B1D3-BD76D97A0C3F}" srcOrd="0" destOrd="0" parTransId="{D00608CE-735C-4643-AF4C-D7A271F1DD8A}" sibTransId="{984E8080-A144-4E1A-BC55-E2EA08700591}"/>
    <dgm:cxn modelId="{1F036888-CBF1-4972-97CE-5931A2BFF96A}" srcId="{8A9565E1-11C2-4F3A-93A1-FA8AB2327875}" destId="{6AB48D74-883B-4865-B868-169E43D1DA95}" srcOrd="0" destOrd="0" parTransId="{5FD384E0-4DA2-4D30-92DA-FEA91A4D7AB0}" sibTransId="{518822E6-E19D-4ED6-B387-44C13E06126F}"/>
    <dgm:cxn modelId="{A1D4D788-6A2A-471C-9DDF-91EDCE41A3AA}" type="presOf" srcId="{28E98CAD-27FA-4944-90ED-691DD584411F}" destId="{B1FCC03E-B3A9-4DC1-BFD7-2DF2B314AC92}" srcOrd="0" destOrd="0" presId="urn:microsoft.com/office/officeart/2009/layout/CirclePictureHierarchy"/>
    <dgm:cxn modelId="{4EFC4E8A-D5D2-4BB5-8247-2CF5B0FB5D94}" srcId="{C92E45E5-A17B-4308-986B-7BAAA4370826}" destId="{B478B6A0-4E30-4348-BFB0-96F907FF6F5C}" srcOrd="0" destOrd="0" parTransId="{E01CCDEE-F5EA-48EB-8F42-730D14DC297D}" sibTransId="{3441AE17-A4A5-40B8-8C7D-49A1416B9A50}"/>
    <dgm:cxn modelId="{96CAAB8A-E60F-4BBA-BE77-66771686CF9C}" type="presOf" srcId="{D916CED1-816B-49F9-BDBA-EE2F8A2027D3}" destId="{88E4299C-B15D-4E2B-87C2-E4FB33680EA5}" srcOrd="0" destOrd="0" presId="urn:microsoft.com/office/officeart/2009/layout/CirclePictureHierarchy"/>
    <dgm:cxn modelId="{D72FEF8D-D114-4D37-89BC-90D978806C4F}" type="presOf" srcId="{AC29CB59-D530-47E3-AD2D-660A273DD65C}" destId="{ADDAE49F-9421-4881-ACEA-F526B758E9EC}" srcOrd="0" destOrd="0" presId="urn:microsoft.com/office/officeart/2009/layout/CirclePictureHierarchy"/>
    <dgm:cxn modelId="{45B79A99-FFC1-4808-85C5-F5752F8A37D0}" type="presOf" srcId="{9D20D384-D29C-4031-9F39-23C4EBCA7A15}" destId="{A8717931-F96A-4C7A-9A3F-D8F6C8A0CA44}" srcOrd="0" destOrd="0" presId="urn:microsoft.com/office/officeart/2009/layout/CirclePictureHierarchy"/>
    <dgm:cxn modelId="{AB7AA39D-62C8-4541-9836-DBF24BD35FED}" type="presOf" srcId="{E01CCDEE-F5EA-48EB-8F42-730D14DC297D}" destId="{4CD1FF4C-AFAF-4281-85D7-B6C0F16ACDB6}" srcOrd="0" destOrd="0" presId="urn:microsoft.com/office/officeart/2009/layout/CirclePictureHierarchy"/>
    <dgm:cxn modelId="{537D32A0-2663-43BE-9DAD-A66B5C682011}" type="presOf" srcId="{C0E07DDE-5280-45A3-B6EE-D3C2974E6422}" destId="{E291F485-A894-4BED-B276-29EBDE902CD0}" srcOrd="0" destOrd="0" presId="urn:microsoft.com/office/officeart/2009/layout/CirclePictureHierarchy"/>
    <dgm:cxn modelId="{B28D97A3-7765-4EC9-9641-6B7AC4675CB6}" type="presOf" srcId="{B478B6A0-4E30-4348-BFB0-96F907FF6F5C}" destId="{A86B070E-4678-44E4-B1D7-83FBE0D193DD}" srcOrd="0" destOrd="0" presId="urn:microsoft.com/office/officeart/2009/layout/CirclePictureHierarchy"/>
    <dgm:cxn modelId="{1A12D3AC-12A5-49BD-91FD-309CF0D8931B}" srcId="{D8D9A6F0-64CE-4C4E-B1D3-BD76D97A0C3F}" destId="{6918B300-1329-459F-92FC-4DF3175BABA5}" srcOrd="0" destOrd="0" parTransId="{F9488A5F-4C2D-4352-8CAB-6F0733B64DF5}" sibTransId="{08D3B656-BE84-4E89-A03B-084DA9554BBC}"/>
    <dgm:cxn modelId="{2CA434AF-4CAE-4FA1-9167-6FD5E0F5D4C9}" type="presOf" srcId="{60E29876-7D4E-45E2-B135-4E47A9D07FC8}" destId="{A666DB4A-38A8-48CB-9EDB-0D261A9861AA}" srcOrd="0" destOrd="0" presId="urn:microsoft.com/office/officeart/2009/layout/CirclePictureHierarchy"/>
    <dgm:cxn modelId="{3B67FDB4-84AA-4099-94AD-DAC2AE46436F}" type="presOf" srcId="{6918B300-1329-459F-92FC-4DF3175BABA5}" destId="{443BD2FC-3355-420B-B6EF-AF19D80E00D5}" srcOrd="0" destOrd="0" presId="urn:microsoft.com/office/officeart/2009/layout/CirclePictureHierarchy"/>
    <dgm:cxn modelId="{1C8D91C7-EBF9-45F5-AE29-CB3C17671D9D}" srcId="{8A9565E1-11C2-4F3A-93A1-FA8AB2327875}" destId="{AE095943-B8F6-4C21-8685-1DF41507992E}" srcOrd="1" destOrd="0" parTransId="{43C71193-C8C2-4A94-B38B-63BB4E741014}" sibTransId="{CBEBFBE7-67DD-4915-9269-B26FFBD30FC0}"/>
    <dgm:cxn modelId="{FF86C9C8-71A8-4C01-8627-D0DC3D3A3CA2}" type="presOf" srcId="{A76A03EA-086B-489A-B99C-CFFFAF232EA7}" destId="{59F6CEB8-D371-4B80-BEC0-3C242F630220}" srcOrd="0" destOrd="0" presId="urn:microsoft.com/office/officeart/2009/layout/CirclePictureHierarchy"/>
    <dgm:cxn modelId="{B55D19CD-81A9-4D45-898C-65EC385F7B86}" type="presOf" srcId="{52996ADC-D9C7-4F38-BA4F-F735B4CDC7A4}" destId="{9E71FC54-563D-4898-8117-9ED3EC3EB77E}" srcOrd="0" destOrd="0" presId="urn:microsoft.com/office/officeart/2009/layout/CirclePictureHierarchy"/>
    <dgm:cxn modelId="{B904A8CE-1EDF-42BD-87C5-C04E83060C53}" srcId="{8A9565E1-11C2-4F3A-93A1-FA8AB2327875}" destId="{D8EDA930-9C34-410A-AC79-4BF8BADDB74A}" srcOrd="2" destOrd="0" parTransId="{14D76601-CF5B-4BA9-8BF3-4A778C947E8D}" sibTransId="{CA9F7EFB-1A63-4B59-B926-99CFED5C55ED}"/>
    <dgm:cxn modelId="{B848BACF-4E72-4413-B367-95E48453A115}" type="presOf" srcId="{A2D4F54D-D472-4A44-A6BF-A332AF877018}" destId="{20B22355-8C2C-44E9-ACD5-3DADBD538E40}" srcOrd="0" destOrd="0" presId="urn:microsoft.com/office/officeart/2009/layout/CirclePictureHierarchy"/>
    <dgm:cxn modelId="{C6E5D8D6-9E35-4099-A3CB-0085B579C9B8}" srcId="{AEEAD2F9-8546-498A-8133-F2F939B7FACC}" destId="{8A9565E1-11C2-4F3A-93A1-FA8AB2327875}" srcOrd="0" destOrd="0" parTransId="{05472847-458B-4665-AFD8-D212A18AA368}" sibTransId="{79548481-AFC1-4DC2-81BC-24774C81CF1F}"/>
    <dgm:cxn modelId="{70DBDCD9-8AE8-43C9-86F6-F55B56441383}" type="presOf" srcId="{AEEAD2F9-8546-498A-8133-F2F939B7FACC}" destId="{FEEE2F4E-FB1D-4D72-B8DE-5C3A71166968}" srcOrd="0" destOrd="0" presId="urn:microsoft.com/office/officeart/2009/layout/CirclePictureHierarchy"/>
    <dgm:cxn modelId="{9B34DADA-4AC8-4BA4-97AE-F56397894B82}" type="presOf" srcId="{6AB48D74-883B-4865-B868-169E43D1DA95}" destId="{39EAF13C-34DB-418E-86FF-20F869E2ADBD}" srcOrd="0" destOrd="0" presId="urn:microsoft.com/office/officeart/2009/layout/CirclePictureHierarchy"/>
    <dgm:cxn modelId="{4A2A2EE0-11E1-4D7A-A483-CDD351A98323}" type="presOf" srcId="{14D76601-CF5B-4BA9-8BF3-4A778C947E8D}" destId="{B69DFE61-CA37-4F86-A9B4-98309F2BAAE0}" srcOrd="0" destOrd="0" presId="urn:microsoft.com/office/officeart/2009/layout/CirclePictureHierarchy"/>
    <dgm:cxn modelId="{EE2823E2-E7EC-4245-A6BF-B3B253CFBC38}" type="presOf" srcId="{5FD384E0-4DA2-4D30-92DA-FEA91A4D7AB0}" destId="{7970A4B9-683C-4E4D-84BE-854CA55D0572}" srcOrd="0" destOrd="0" presId="urn:microsoft.com/office/officeart/2009/layout/CirclePictureHierarchy"/>
    <dgm:cxn modelId="{DC7D46E4-AEF0-482E-B5CF-8A075B1EBE89}" type="presOf" srcId="{AE095943-B8F6-4C21-8685-1DF41507992E}" destId="{7E072A88-CE9A-48CB-BEEE-F815E6ECD0AE}" srcOrd="0" destOrd="0" presId="urn:microsoft.com/office/officeart/2009/layout/CirclePictureHierarchy"/>
    <dgm:cxn modelId="{5A1EA1E5-23E8-4A6B-8937-6D45B7EE1BAD}" type="presOf" srcId="{8A9565E1-11C2-4F3A-93A1-FA8AB2327875}" destId="{A71A8BD3-F23D-4125-95E7-EC90813AF5A1}" srcOrd="0" destOrd="0" presId="urn:microsoft.com/office/officeart/2009/layout/CirclePictureHierarchy"/>
    <dgm:cxn modelId="{739585EA-F873-4922-875F-2B020E22D675}" srcId="{9D20D384-D29C-4031-9F39-23C4EBCA7A15}" destId="{084DA918-0048-4682-85DF-126F19AD75DA}" srcOrd="0" destOrd="0" parTransId="{1ADE1559-503B-4EF9-9FFB-963A85C48E7B}" sibTransId="{7947477F-94C0-4892-8870-21F3DA222FFE}"/>
    <dgm:cxn modelId="{DDF919EC-2D10-4C12-B0EC-D30209DDACEA}" type="presOf" srcId="{929B316F-866B-4782-90BD-7F946844FBCC}" destId="{7DA59819-3C4E-4309-9E06-09676EF1D9A6}" srcOrd="0" destOrd="0" presId="urn:microsoft.com/office/officeart/2009/layout/CirclePictureHierarchy"/>
    <dgm:cxn modelId="{CD9583ED-8B29-4CD3-BF2D-C06B090C40F2}" srcId="{D8EDA930-9C34-410A-AC79-4BF8BADDB74A}" destId="{9D20D384-D29C-4031-9F39-23C4EBCA7A15}" srcOrd="1" destOrd="0" parTransId="{90A2413F-9E0D-4B08-A531-126B73C792BA}" sibTransId="{3618580C-C672-46E8-AD06-34B6B736E540}"/>
    <dgm:cxn modelId="{A9D345FB-5689-44DA-A22A-8F435EF9AF6E}" type="presOf" srcId="{40059FCC-333F-4505-ABE5-F2CE1C69FEB0}" destId="{95108130-68C2-4685-92DD-5BDB87A259E0}" srcOrd="0" destOrd="0" presId="urn:microsoft.com/office/officeart/2009/layout/CirclePictureHierarchy"/>
    <dgm:cxn modelId="{0B62BE9D-3F73-48DA-9B03-732F9580CE09}" type="presParOf" srcId="{FEEE2F4E-FB1D-4D72-B8DE-5C3A71166968}" destId="{D0E489AA-E779-4DA4-ADD4-5B5DA63CCF90}" srcOrd="0" destOrd="0" presId="urn:microsoft.com/office/officeart/2009/layout/CirclePictureHierarchy"/>
    <dgm:cxn modelId="{0FDF8076-3E87-47ED-93D3-83F80A1089DE}" type="presParOf" srcId="{D0E489AA-E779-4DA4-ADD4-5B5DA63CCF90}" destId="{4DC37932-B647-4253-9A7D-DFECC0A7D473}" srcOrd="0" destOrd="0" presId="urn:microsoft.com/office/officeart/2009/layout/CirclePictureHierarchy"/>
    <dgm:cxn modelId="{D4041300-A1DE-4E46-AC33-2E88A7B90342}" type="presParOf" srcId="{4DC37932-B647-4253-9A7D-DFECC0A7D473}" destId="{4112420E-3229-4FAD-8518-A41D59FCF557}" srcOrd="0" destOrd="0" presId="urn:microsoft.com/office/officeart/2009/layout/CirclePictureHierarchy"/>
    <dgm:cxn modelId="{A9CA6E55-7E86-47F0-8DFF-010ADF42C25C}" type="presParOf" srcId="{4DC37932-B647-4253-9A7D-DFECC0A7D473}" destId="{A71A8BD3-F23D-4125-95E7-EC90813AF5A1}" srcOrd="1" destOrd="0" presId="urn:microsoft.com/office/officeart/2009/layout/CirclePictureHierarchy"/>
    <dgm:cxn modelId="{7F81B6CE-BB11-4B33-ABDC-8D05D27C19B2}" type="presParOf" srcId="{D0E489AA-E779-4DA4-ADD4-5B5DA63CCF90}" destId="{93BDC3AD-C927-4486-B81A-670353A568E2}" srcOrd="1" destOrd="0" presId="urn:microsoft.com/office/officeart/2009/layout/CirclePictureHierarchy"/>
    <dgm:cxn modelId="{147FF844-17A4-44F2-A285-F5D9F6456D8B}" type="presParOf" srcId="{93BDC3AD-C927-4486-B81A-670353A568E2}" destId="{7970A4B9-683C-4E4D-84BE-854CA55D0572}" srcOrd="0" destOrd="0" presId="urn:microsoft.com/office/officeart/2009/layout/CirclePictureHierarchy"/>
    <dgm:cxn modelId="{0974E329-A0BC-4E70-967C-D85CCA28BAB8}" type="presParOf" srcId="{93BDC3AD-C927-4486-B81A-670353A568E2}" destId="{37A30A7F-8509-4CD8-B008-07CFC471B4A3}" srcOrd="1" destOrd="0" presId="urn:microsoft.com/office/officeart/2009/layout/CirclePictureHierarchy"/>
    <dgm:cxn modelId="{13209CD1-F181-4DAA-A98E-6ADF3EAAC5C3}" type="presParOf" srcId="{37A30A7F-8509-4CD8-B008-07CFC471B4A3}" destId="{AFAAF5E6-C5B7-4BE4-B82D-1F90F8F41B6A}" srcOrd="0" destOrd="0" presId="urn:microsoft.com/office/officeart/2009/layout/CirclePictureHierarchy"/>
    <dgm:cxn modelId="{1E057B36-CF16-4E3A-828F-BE5D115CDEC2}" type="presParOf" srcId="{AFAAF5E6-C5B7-4BE4-B82D-1F90F8F41B6A}" destId="{CBC13E2D-5EE4-4E4B-89FD-B709B910067F}" srcOrd="0" destOrd="0" presId="urn:microsoft.com/office/officeart/2009/layout/CirclePictureHierarchy"/>
    <dgm:cxn modelId="{9362BAE8-14D8-4932-A04A-707C75D4E076}" type="presParOf" srcId="{AFAAF5E6-C5B7-4BE4-B82D-1F90F8F41B6A}" destId="{39EAF13C-34DB-418E-86FF-20F869E2ADBD}" srcOrd="1" destOrd="0" presId="urn:microsoft.com/office/officeart/2009/layout/CirclePictureHierarchy"/>
    <dgm:cxn modelId="{CE2F1CF3-BC0E-484D-B9D8-B8411583A567}" type="presParOf" srcId="{37A30A7F-8509-4CD8-B008-07CFC471B4A3}" destId="{6C689127-2F6A-4446-8E99-54DDEA1E7EAF}" srcOrd="1" destOrd="0" presId="urn:microsoft.com/office/officeart/2009/layout/CirclePictureHierarchy"/>
    <dgm:cxn modelId="{635455E6-1E9A-4DCB-836C-874E7C54405A}" type="presParOf" srcId="{6C689127-2F6A-4446-8E99-54DDEA1E7EAF}" destId="{369316B5-2EF0-47B8-A3EF-E37345106952}" srcOrd="0" destOrd="0" presId="urn:microsoft.com/office/officeart/2009/layout/CirclePictureHierarchy"/>
    <dgm:cxn modelId="{66A5E1E5-5DC4-4D72-B2E5-2775190D6C96}" type="presParOf" srcId="{6C689127-2F6A-4446-8E99-54DDEA1E7EAF}" destId="{C8B23433-BFBA-4514-99C5-E8C8A8D366F3}" srcOrd="1" destOrd="0" presId="urn:microsoft.com/office/officeart/2009/layout/CirclePictureHierarchy"/>
    <dgm:cxn modelId="{EDC6D591-08EF-4F06-BAF2-D95CABDFF207}" type="presParOf" srcId="{C8B23433-BFBA-4514-99C5-E8C8A8D366F3}" destId="{6AE41F2D-E6CD-486E-A999-8D33E54B1F12}" srcOrd="0" destOrd="0" presId="urn:microsoft.com/office/officeart/2009/layout/CirclePictureHierarchy"/>
    <dgm:cxn modelId="{0AE4A109-D85D-4216-AE11-078D9D0D9B65}" type="presParOf" srcId="{6AE41F2D-E6CD-486E-A999-8D33E54B1F12}" destId="{B4EA551B-9DB1-40F7-A12A-1FB7DA6E0863}" srcOrd="0" destOrd="0" presId="urn:microsoft.com/office/officeart/2009/layout/CirclePictureHierarchy"/>
    <dgm:cxn modelId="{3CFFE617-BBC3-43E1-B31F-5082DD0A9035}" type="presParOf" srcId="{6AE41F2D-E6CD-486E-A999-8D33E54B1F12}" destId="{636BCF2A-0C86-439E-8857-B3495C06637C}" srcOrd="1" destOrd="0" presId="urn:microsoft.com/office/officeart/2009/layout/CirclePictureHierarchy"/>
    <dgm:cxn modelId="{A95E4E86-73F6-44CA-8755-F6667E7842EB}" type="presParOf" srcId="{C8B23433-BFBA-4514-99C5-E8C8A8D366F3}" destId="{E21AE9AC-9A2F-4D67-9960-1DE0837F8605}" srcOrd="1" destOrd="0" presId="urn:microsoft.com/office/officeart/2009/layout/CirclePictureHierarchy"/>
    <dgm:cxn modelId="{87E27855-5669-4E21-BDC5-ACE461D1D9F8}" type="presParOf" srcId="{E21AE9AC-9A2F-4D67-9960-1DE0837F8605}" destId="{4EEE7484-5880-4C6F-8120-BBFFD598B36E}" srcOrd="0" destOrd="0" presId="urn:microsoft.com/office/officeart/2009/layout/CirclePictureHierarchy"/>
    <dgm:cxn modelId="{5AC90AD8-1E20-48EC-91D5-DC0D25D24C6B}" type="presParOf" srcId="{E21AE9AC-9A2F-4D67-9960-1DE0837F8605}" destId="{0C5DAFCC-CA6E-44A4-965D-746FF9D60716}" srcOrd="1" destOrd="0" presId="urn:microsoft.com/office/officeart/2009/layout/CirclePictureHierarchy"/>
    <dgm:cxn modelId="{D3E16240-E5E8-484E-BEF5-7ED063C0CD0D}" type="presParOf" srcId="{0C5DAFCC-CA6E-44A4-965D-746FF9D60716}" destId="{0A28CCB0-7845-4B4D-B246-B26726C84BF5}" srcOrd="0" destOrd="0" presId="urn:microsoft.com/office/officeart/2009/layout/CirclePictureHierarchy"/>
    <dgm:cxn modelId="{D5BF90D2-4F53-433F-A500-E0BE9E03E529}" type="presParOf" srcId="{0A28CCB0-7845-4B4D-B246-B26726C84BF5}" destId="{99A5B314-38F0-4E28-A155-575E863F0294}" srcOrd="0" destOrd="0" presId="urn:microsoft.com/office/officeart/2009/layout/CirclePictureHierarchy"/>
    <dgm:cxn modelId="{AB51BEE0-4903-4345-9D10-E70CB63249A4}" type="presParOf" srcId="{0A28CCB0-7845-4B4D-B246-B26726C84BF5}" destId="{443BD2FC-3355-420B-B6EF-AF19D80E00D5}" srcOrd="1" destOrd="0" presId="urn:microsoft.com/office/officeart/2009/layout/CirclePictureHierarchy"/>
    <dgm:cxn modelId="{8370DD14-043B-47EE-B29C-CF73767094CF}" type="presParOf" srcId="{0C5DAFCC-CA6E-44A4-965D-746FF9D60716}" destId="{508EBACD-56F5-4F44-8CED-DC236FAE42D6}" srcOrd="1" destOrd="0" presId="urn:microsoft.com/office/officeart/2009/layout/CirclePictureHierarchy"/>
    <dgm:cxn modelId="{764F5986-32B0-452A-9AE9-E7208AA2B118}" type="presParOf" srcId="{6C689127-2F6A-4446-8E99-54DDEA1E7EAF}" destId="{AEF61DBE-A19E-4156-A2A9-9A90DF9BDB48}" srcOrd="2" destOrd="0" presId="urn:microsoft.com/office/officeart/2009/layout/CirclePictureHierarchy"/>
    <dgm:cxn modelId="{FF467DE1-F0E1-4208-9001-9671DE9655B4}" type="presParOf" srcId="{6C689127-2F6A-4446-8E99-54DDEA1E7EAF}" destId="{E2E74C0F-6627-4BAF-A73E-7DC2B39981B5}" srcOrd="3" destOrd="0" presId="urn:microsoft.com/office/officeart/2009/layout/CirclePictureHierarchy"/>
    <dgm:cxn modelId="{86EBDA81-CD66-44D6-8020-7B4B560DA9DD}" type="presParOf" srcId="{E2E74C0F-6627-4BAF-A73E-7DC2B39981B5}" destId="{BC507FD0-D14F-4694-91A2-257ACF59DA5C}" srcOrd="0" destOrd="0" presId="urn:microsoft.com/office/officeart/2009/layout/CirclePictureHierarchy"/>
    <dgm:cxn modelId="{183CC57E-08C0-4D7F-91E8-735FFEAC01CD}" type="presParOf" srcId="{BC507FD0-D14F-4694-91A2-257ACF59DA5C}" destId="{BA97C414-1107-487E-ADFD-EE9DCE893874}" srcOrd="0" destOrd="0" presId="urn:microsoft.com/office/officeart/2009/layout/CirclePictureHierarchy"/>
    <dgm:cxn modelId="{253F740E-E118-4FAE-940E-0940F65A3E54}" type="presParOf" srcId="{BC507FD0-D14F-4694-91A2-257ACF59DA5C}" destId="{59F6CEB8-D371-4B80-BEC0-3C242F630220}" srcOrd="1" destOrd="0" presId="urn:microsoft.com/office/officeart/2009/layout/CirclePictureHierarchy"/>
    <dgm:cxn modelId="{FBF95190-B561-4D76-9D80-AADE3BB73935}" type="presParOf" srcId="{E2E74C0F-6627-4BAF-A73E-7DC2B39981B5}" destId="{B1FE1A77-AD43-4214-91E5-14FE4A168282}" srcOrd="1" destOrd="0" presId="urn:microsoft.com/office/officeart/2009/layout/CirclePictureHierarchy"/>
    <dgm:cxn modelId="{C0794760-E7CE-4EE2-AE68-786C9E2B0AB7}" type="presParOf" srcId="{B1FE1A77-AD43-4214-91E5-14FE4A168282}" destId="{E291F485-A894-4BED-B276-29EBDE902CD0}" srcOrd="0" destOrd="0" presId="urn:microsoft.com/office/officeart/2009/layout/CirclePictureHierarchy"/>
    <dgm:cxn modelId="{D55979DA-0AAF-481F-8E01-B6748BF661D7}" type="presParOf" srcId="{B1FE1A77-AD43-4214-91E5-14FE4A168282}" destId="{B1F842C5-CFCF-4507-8A11-ABEAF68019C4}" srcOrd="1" destOrd="0" presId="urn:microsoft.com/office/officeart/2009/layout/CirclePictureHierarchy"/>
    <dgm:cxn modelId="{92C2DB9D-76F9-4B1E-8ADE-9039CB68763E}" type="presParOf" srcId="{B1F842C5-CFCF-4507-8A11-ABEAF68019C4}" destId="{FA8FF08F-B33E-4D44-A855-648FA7C3223A}" srcOrd="0" destOrd="0" presId="urn:microsoft.com/office/officeart/2009/layout/CirclePictureHierarchy"/>
    <dgm:cxn modelId="{2586C672-607E-4C2D-90D6-40F031BC9BE9}" type="presParOf" srcId="{FA8FF08F-B33E-4D44-A855-648FA7C3223A}" destId="{788938A7-9EEC-4D63-96DC-31C77D9F8553}" srcOrd="0" destOrd="0" presId="urn:microsoft.com/office/officeart/2009/layout/CirclePictureHierarchy"/>
    <dgm:cxn modelId="{60FC6A7F-6D80-4DF9-88E8-5402F1A05DEA}" type="presParOf" srcId="{FA8FF08F-B33E-4D44-A855-648FA7C3223A}" destId="{9E71FC54-563D-4898-8117-9ED3EC3EB77E}" srcOrd="1" destOrd="0" presId="urn:microsoft.com/office/officeart/2009/layout/CirclePictureHierarchy"/>
    <dgm:cxn modelId="{1540BDCA-3B12-4AC8-A61E-1D188EA2E109}" type="presParOf" srcId="{B1F842C5-CFCF-4507-8A11-ABEAF68019C4}" destId="{BA5552D6-DB4F-4AC2-92BD-B6B08CC64C65}" srcOrd="1" destOrd="0" presId="urn:microsoft.com/office/officeart/2009/layout/CirclePictureHierarchy"/>
    <dgm:cxn modelId="{BA7C6A50-A997-45F6-9640-C18307D7BFCA}" type="presParOf" srcId="{93BDC3AD-C927-4486-B81A-670353A568E2}" destId="{7A0A26E8-303C-41F2-AC8F-6A888CBA7A1C}" srcOrd="2" destOrd="0" presId="urn:microsoft.com/office/officeart/2009/layout/CirclePictureHierarchy"/>
    <dgm:cxn modelId="{225682C0-04DD-45D7-BD9C-DA53D8D9CA0C}" type="presParOf" srcId="{93BDC3AD-C927-4486-B81A-670353A568E2}" destId="{3F05A072-4573-4D96-9FA5-E2A76E8CBBE1}" srcOrd="3" destOrd="0" presId="urn:microsoft.com/office/officeart/2009/layout/CirclePictureHierarchy"/>
    <dgm:cxn modelId="{7D918E50-FA5D-4B79-9023-2B976D74A88B}" type="presParOf" srcId="{3F05A072-4573-4D96-9FA5-E2A76E8CBBE1}" destId="{F8E96928-D1EF-49A8-802E-99D064061B34}" srcOrd="0" destOrd="0" presId="urn:microsoft.com/office/officeart/2009/layout/CirclePictureHierarchy"/>
    <dgm:cxn modelId="{7BF9651D-D19E-4B94-A540-BA337F7C50EE}" type="presParOf" srcId="{F8E96928-D1EF-49A8-802E-99D064061B34}" destId="{8EBEEBAA-8AF0-4554-82B2-BCB084DAC53E}" srcOrd="0" destOrd="0" presId="urn:microsoft.com/office/officeart/2009/layout/CirclePictureHierarchy"/>
    <dgm:cxn modelId="{3BE0A968-BA8A-4AC0-A68F-E0E76C056539}" type="presParOf" srcId="{F8E96928-D1EF-49A8-802E-99D064061B34}" destId="{7E072A88-CE9A-48CB-BEEE-F815E6ECD0AE}" srcOrd="1" destOrd="0" presId="urn:microsoft.com/office/officeart/2009/layout/CirclePictureHierarchy"/>
    <dgm:cxn modelId="{9E59BFDC-A5C6-46D2-A050-85AA14A6FDAB}" type="presParOf" srcId="{3F05A072-4573-4D96-9FA5-E2A76E8CBBE1}" destId="{22EEED74-634B-4352-9A50-AA57190844E8}" srcOrd="1" destOrd="0" presId="urn:microsoft.com/office/officeart/2009/layout/CirclePictureHierarchy"/>
    <dgm:cxn modelId="{61D22894-34F2-498B-85B9-36B320B24921}" type="presParOf" srcId="{22EEED74-634B-4352-9A50-AA57190844E8}" destId="{20B22355-8C2C-44E9-ACD5-3DADBD538E40}" srcOrd="0" destOrd="0" presId="urn:microsoft.com/office/officeart/2009/layout/CirclePictureHierarchy"/>
    <dgm:cxn modelId="{A8DBCAE8-7CDD-471F-98E5-1E79D84D9FCF}" type="presParOf" srcId="{22EEED74-634B-4352-9A50-AA57190844E8}" destId="{B298F631-70EF-4F07-B344-478F7D421F49}" srcOrd="1" destOrd="0" presId="urn:microsoft.com/office/officeart/2009/layout/CirclePictureHierarchy"/>
    <dgm:cxn modelId="{2A5890F7-77BF-48B5-B5E8-06D339C1B290}" type="presParOf" srcId="{B298F631-70EF-4F07-B344-478F7D421F49}" destId="{477813C5-059B-412A-A2EB-1973E3585D4C}" srcOrd="0" destOrd="0" presId="urn:microsoft.com/office/officeart/2009/layout/CirclePictureHierarchy"/>
    <dgm:cxn modelId="{EE5B8E0B-8914-468B-82C1-05138006B9BD}" type="presParOf" srcId="{477813C5-059B-412A-A2EB-1973E3585D4C}" destId="{B9750314-944E-48FC-8357-D25001F28597}" srcOrd="0" destOrd="0" presId="urn:microsoft.com/office/officeart/2009/layout/CirclePictureHierarchy"/>
    <dgm:cxn modelId="{CF2D610A-FD91-4DAE-BA37-7F67160C04DA}" type="presParOf" srcId="{477813C5-059B-412A-A2EB-1973E3585D4C}" destId="{BB8130A1-D6C9-4561-BEB3-FF12D702FCDA}" srcOrd="1" destOrd="0" presId="urn:microsoft.com/office/officeart/2009/layout/CirclePictureHierarchy"/>
    <dgm:cxn modelId="{31088301-EFB1-450D-B05E-6632CCB5B04D}" type="presParOf" srcId="{B298F631-70EF-4F07-B344-478F7D421F49}" destId="{70B224FC-0A73-4DBD-B757-E6A28BE05858}" srcOrd="1" destOrd="0" presId="urn:microsoft.com/office/officeart/2009/layout/CirclePictureHierarchy"/>
    <dgm:cxn modelId="{3771D81A-B587-4BA0-A6C3-43DB1D9EE460}" type="presParOf" srcId="{70B224FC-0A73-4DBD-B757-E6A28BE05858}" destId="{88E4299C-B15D-4E2B-87C2-E4FB33680EA5}" srcOrd="0" destOrd="0" presId="urn:microsoft.com/office/officeart/2009/layout/CirclePictureHierarchy"/>
    <dgm:cxn modelId="{7C5CF0EB-DAEE-4E29-92EF-CCA96092BB55}" type="presParOf" srcId="{70B224FC-0A73-4DBD-B757-E6A28BE05858}" destId="{335CE3AC-F327-4151-8FDC-710F59DEDE0C}" srcOrd="1" destOrd="0" presId="urn:microsoft.com/office/officeart/2009/layout/CirclePictureHierarchy"/>
    <dgm:cxn modelId="{B07010F2-3923-430B-AE65-A1BFABDAF90A}" type="presParOf" srcId="{335CE3AC-F327-4151-8FDC-710F59DEDE0C}" destId="{3859983D-0662-456F-B25C-799AB7CC9750}" srcOrd="0" destOrd="0" presId="urn:microsoft.com/office/officeart/2009/layout/CirclePictureHierarchy"/>
    <dgm:cxn modelId="{18140D48-268E-4C44-AB86-08E48D82623D}" type="presParOf" srcId="{3859983D-0662-456F-B25C-799AB7CC9750}" destId="{3C20F503-E1F6-4B59-B62A-C443B3A8E1A5}" srcOrd="0" destOrd="0" presId="urn:microsoft.com/office/officeart/2009/layout/CirclePictureHierarchy"/>
    <dgm:cxn modelId="{2D974554-35A5-41E6-856E-24BD67976596}" type="presParOf" srcId="{3859983D-0662-456F-B25C-799AB7CC9750}" destId="{F97DD4D4-1504-4A35-82D5-5BDFB04FE222}" srcOrd="1" destOrd="0" presId="urn:microsoft.com/office/officeart/2009/layout/CirclePictureHierarchy"/>
    <dgm:cxn modelId="{D60F02F3-D3DF-4DC7-B85D-0C9AD3A45F07}" type="presParOf" srcId="{335CE3AC-F327-4151-8FDC-710F59DEDE0C}" destId="{B9CC25E2-A454-4888-BAA1-33B55196ECF1}" srcOrd="1" destOrd="0" presId="urn:microsoft.com/office/officeart/2009/layout/CirclePictureHierarchy"/>
    <dgm:cxn modelId="{3F7BDEF8-A82D-4A47-B5A0-FD48944697F9}" type="presParOf" srcId="{22EEED74-634B-4352-9A50-AA57190844E8}" destId="{95108130-68C2-4685-92DD-5BDB87A259E0}" srcOrd="2" destOrd="0" presId="urn:microsoft.com/office/officeart/2009/layout/CirclePictureHierarchy"/>
    <dgm:cxn modelId="{1D31C4F6-53CE-44F9-88DC-C346621593B1}" type="presParOf" srcId="{22EEED74-634B-4352-9A50-AA57190844E8}" destId="{8FC524A8-325B-409E-9C9F-5A54DC6A934A}" srcOrd="3" destOrd="0" presId="urn:microsoft.com/office/officeart/2009/layout/CirclePictureHierarchy"/>
    <dgm:cxn modelId="{5B9536F1-25D2-483D-8541-87DFDB7C4774}" type="presParOf" srcId="{8FC524A8-325B-409E-9C9F-5A54DC6A934A}" destId="{22A9572D-E4CA-4ACE-8900-799FC8D031DC}" srcOrd="0" destOrd="0" presId="urn:microsoft.com/office/officeart/2009/layout/CirclePictureHierarchy"/>
    <dgm:cxn modelId="{3D16C8E6-CEC9-4A5E-B208-69C272560CEC}" type="presParOf" srcId="{22A9572D-E4CA-4ACE-8900-799FC8D031DC}" destId="{2A61FD5E-AC9C-4FCF-A722-854CB37060D2}" srcOrd="0" destOrd="0" presId="urn:microsoft.com/office/officeart/2009/layout/CirclePictureHierarchy"/>
    <dgm:cxn modelId="{6E3DB5EE-FEA7-448F-88DA-7C75635E0359}" type="presParOf" srcId="{22A9572D-E4CA-4ACE-8900-799FC8D031DC}" destId="{A666DB4A-38A8-48CB-9EDB-0D261A9861AA}" srcOrd="1" destOrd="0" presId="urn:microsoft.com/office/officeart/2009/layout/CirclePictureHierarchy"/>
    <dgm:cxn modelId="{D76ED0D0-153E-440F-8D27-6B522A083334}" type="presParOf" srcId="{8FC524A8-325B-409E-9C9F-5A54DC6A934A}" destId="{8B624AE4-1B54-40CD-86A8-0CE1AE3C0152}" srcOrd="1" destOrd="0" presId="urn:microsoft.com/office/officeart/2009/layout/CirclePictureHierarchy"/>
    <dgm:cxn modelId="{087C0B65-76A4-4FE1-BE92-C4FD446A10CD}" type="presParOf" srcId="{8B624AE4-1B54-40CD-86A8-0CE1AE3C0152}" destId="{7DA59819-3C4E-4309-9E06-09676EF1D9A6}" srcOrd="0" destOrd="0" presId="urn:microsoft.com/office/officeart/2009/layout/CirclePictureHierarchy"/>
    <dgm:cxn modelId="{D1A6D348-BED4-415F-BF18-DC46DA97C46B}" type="presParOf" srcId="{8B624AE4-1B54-40CD-86A8-0CE1AE3C0152}" destId="{101FD751-F08A-4D91-95C1-7306584EB6A8}" srcOrd="1" destOrd="0" presId="urn:microsoft.com/office/officeart/2009/layout/CirclePictureHierarchy"/>
    <dgm:cxn modelId="{C2DA773D-5894-445D-894A-51B4A83CA59E}" type="presParOf" srcId="{101FD751-F08A-4D91-95C1-7306584EB6A8}" destId="{3FE4FDEF-1C60-428A-B098-791548A905AF}" srcOrd="0" destOrd="0" presId="urn:microsoft.com/office/officeart/2009/layout/CirclePictureHierarchy"/>
    <dgm:cxn modelId="{900C6E66-406D-4581-B6BA-AE9CD524016E}" type="presParOf" srcId="{3FE4FDEF-1C60-428A-B098-791548A905AF}" destId="{DF731BD0-BD1E-44FF-A5FA-B6EA99FD045C}" srcOrd="0" destOrd="0" presId="urn:microsoft.com/office/officeart/2009/layout/CirclePictureHierarchy"/>
    <dgm:cxn modelId="{D4988B28-A980-4A15-A51F-12F831913D42}" type="presParOf" srcId="{3FE4FDEF-1C60-428A-B098-791548A905AF}" destId="{ADDAE49F-9421-4881-ACEA-F526B758E9EC}" srcOrd="1" destOrd="0" presId="urn:microsoft.com/office/officeart/2009/layout/CirclePictureHierarchy"/>
    <dgm:cxn modelId="{6AB21ECA-BE0A-4521-A353-6326D26403D7}" type="presParOf" srcId="{101FD751-F08A-4D91-95C1-7306584EB6A8}" destId="{E2E92E67-8692-4E1F-A3CA-2C3EC0084494}" srcOrd="1" destOrd="0" presId="urn:microsoft.com/office/officeart/2009/layout/CirclePictureHierarchy"/>
    <dgm:cxn modelId="{F6D6709B-E93C-452B-B2BB-D4927DE96BAB}" type="presParOf" srcId="{93BDC3AD-C927-4486-B81A-670353A568E2}" destId="{B69DFE61-CA37-4F86-A9B4-98309F2BAAE0}" srcOrd="4" destOrd="0" presId="urn:microsoft.com/office/officeart/2009/layout/CirclePictureHierarchy"/>
    <dgm:cxn modelId="{8FD255D5-B111-4B16-98C0-21E370034CDC}" type="presParOf" srcId="{93BDC3AD-C927-4486-B81A-670353A568E2}" destId="{A534C7AC-EFAD-434F-98E8-14837F4E5037}" srcOrd="5" destOrd="0" presId="urn:microsoft.com/office/officeart/2009/layout/CirclePictureHierarchy"/>
    <dgm:cxn modelId="{0D1DAB53-931F-4B16-96CC-81811AAD8FC7}" type="presParOf" srcId="{A534C7AC-EFAD-434F-98E8-14837F4E5037}" destId="{631CBBEF-7A3A-412E-B9B7-A9369E8849FF}" srcOrd="0" destOrd="0" presId="urn:microsoft.com/office/officeart/2009/layout/CirclePictureHierarchy"/>
    <dgm:cxn modelId="{EE8D69D8-BF6B-424F-B667-E9DB64C6C2CA}" type="presParOf" srcId="{631CBBEF-7A3A-412E-B9B7-A9369E8849FF}" destId="{88262A11-1FF5-4CEE-BAEC-BAFB7A2E928A}" srcOrd="0" destOrd="0" presId="urn:microsoft.com/office/officeart/2009/layout/CirclePictureHierarchy"/>
    <dgm:cxn modelId="{C0F763EC-3DBD-48AB-917D-4C08F455173D}" type="presParOf" srcId="{631CBBEF-7A3A-412E-B9B7-A9369E8849FF}" destId="{2612D929-B5C7-4022-859F-D675411EECD9}" srcOrd="1" destOrd="0" presId="urn:microsoft.com/office/officeart/2009/layout/CirclePictureHierarchy"/>
    <dgm:cxn modelId="{FB950B03-0CA7-4764-9D3B-C0A90DE6E488}" type="presParOf" srcId="{A534C7AC-EFAD-434F-98E8-14837F4E5037}" destId="{2A2E7015-11DF-482E-B0FD-EEE61BBADEB6}" srcOrd="1" destOrd="0" presId="urn:microsoft.com/office/officeart/2009/layout/CirclePictureHierarchy"/>
    <dgm:cxn modelId="{50BF9779-90E9-4F26-ADF9-1FA9667ED6D6}" type="presParOf" srcId="{2A2E7015-11DF-482E-B0FD-EEE61BBADEB6}" destId="{B1FCC03E-B3A9-4DC1-BFD7-2DF2B314AC92}" srcOrd="0" destOrd="0" presId="urn:microsoft.com/office/officeart/2009/layout/CirclePictureHierarchy"/>
    <dgm:cxn modelId="{D09E6124-D856-4FFE-AF64-F1D874BB9C49}" type="presParOf" srcId="{2A2E7015-11DF-482E-B0FD-EEE61BBADEB6}" destId="{5C8C122E-A26E-40AF-90CC-6BEFEDA2EB4B}" srcOrd="1" destOrd="0" presId="urn:microsoft.com/office/officeart/2009/layout/CirclePictureHierarchy"/>
    <dgm:cxn modelId="{ADF65B1F-108A-48D6-A0AF-BAE1FF6F7552}" type="presParOf" srcId="{5C8C122E-A26E-40AF-90CC-6BEFEDA2EB4B}" destId="{DA0EBCF6-28D3-4EDF-9DAC-00040CD2D2C5}" srcOrd="0" destOrd="0" presId="urn:microsoft.com/office/officeart/2009/layout/CirclePictureHierarchy"/>
    <dgm:cxn modelId="{8ABCC629-0CC5-43B5-99B8-8A4D4DF9EBC0}" type="presParOf" srcId="{DA0EBCF6-28D3-4EDF-9DAC-00040CD2D2C5}" destId="{4D48A904-A10D-4A37-8E18-994BAF32E606}" srcOrd="0" destOrd="0" presId="urn:microsoft.com/office/officeart/2009/layout/CirclePictureHierarchy"/>
    <dgm:cxn modelId="{E358820C-88A3-4D6B-BF27-42378EA11AEB}" type="presParOf" srcId="{DA0EBCF6-28D3-4EDF-9DAC-00040CD2D2C5}" destId="{DD6366CD-8656-4E27-A748-6D6A14A8F06F}" srcOrd="1" destOrd="0" presId="urn:microsoft.com/office/officeart/2009/layout/CirclePictureHierarchy"/>
    <dgm:cxn modelId="{CE52946C-7635-40A7-86DD-E1021753C03D}" type="presParOf" srcId="{5C8C122E-A26E-40AF-90CC-6BEFEDA2EB4B}" destId="{43898E83-57CC-4FC5-A3E1-7B86F2E88E31}" srcOrd="1" destOrd="0" presId="urn:microsoft.com/office/officeart/2009/layout/CirclePictureHierarchy"/>
    <dgm:cxn modelId="{246356CF-8EB4-4F1B-B1C7-2710F8168617}" type="presParOf" srcId="{43898E83-57CC-4FC5-A3E1-7B86F2E88E31}" destId="{4CD1FF4C-AFAF-4281-85D7-B6C0F16ACDB6}" srcOrd="0" destOrd="0" presId="urn:microsoft.com/office/officeart/2009/layout/CirclePictureHierarchy"/>
    <dgm:cxn modelId="{3E0556C7-54EF-4861-9FF2-AE33256EF7D8}" type="presParOf" srcId="{43898E83-57CC-4FC5-A3E1-7B86F2E88E31}" destId="{4291010B-76E4-4543-B090-2FC7167C846C}" srcOrd="1" destOrd="0" presId="urn:microsoft.com/office/officeart/2009/layout/CirclePictureHierarchy"/>
    <dgm:cxn modelId="{C35CE07B-4319-45FA-8338-550E8D3E0FC6}" type="presParOf" srcId="{4291010B-76E4-4543-B090-2FC7167C846C}" destId="{3742395C-C783-4B1D-9D32-FA3E925B56A4}" srcOrd="0" destOrd="0" presId="urn:microsoft.com/office/officeart/2009/layout/CirclePictureHierarchy"/>
    <dgm:cxn modelId="{979226CE-A3C4-482C-B3DD-5E6F81752D14}" type="presParOf" srcId="{3742395C-C783-4B1D-9D32-FA3E925B56A4}" destId="{0B761406-5B59-441A-8A27-9BC0413170E0}" srcOrd="0" destOrd="0" presId="urn:microsoft.com/office/officeart/2009/layout/CirclePictureHierarchy"/>
    <dgm:cxn modelId="{FA5AC82E-8713-4DD6-9A55-65C098B53792}" type="presParOf" srcId="{3742395C-C783-4B1D-9D32-FA3E925B56A4}" destId="{A86B070E-4678-44E4-B1D7-83FBE0D193DD}" srcOrd="1" destOrd="0" presId="urn:microsoft.com/office/officeart/2009/layout/CirclePictureHierarchy"/>
    <dgm:cxn modelId="{9651BC99-34BB-4474-8D34-504D33DA1B10}" type="presParOf" srcId="{4291010B-76E4-4543-B090-2FC7167C846C}" destId="{02F654F3-BAEA-4C5F-95D9-50712451A451}" srcOrd="1" destOrd="0" presId="urn:microsoft.com/office/officeart/2009/layout/CirclePictureHierarchy"/>
    <dgm:cxn modelId="{68884776-6B3B-4557-997C-6531151AB4E6}" type="presParOf" srcId="{2A2E7015-11DF-482E-B0FD-EEE61BBADEB6}" destId="{2E815B27-B934-465B-BA35-0DC73B5E1257}" srcOrd="2" destOrd="0" presId="urn:microsoft.com/office/officeart/2009/layout/CirclePictureHierarchy"/>
    <dgm:cxn modelId="{9D4B016A-E627-4C99-B09B-62F78394C34C}" type="presParOf" srcId="{2A2E7015-11DF-482E-B0FD-EEE61BBADEB6}" destId="{43900C6F-DE3C-416C-A766-695D042D0329}" srcOrd="3" destOrd="0" presId="urn:microsoft.com/office/officeart/2009/layout/CirclePictureHierarchy"/>
    <dgm:cxn modelId="{72C66730-9DED-46B0-9561-E086EAB93BBE}" type="presParOf" srcId="{43900C6F-DE3C-416C-A766-695D042D0329}" destId="{794FBC50-235E-49D7-B864-86EEAE591683}" srcOrd="0" destOrd="0" presId="urn:microsoft.com/office/officeart/2009/layout/CirclePictureHierarchy"/>
    <dgm:cxn modelId="{9926446D-D3E5-42FF-B33A-D00D5A90E5E2}" type="presParOf" srcId="{794FBC50-235E-49D7-B864-86EEAE591683}" destId="{D6DA52F5-6A13-4FB5-A03C-DF22D6B0BE5A}" srcOrd="0" destOrd="0" presId="urn:microsoft.com/office/officeart/2009/layout/CirclePictureHierarchy"/>
    <dgm:cxn modelId="{7BD3A84E-3FDE-45F7-BBC1-C5B67F3C8382}" type="presParOf" srcId="{794FBC50-235E-49D7-B864-86EEAE591683}" destId="{A8717931-F96A-4C7A-9A3F-D8F6C8A0CA44}" srcOrd="1" destOrd="0" presId="urn:microsoft.com/office/officeart/2009/layout/CirclePictureHierarchy"/>
    <dgm:cxn modelId="{6AEAC738-BC68-497B-9316-88A2CFD96224}" type="presParOf" srcId="{43900C6F-DE3C-416C-A766-695D042D0329}" destId="{7F426D8F-ACEE-44B2-9F5F-6315BB7135EE}" srcOrd="1" destOrd="0" presId="urn:microsoft.com/office/officeart/2009/layout/CirclePictureHierarchy"/>
    <dgm:cxn modelId="{EBBCE65F-A731-4761-A57D-9B19769F3CEC}" type="presParOf" srcId="{7F426D8F-ACEE-44B2-9F5F-6315BB7135EE}" destId="{4424E5D8-1FFD-42A0-A527-C72788E68B74}" srcOrd="0" destOrd="0" presId="urn:microsoft.com/office/officeart/2009/layout/CirclePictureHierarchy"/>
    <dgm:cxn modelId="{F5E28EA3-5E01-40CE-BE15-2656D41757F8}" type="presParOf" srcId="{7F426D8F-ACEE-44B2-9F5F-6315BB7135EE}" destId="{2F5451D2-7D53-4318-8782-12C7CB622458}" srcOrd="1" destOrd="0" presId="urn:microsoft.com/office/officeart/2009/layout/CirclePictureHierarchy"/>
    <dgm:cxn modelId="{9CA70937-075B-4EC0-A737-374D9690FFAF}" type="presParOf" srcId="{2F5451D2-7D53-4318-8782-12C7CB622458}" destId="{10046EF3-7B75-4ECA-A474-9901C511DC5D}" srcOrd="0" destOrd="0" presId="urn:microsoft.com/office/officeart/2009/layout/CirclePictureHierarchy"/>
    <dgm:cxn modelId="{8DEBB704-5236-4DB5-AC58-4C8288D77C1A}" type="presParOf" srcId="{10046EF3-7B75-4ECA-A474-9901C511DC5D}" destId="{2B5E4428-9F50-4770-BCE2-2D3F9E826097}" srcOrd="0" destOrd="0" presId="urn:microsoft.com/office/officeart/2009/layout/CirclePictureHierarchy"/>
    <dgm:cxn modelId="{5006B504-C84C-42A5-8D55-780252BD382B}" type="presParOf" srcId="{10046EF3-7B75-4ECA-A474-9901C511DC5D}" destId="{09A42561-A06C-434D-B4AD-CA5C88E6E36C}" srcOrd="1" destOrd="0" presId="urn:microsoft.com/office/officeart/2009/layout/CirclePictureHierarchy"/>
    <dgm:cxn modelId="{2E5E6E32-2D58-4C90-AEBD-B951CC6E99C7}" type="presParOf" srcId="{2F5451D2-7D53-4318-8782-12C7CB622458}" destId="{7C41AF4B-4549-446D-855C-433C9B30AF72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EAD2F9-8546-498A-8133-F2F939B7FACC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9565E1-11C2-4F3A-93A1-FA8AB2327875}">
      <dgm:prSet phldrT="[Text]"/>
      <dgm:spPr/>
      <dgm:t>
        <a:bodyPr/>
        <a:lstStyle/>
        <a:p>
          <a:endParaRPr lang="en-US" dirty="0"/>
        </a:p>
      </dgm:t>
    </dgm:pt>
    <dgm:pt modelId="{05472847-458B-4665-AFD8-D212A18AA368}" type="parTrans" cxnId="{C6E5D8D6-9E35-4099-A3CB-0085B579C9B8}">
      <dgm:prSet/>
      <dgm:spPr/>
      <dgm:t>
        <a:bodyPr/>
        <a:lstStyle/>
        <a:p>
          <a:endParaRPr lang="en-US"/>
        </a:p>
      </dgm:t>
    </dgm:pt>
    <dgm:pt modelId="{79548481-AFC1-4DC2-81BC-24774C81CF1F}" type="sibTrans" cxnId="{C6E5D8D6-9E35-4099-A3CB-0085B579C9B8}">
      <dgm:prSet/>
      <dgm:spPr/>
      <dgm:t>
        <a:bodyPr/>
        <a:lstStyle/>
        <a:p>
          <a:endParaRPr lang="en-US"/>
        </a:p>
      </dgm:t>
    </dgm:pt>
    <dgm:pt modelId="{6AB48D74-883B-4865-B868-169E43D1DA95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5FD384E0-4DA2-4D30-92DA-FEA91A4D7AB0}" type="parTrans" cxnId="{1F036888-CBF1-4972-97CE-5931A2BFF96A}">
      <dgm:prSet/>
      <dgm:spPr/>
      <dgm:t>
        <a:bodyPr/>
        <a:lstStyle/>
        <a:p>
          <a:endParaRPr lang="en-US"/>
        </a:p>
      </dgm:t>
    </dgm:pt>
    <dgm:pt modelId="{518822E6-E19D-4ED6-B387-44C13E06126F}" type="sibTrans" cxnId="{1F036888-CBF1-4972-97CE-5931A2BFF96A}">
      <dgm:prSet/>
      <dgm:spPr/>
      <dgm:t>
        <a:bodyPr/>
        <a:lstStyle/>
        <a:p>
          <a:endParaRPr lang="en-US"/>
        </a:p>
      </dgm:t>
    </dgm:pt>
    <dgm:pt modelId="{D8D9A6F0-64CE-4C4E-B1D3-BD76D97A0C3F}">
      <dgm:prSet phldrT="[Text]"/>
      <dgm:spPr/>
      <dgm:t>
        <a:bodyPr/>
        <a:lstStyle/>
        <a:p>
          <a:r>
            <a:rPr lang="en-US" dirty="0"/>
            <a:t>37</a:t>
          </a:r>
        </a:p>
      </dgm:t>
    </dgm:pt>
    <dgm:pt modelId="{D00608CE-735C-4643-AF4C-D7A271F1DD8A}" type="parTrans" cxnId="{785FC776-9C69-43C1-95D5-5C736874F184}">
      <dgm:prSet/>
      <dgm:spPr/>
      <dgm:t>
        <a:bodyPr/>
        <a:lstStyle/>
        <a:p>
          <a:endParaRPr lang="en-US"/>
        </a:p>
      </dgm:t>
    </dgm:pt>
    <dgm:pt modelId="{984E8080-A144-4E1A-BC55-E2EA08700591}" type="sibTrans" cxnId="{785FC776-9C69-43C1-95D5-5C736874F184}">
      <dgm:prSet/>
      <dgm:spPr/>
      <dgm:t>
        <a:bodyPr/>
        <a:lstStyle/>
        <a:p>
          <a:endParaRPr lang="en-US"/>
        </a:p>
      </dgm:t>
    </dgm:pt>
    <dgm:pt modelId="{A76A03EA-086B-489A-B99C-CFFFAF232EA7}">
      <dgm:prSet phldrT="[Text]"/>
      <dgm:spPr/>
      <dgm:t>
        <a:bodyPr/>
        <a:lstStyle/>
        <a:p>
          <a:r>
            <a:rPr lang="en-US" dirty="0"/>
            <a:t>35</a:t>
          </a:r>
        </a:p>
      </dgm:t>
    </dgm:pt>
    <dgm:pt modelId="{EF33D1BB-2846-40F6-A8DF-459E7AEBF131}" type="parTrans" cxnId="{C43AFE3E-D2CD-412E-990D-7A93CDB3A250}">
      <dgm:prSet/>
      <dgm:spPr/>
      <dgm:t>
        <a:bodyPr/>
        <a:lstStyle/>
        <a:p>
          <a:endParaRPr lang="en-US"/>
        </a:p>
      </dgm:t>
    </dgm:pt>
    <dgm:pt modelId="{0ECAF9ED-CB06-4EE8-9522-999AD94BC335}" type="sibTrans" cxnId="{C43AFE3E-D2CD-412E-990D-7A93CDB3A250}">
      <dgm:prSet/>
      <dgm:spPr/>
      <dgm:t>
        <a:bodyPr/>
        <a:lstStyle/>
        <a:p>
          <a:endParaRPr lang="en-US"/>
        </a:p>
      </dgm:t>
    </dgm:pt>
    <dgm:pt modelId="{AE095943-B8F6-4C21-8685-1DF41507992E}">
      <dgm:prSet phldrT="[Text]"/>
      <dgm:spPr/>
      <dgm:t>
        <a:bodyPr/>
        <a:lstStyle/>
        <a:p>
          <a:r>
            <a:rPr lang="en-US" dirty="0"/>
            <a:t>7</a:t>
          </a:r>
        </a:p>
      </dgm:t>
    </dgm:pt>
    <dgm:pt modelId="{43C71193-C8C2-4A94-B38B-63BB4E741014}" type="parTrans" cxnId="{1C8D91C7-EBF9-45F5-AE29-CB3C17671D9D}">
      <dgm:prSet/>
      <dgm:spPr/>
      <dgm:t>
        <a:bodyPr/>
        <a:lstStyle/>
        <a:p>
          <a:endParaRPr lang="en-US"/>
        </a:p>
      </dgm:t>
    </dgm:pt>
    <dgm:pt modelId="{CBEBFBE7-67DD-4915-9269-B26FFBD30FC0}" type="sibTrans" cxnId="{1C8D91C7-EBF9-45F5-AE29-CB3C17671D9D}">
      <dgm:prSet/>
      <dgm:spPr/>
      <dgm:t>
        <a:bodyPr/>
        <a:lstStyle/>
        <a:p>
          <a:endParaRPr lang="en-US"/>
        </a:p>
      </dgm:t>
    </dgm:pt>
    <dgm:pt modelId="{C92E45E5-A17B-4308-986B-7BAAA4370826}">
      <dgm:prSet phldrT="[Text]"/>
      <dgm:spPr/>
      <dgm:t>
        <a:bodyPr/>
        <a:lstStyle/>
        <a:p>
          <a:r>
            <a:rPr lang="en-US" dirty="0"/>
            <a:t>53</a:t>
          </a:r>
        </a:p>
      </dgm:t>
    </dgm:pt>
    <dgm:pt modelId="{28E98CAD-27FA-4944-90ED-691DD584411F}" type="parTrans" cxnId="{69BF8C66-1945-4278-9EDA-4AB4E891B154}">
      <dgm:prSet/>
      <dgm:spPr/>
      <dgm:t>
        <a:bodyPr/>
        <a:lstStyle/>
        <a:p>
          <a:endParaRPr lang="en-US"/>
        </a:p>
      </dgm:t>
    </dgm:pt>
    <dgm:pt modelId="{2A0607E1-8062-421D-95FC-E13FE5D2BC8B}" type="sibTrans" cxnId="{69BF8C66-1945-4278-9EDA-4AB4E891B154}">
      <dgm:prSet/>
      <dgm:spPr/>
      <dgm:t>
        <a:bodyPr/>
        <a:lstStyle/>
        <a:p>
          <a:endParaRPr lang="en-US"/>
        </a:p>
      </dgm:t>
    </dgm:pt>
    <dgm:pt modelId="{D8EDA930-9C34-410A-AC79-4BF8BADDB74A}">
      <dgm:prSet phldrT="[Text]"/>
      <dgm:spPr/>
      <dgm:t>
        <a:bodyPr/>
        <a:lstStyle/>
        <a:p>
          <a:r>
            <a:rPr lang="en-US" dirty="0"/>
            <a:t>5</a:t>
          </a:r>
        </a:p>
      </dgm:t>
    </dgm:pt>
    <dgm:pt modelId="{14D76601-CF5B-4BA9-8BF3-4A778C947E8D}" type="parTrans" cxnId="{B904A8CE-1EDF-42BD-87C5-C04E83060C53}">
      <dgm:prSet/>
      <dgm:spPr/>
      <dgm:t>
        <a:bodyPr/>
        <a:lstStyle/>
        <a:p>
          <a:endParaRPr lang="en-US"/>
        </a:p>
      </dgm:t>
    </dgm:pt>
    <dgm:pt modelId="{CA9F7EFB-1A63-4B59-B926-99CFED5C55ED}" type="sibTrans" cxnId="{B904A8CE-1EDF-42BD-87C5-C04E83060C53}">
      <dgm:prSet/>
      <dgm:spPr/>
      <dgm:t>
        <a:bodyPr/>
        <a:lstStyle/>
        <a:p>
          <a:endParaRPr lang="en-US"/>
        </a:p>
      </dgm:t>
    </dgm:pt>
    <dgm:pt modelId="{6918B300-1329-459F-92FC-4DF3175BABA5}">
      <dgm:prSet phldrT="[Text]"/>
      <dgm:spPr/>
      <dgm:t>
        <a:bodyPr/>
        <a:lstStyle/>
        <a:p>
          <a:r>
            <a:rPr lang="en-US" dirty="0"/>
            <a:t>375</a:t>
          </a:r>
        </a:p>
      </dgm:t>
    </dgm:pt>
    <dgm:pt modelId="{F9488A5F-4C2D-4352-8CAB-6F0733B64DF5}" type="parTrans" cxnId="{1A12D3AC-12A5-49BD-91FD-309CF0D8931B}">
      <dgm:prSet/>
      <dgm:spPr/>
      <dgm:t>
        <a:bodyPr/>
        <a:lstStyle/>
        <a:p>
          <a:endParaRPr lang="en-US"/>
        </a:p>
      </dgm:t>
    </dgm:pt>
    <dgm:pt modelId="{08D3B656-BE84-4E89-A03B-084DA9554BBC}" type="sibTrans" cxnId="{1A12D3AC-12A5-49BD-91FD-309CF0D8931B}">
      <dgm:prSet/>
      <dgm:spPr/>
      <dgm:t>
        <a:bodyPr/>
        <a:lstStyle/>
        <a:p>
          <a:endParaRPr lang="en-US"/>
        </a:p>
      </dgm:t>
    </dgm:pt>
    <dgm:pt modelId="{52996ADC-D9C7-4F38-BA4F-F735B4CDC7A4}">
      <dgm:prSet phldrT="[Text]"/>
      <dgm:spPr/>
      <dgm:t>
        <a:bodyPr/>
        <a:lstStyle/>
        <a:p>
          <a:r>
            <a:rPr lang="en-US"/>
            <a:t>357</a:t>
          </a:r>
          <a:endParaRPr lang="en-US" dirty="0"/>
        </a:p>
      </dgm:t>
    </dgm:pt>
    <dgm:pt modelId="{C0E07DDE-5280-45A3-B6EE-D3C2974E6422}" type="parTrans" cxnId="{0EC8366E-1393-4B38-B0B0-BA83AFF23889}">
      <dgm:prSet/>
      <dgm:spPr/>
      <dgm:t>
        <a:bodyPr/>
        <a:lstStyle/>
        <a:p>
          <a:endParaRPr lang="en-US"/>
        </a:p>
      </dgm:t>
    </dgm:pt>
    <dgm:pt modelId="{AF2D6013-75BA-4773-A6C7-0C7BA9FC9F76}" type="sibTrans" cxnId="{0EC8366E-1393-4B38-B0B0-BA83AFF23889}">
      <dgm:prSet/>
      <dgm:spPr/>
      <dgm:t>
        <a:bodyPr/>
        <a:lstStyle/>
        <a:p>
          <a:endParaRPr lang="en-US"/>
        </a:p>
      </dgm:t>
    </dgm:pt>
    <dgm:pt modelId="{E767649D-8C0D-4FF7-A0B8-FD392AC032C4}">
      <dgm:prSet phldrT="[Text]"/>
      <dgm:spPr/>
      <dgm:t>
        <a:bodyPr/>
        <a:lstStyle/>
        <a:p>
          <a:r>
            <a:rPr lang="en-US" dirty="0"/>
            <a:t>73</a:t>
          </a:r>
        </a:p>
      </dgm:t>
    </dgm:pt>
    <dgm:pt modelId="{A2D4F54D-D472-4A44-A6BF-A332AF877018}" type="parTrans" cxnId="{900E1F13-BEEA-4F4F-B70B-14814E2A201B}">
      <dgm:prSet/>
      <dgm:spPr/>
      <dgm:t>
        <a:bodyPr/>
        <a:lstStyle/>
        <a:p>
          <a:endParaRPr lang="en-US"/>
        </a:p>
      </dgm:t>
    </dgm:pt>
    <dgm:pt modelId="{6EDEB50C-9491-4A2D-9D15-B68FB1BE40B1}" type="sibTrans" cxnId="{900E1F13-BEEA-4F4F-B70B-14814E2A201B}">
      <dgm:prSet/>
      <dgm:spPr/>
      <dgm:t>
        <a:bodyPr/>
        <a:lstStyle/>
        <a:p>
          <a:endParaRPr lang="en-US"/>
        </a:p>
      </dgm:t>
    </dgm:pt>
    <dgm:pt modelId="{60E29876-7D4E-45E2-B135-4E47A9D07FC8}">
      <dgm:prSet phldrT="[Text]"/>
      <dgm:spPr/>
      <dgm:t>
        <a:bodyPr/>
        <a:lstStyle/>
        <a:p>
          <a:r>
            <a:rPr lang="en-US" dirty="0"/>
            <a:t>75</a:t>
          </a:r>
        </a:p>
      </dgm:t>
    </dgm:pt>
    <dgm:pt modelId="{40059FCC-333F-4505-ABE5-F2CE1C69FEB0}" type="parTrans" cxnId="{A02D7273-29EB-4F0C-8B45-650E7C83A371}">
      <dgm:prSet/>
      <dgm:spPr/>
      <dgm:t>
        <a:bodyPr/>
        <a:lstStyle/>
        <a:p>
          <a:endParaRPr lang="en-US"/>
        </a:p>
      </dgm:t>
    </dgm:pt>
    <dgm:pt modelId="{BBAB41E5-DAAA-46F0-97FB-3521154B1D8A}" type="sibTrans" cxnId="{A02D7273-29EB-4F0C-8B45-650E7C83A371}">
      <dgm:prSet/>
      <dgm:spPr/>
      <dgm:t>
        <a:bodyPr/>
        <a:lstStyle/>
        <a:p>
          <a:endParaRPr lang="en-US"/>
        </a:p>
      </dgm:t>
    </dgm:pt>
    <dgm:pt modelId="{6B73E3E4-0E49-4869-9B6F-136DB4084000}">
      <dgm:prSet phldrT="[Text]"/>
      <dgm:spPr/>
      <dgm:t>
        <a:bodyPr/>
        <a:lstStyle/>
        <a:p>
          <a:r>
            <a:rPr lang="en-US" dirty="0"/>
            <a:t>735</a:t>
          </a:r>
        </a:p>
      </dgm:t>
    </dgm:pt>
    <dgm:pt modelId="{D916CED1-816B-49F9-BDBA-EE2F8A2027D3}" type="parTrans" cxnId="{32415C73-B745-4520-BA86-1F2A8F0AC702}">
      <dgm:prSet/>
      <dgm:spPr/>
      <dgm:t>
        <a:bodyPr/>
        <a:lstStyle/>
        <a:p>
          <a:endParaRPr lang="en-US"/>
        </a:p>
      </dgm:t>
    </dgm:pt>
    <dgm:pt modelId="{2AE2CCD8-88A2-41E8-BDBF-F2EA0031A12A}" type="sibTrans" cxnId="{32415C73-B745-4520-BA86-1F2A8F0AC702}">
      <dgm:prSet/>
      <dgm:spPr/>
      <dgm:t>
        <a:bodyPr/>
        <a:lstStyle/>
        <a:p>
          <a:endParaRPr lang="en-US"/>
        </a:p>
      </dgm:t>
    </dgm:pt>
    <dgm:pt modelId="{AC29CB59-D530-47E3-AD2D-660A273DD65C}">
      <dgm:prSet phldrT="[Text]"/>
      <dgm:spPr/>
      <dgm:t>
        <a:bodyPr/>
        <a:lstStyle/>
        <a:p>
          <a:r>
            <a:rPr lang="en-US" dirty="0"/>
            <a:t>753</a:t>
          </a:r>
        </a:p>
      </dgm:t>
    </dgm:pt>
    <dgm:pt modelId="{929B316F-866B-4782-90BD-7F946844FBCC}" type="parTrans" cxnId="{C01F0453-3415-422A-820C-AD2C7E7CE029}">
      <dgm:prSet/>
      <dgm:spPr/>
      <dgm:t>
        <a:bodyPr/>
        <a:lstStyle/>
        <a:p>
          <a:endParaRPr lang="en-US"/>
        </a:p>
      </dgm:t>
    </dgm:pt>
    <dgm:pt modelId="{3C068A08-B8AC-4253-8B58-D6CE450DC404}" type="sibTrans" cxnId="{C01F0453-3415-422A-820C-AD2C7E7CE029}">
      <dgm:prSet/>
      <dgm:spPr/>
      <dgm:t>
        <a:bodyPr/>
        <a:lstStyle/>
        <a:p>
          <a:endParaRPr lang="en-US"/>
        </a:p>
      </dgm:t>
    </dgm:pt>
    <dgm:pt modelId="{9D20D384-D29C-4031-9F39-23C4EBCA7A15}">
      <dgm:prSet phldrT="[Text]"/>
      <dgm:spPr/>
      <dgm:t>
        <a:bodyPr/>
        <a:lstStyle/>
        <a:p>
          <a:r>
            <a:rPr lang="en-US" dirty="0"/>
            <a:t>57</a:t>
          </a:r>
        </a:p>
      </dgm:t>
    </dgm:pt>
    <dgm:pt modelId="{90A2413F-9E0D-4B08-A531-126B73C792BA}" type="parTrans" cxnId="{CD9583ED-8B29-4CD3-BF2D-C06B090C40F2}">
      <dgm:prSet/>
      <dgm:spPr/>
      <dgm:t>
        <a:bodyPr/>
        <a:lstStyle/>
        <a:p>
          <a:endParaRPr lang="en-US"/>
        </a:p>
      </dgm:t>
    </dgm:pt>
    <dgm:pt modelId="{3618580C-C672-46E8-AD06-34B6B736E540}" type="sibTrans" cxnId="{CD9583ED-8B29-4CD3-BF2D-C06B090C40F2}">
      <dgm:prSet/>
      <dgm:spPr/>
      <dgm:t>
        <a:bodyPr/>
        <a:lstStyle/>
        <a:p>
          <a:endParaRPr lang="en-US"/>
        </a:p>
      </dgm:t>
    </dgm:pt>
    <dgm:pt modelId="{B478B6A0-4E30-4348-BFB0-96F907FF6F5C}">
      <dgm:prSet phldrT="[Text]"/>
      <dgm:spPr/>
      <dgm:t>
        <a:bodyPr/>
        <a:lstStyle/>
        <a:p>
          <a:r>
            <a:rPr lang="en-US" dirty="0"/>
            <a:t>537</a:t>
          </a:r>
        </a:p>
      </dgm:t>
    </dgm:pt>
    <dgm:pt modelId="{E01CCDEE-F5EA-48EB-8F42-730D14DC297D}" type="parTrans" cxnId="{4EFC4E8A-D5D2-4BB5-8247-2CF5B0FB5D94}">
      <dgm:prSet/>
      <dgm:spPr/>
      <dgm:t>
        <a:bodyPr/>
        <a:lstStyle/>
        <a:p>
          <a:endParaRPr lang="en-US"/>
        </a:p>
      </dgm:t>
    </dgm:pt>
    <dgm:pt modelId="{3441AE17-A4A5-40B8-8C7D-49A1416B9A50}" type="sibTrans" cxnId="{4EFC4E8A-D5D2-4BB5-8247-2CF5B0FB5D94}">
      <dgm:prSet/>
      <dgm:spPr/>
      <dgm:t>
        <a:bodyPr/>
        <a:lstStyle/>
        <a:p>
          <a:endParaRPr lang="en-US"/>
        </a:p>
      </dgm:t>
    </dgm:pt>
    <dgm:pt modelId="{084DA918-0048-4682-85DF-126F19AD75DA}">
      <dgm:prSet phldrT="[Text]"/>
      <dgm:spPr/>
      <dgm:t>
        <a:bodyPr/>
        <a:lstStyle/>
        <a:p>
          <a:r>
            <a:rPr lang="en-US" dirty="0"/>
            <a:t>573</a:t>
          </a:r>
        </a:p>
      </dgm:t>
    </dgm:pt>
    <dgm:pt modelId="{1ADE1559-503B-4EF9-9FFB-963A85C48E7B}" type="parTrans" cxnId="{739585EA-F873-4922-875F-2B020E22D675}">
      <dgm:prSet/>
      <dgm:spPr/>
      <dgm:t>
        <a:bodyPr/>
        <a:lstStyle/>
        <a:p>
          <a:endParaRPr lang="en-US"/>
        </a:p>
      </dgm:t>
    </dgm:pt>
    <dgm:pt modelId="{7947477F-94C0-4892-8870-21F3DA222FFE}" type="sibTrans" cxnId="{739585EA-F873-4922-875F-2B020E22D675}">
      <dgm:prSet/>
      <dgm:spPr/>
      <dgm:t>
        <a:bodyPr/>
        <a:lstStyle/>
        <a:p>
          <a:endParaRPr lang="en-US"/>
        </a:p>
      </dgm:t>
    </dgm:pt>
    <dgm:pt modelId="{FEEE2F4E-FB1D-4D72-B8DE-5C3A71166968}" type="pres">
      <dgm:prSet presAssocID="{AEEAD2F9-8546-498A-8133-F2F939B7FA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E489AA-E779-4DA4-ADD4-5B5DA63CCF90}" type="pres">
      <dgm:prSet presAssocID="{8A9565E1-11C2-4F3A-93A1-FA8AB2327875}" presName="hierRoot1" presStyleCnt="0"/>
      <dgm:spPr/>
    </dgm:pt>
    <dgm:pt modelId="{4DC37932-B647-4253-9A7D-DFECC0A7D473}" type="pres">
      <dgm:prSet presAssocID="{8A9565E1-11C2-4F3A-93A1-FA8AB2327875}" presName="composite" presStyleCnt="0"/>
      <dgm:spPr/>
    </dgm:pt>
    <dgm:pt modelId="{4112420E-3229-4FAD-8518-A41D59FCF557}" type="pres">
      <dgm:prSet presAssocID="{8A9565E1-11C2-4F3A-93A1-FA8AB2327875}" presName="image" presStyleLbl="node0" presStyleIdx="0" presStyleCnt="1"/>
      <dgm:spPr/>
    </dgm:pt>
    <dgm:pt modelId="{A71A8BD3-F23D-4125-95E7-EC90813AF5A1}" type="pres">
      <dgm:prSet presAssocID="{8A9565E1-11C2-4F3A-93A1-FA8AB2327875}" presName="text" presStyleLbl="revTx" presStyleIdx="0" presStyleCnt="16">
        <dgm:presLayoutVars>
          <dgm:chPref val="3"/>
        </dgm:presLayoutVars>
      </dgm:prSet>
      <dgm:spPr/>
    </dgm:pt>
    <dgm:pt modelId="{93BDC3AD-C927-4486-B81A-670353A568E2}" type="pres">
      <dgm:prSet presAssocID="{8A9565E1-11C2-4F3A-93A1-FA8AB2327875}" presName="hierChild2" presStyleCnt="0"/>
      <dgm:spPr/>
    </dgm:pt>
    <dgm:pt modelId="{7970A4B9-683C-4E4D-84BE-854CA55D0572}" type="pres">
      <dgm:prSet presAssocID="{5FD384E0-4DA2-4D30-92DA-FEA91A4D7AB0}" presName="Name10" presStyleLbl="parChTrans1D2" presStyleIdx="0" presStyleCnt="3"/>
      <dgm:spPr/>
    </dgm:pt>
    <dgm:pt modelId="{37A30A7F-8509-4CD8-B008-07CFC471B4A3}" type="pres">
      <dgm:prSet presAssocID="{6AB48D74-883B-4865-B868-169E43D1DA95}" presName="hierRoot2" presStyleCnt="0"/>
      <dgm:spPr/>
    </dgm:pt>
    <dgm:pt modelId="{AFAAF5E6-C5B7-4BE4-B82D-1F90F8F41B6A}" type="pres">
      <dgm:prSet presAssocID="{6AB48D74-883B-4865-B868-169E43D1DA95}" presName="composite2" presStyleCnt="0"/>
      <dgm:spPr/>
    </dgm:pt>
    <dgm:pt modelId="{CBC13E2D-5EE4-4E4B-89FD-B709B910067F}" type="pres">
      <dgm:prSet presAssocID="{6AB48D74-883B-4865-B868-169E43D1DA95}" presName="image2" presStyleLbl="node2" presStyleIdx="0" presStyleCnt="3"/>
      <dgm:spPr/>
    </dgm:pt>
    <dgm:pt modelId="{39EAF13C-34DB-418E-86FF-20F869E2ADBD}" type="pres">
      <dgm:prSet presAssocID="{6AB48D74-883B-4865-B868-169E43D1DA95}" presName="text2" presStyleLbl="revTx" presStyleIdx="1" presStyleCnt="16">
        <dgm:presLayoutVars>
          <dgm:chPref val="3"/>
        </dgm:presLayoutVars>
      </dgm:prSet>
      <dgm:spPr/>
    </dgm:pt>
    <dgm:pt modelId="{6C689127-2F6A-4446-8E99-54DDEA1E7EAF}" type="pres">
      <dgm:prSet presAssocID="{6AB48D74-883B-4865-B868-169E43D1DA95}" presName="hierChild3" presStyleCnt="0"/>
      <dgm:spPr/>
    </dgm:pt>
    <dgm:pt modelId="{369316B5-2EF0-47B8-A3EF-E37345106952}" type="pres">
      <dgm:prSet presAssocID="{D00608CE-735C-4643-AF4C-D7A271F1DD8A}" presName="Name17" presStyleLbl="parChTrans1D3" presStyleIdx="0" presStyleCnt="6"/>
      <dgm:spPr/>
    </dgm:pt>
    <dgm:pt modelId="{C8B23433-BFBA-4514-99C5-E8C8A8D366F3}" type="pres">
      <dgm:prSet presAssocID="{D8D9A6F0-64CE-4C4E-B1D3-BD76D97A0C3F}" presName="hierRoot3" presStyleCnt="0"/>
      <dgm:spPr/>
    </dgm:pt>
    <dgm:pt modelId="{6AE41F2D-E6CD-486E-A999-8D33E54B1F12}" type="pres">
      <dgm:prSet presAssocID="{D8D9A6F0-64CE-4C4E-B1D3-BD76D97A0C3F}" presName="composite3" presStyleCnt="0"/>
      <dgm:spPr/>
    </dgm:pt>
    <dgm:pt modelId="{B4EA551B-9DB1-40F7-A12A-1FB7DA6E0863}" type="pres">
      <dgm:prSet presAssocID="{D8D9A6F0-64CE-4C4E-B1D3-BD76D97A0C3F}" presName="image3" presStyleLbl="node3" presStyleIdx="0" presStyleCnt="6"/>
      <dgm:spPr/>
    </dgm:pt>
    <dgm:pt modelId="{636BCF2A-0C86-439E-8857-B3495C06637C}" type="pres">
      <dgm:prSet presAssocID="{D8D9A6F0-64CE-4C4E-B1D3-BD76D97A0C3F}" presName="text3" presStyleLbl="revTx" presStyleIdx="2" presStyleCnt="16">
        <dgm:presLayoutVars>
          <dgm:chPref val="3"/>
        </dgm:presLayoutVars>
      </dgm:prSet>
      <dgm:spPr/>
    </dgm:pt>
    <dgm:pt modelId="{E21AE9AC-9A2F-4D67-9960-1DE0837F8605}" type="pres">
      <dgm:prSet presAssocID="{D8D9A6F0-64CE-4C4E-B1D3-BD76D97A0C3F}" presName="hierChild4" presStyleCnt="0"/>
      <dgm:spPr/>
    </dgm:pt>
    <dgm:pt modelId="{4EEE7484-5880-4C6F-8120-BBFFD598B36E}" type="pres">
      <dgm:prSet presAssocID="{F9488A5F-4C2D-4352-8CAB-6F0733B64DF5}" presName="Name23" presStyleLbl="parChTrans1D4" presStyleIdx="0" presStyleCnt="6"/>
      <dgm:spPr/>
    </dgm:pt>
    <dgm:pt modelId="{0C5DAFCC-CA6E-44A4-965D-746FF9D60716}" type="pres">
      <dgm:prSet presAssocID="{6918B300-1329-459F-92FC-4DF3175BABA5}" presName="hierRoot4" presStyleCnt="0"/>
      <dgm:spPr/>
    </dgm:pt>
    <dgm:pt modelId="{0A28CCB0-7845-4B4D-B246-B26726C84BF5}" type="pres">
      <dgm:prSet presAssocID="{6918B300-1329-459F-92FC-4DF3175BABA5}" presName="composite4" presStyleCnt="0"/>
      <dgm:spPr/>
    </dgm:pt>
    <dgm:pt modelId="{99A5B314-38F0-4E28-A155-575E863F0294}" type="pres">
      <dgm:prSet presAssocID="{6918B300-1329-459F-92FC-4DF3175BABA5}" presName="image4" presStyleLbl="node4" presStyleIdx="0" presStyleCnt="6"/>
      <dgm:spPr/>
    </dgm:pt>
    <dgm:pt modelId="{443BD2FC-3355-420B-B6EF-AF19D80E00D5}" type="pres">
      <dgm:prSet presAssocID="{6918B300-1329-459F-92FC-4DF3175BABA5}" presName="text4" presStyleLbl="revTx" presStyleIdx="3" presStyleCnt="16">
        <dgm:presLayoutVars>
          <dgm:chPref val="3"/>
        </dgm:presLayoutVars>
      </dgm:prSet>
      <dgm:spPr/>
    </dgm:pt>
    <dgm:pt modelId="{508EBACD-56F5-4F44-8CED-DC236FAE42D6}" type="pres">
      <dgm:prSet presAssocID="{6918B300-1329-459F-92FC-4DF3175BABA5}" presName="hierChild5" presStyleCnt="0"/>
      <dgm:spPr/>
    </dgm:pt>
    <dgm:pt modelId="{AEF61DBE-A19E-4156-A2A9-9A90DF9BDB48}" type="pres">
      <dgm:prSet presAssocID="{EF33D1BB-2846-40F6-A8DF-459E7AEBF131}" presName="Name17" presStyleLbl="parChTrans1D3" presStyleIdx="1" presStyleCnt="6"/>
      <dgm:spPr/>
    </dgm:pt>
    <dgm:pt modelId="{E2E74C0F-6627-4BAF-A73E-7DC2B39981B5}" type="pres">
      <dgm:prSet presAssocID="{A76A03EA-086B-489A-B99C-CFFFAF232EA7}" presName="hierRoot3" presStyleCnt="0"/>
      <dgm:spPr/>
    </dgm:pt>
    <dgm:pt modelId="{BC507FD0-D14F-4694-91A2-257ACF59DA5C}" type="pres">
      <dgm:prSet presAssocID="{A76A03EA-086B-489A-B99C-CFFFAF232EA7}" presName="composite3" presStyleCnt="0"/>
      <dgm:spPr/>
    </dgm:pt>
    <dgm:pt modelId="{BA97C414-1107-487E-ADFD-EE9DCE893874}" type="pres">
      <dgm:prSet presAssocID="{A76A03EA-086B-489A-B99C-CFFFAF232EA7}" presName="image3" presStyleLbl="node3" presStyleIdx="1" presStyleCnt="6"/>
      <dgm:spPr/>
    </dgm:pt>
    <dgm:pt modelId="{59F6CEB8-D371-4B80-BEC0-3C242F630220}" type="pres">
      <dgm:prSet presAssocID="{A76A03EA-086B-489A-B99C-CFFFAF232EA7}" presName="text3" presStyleLbl="revTx" presStyleIdx="4" presStyleCnt="16">
        <dgm:presLayoutVars>
          <dgm:chPref val="3"/>
        </dgm:presLayoutVars>
      </dgm:prSet>
      <dgm:spPr/>
    </dgm:pt>
    <dgm:pt modelId="{B1FE1A77-AD43-4214-91E5-14FE4A168282}" type="pres">
      <dgm:prSet presAssocID="{A76A03EA-086B-489A-B99C-CFFFAF232EA7}" presName="hierChild4" presStyleCnt="0"/>
      <dgm:spPr/>
    </dgm:pt>
    <dgm:pt modelId="{E291F485-A894-4BED-B276-29EBDE902CD0}" type="pres">
      <dgm:prSet presAssocID="{C0E07DDE-5280-45A3-B6EE-D3C2974E6422}" presName="Name23" presStyleLbl="parChTrans1D4" presStyleIdx="1" presStyleCnt="6"/>
      <dgm:spPr/>
    </dgm:pt>
    <dgm:pt modelId="{B1F842C5-CFCF-4507-8A11-ABEAF68019C4}" type="pres">
      <dgm:prSet presAssocID="{52996ADC-D9C7-4F38-BA4F-F735B4CDC7A4}" presName="hierRoot4" presStyleCnt="0"/>
      <dgm:spPr/>
    </dgm:pt>
    <dgm:pt modelId="{FA8FF08F-B33E-4D44-A855-648FA7C3223A}" type="pres">
      <dgm:prSet presAssocID="{52996ADC-D9C7-4F38-BA4F-F735B4CDC7A4}" presName="composite4" presStyleCnt="0"/>
      <dgm:spPr/>
    </dgm:pt>
    <dgm:pt modelId="{788938A7-9EEC-4D63-96DC-31C77D9F8553}" type="pres">
      <dgm:prSet presAssocID="{52996ADC-D9C7-4F38-BA4F-F735B4CDC7A4}" presName="image4" presStyleLbl="node4" presStyleIdx="1" presStyleCnt="6"/>
      <dgm:spPr/>
    </dgm:pt>
    <dgm:pt modelId="{9E71FC54-563D-4898-8117-9ED3EC3EB77E}" type="pres">
      <dgm:prSet presAssocID="{52996ADC-D9C7-4F38-BA4F-F735B4CDC7A4}" presName="text4" presStyleLbl="revTx" presStyleIdx="5" presStyleCnt="16">
        <dgm:presLayoutVars>
          <dgm:chPref val="3"/>
        </dgm:presLayoutVars>
      </dgm:prSet>
      <dgm:spPr/>
    </dgm:pt>
    <dgm:pt modelId="{BA5552D6-DB4F-4AC2-92BD-B6B08CC64C65}" type="pres">
      <dgm:prSet presAssocID="{52996ADC-D9C7-4F38-BA4F-F735B4CDC7A4}" presName="hierChild5" presStyleCnt="0"/>
      <dgm:spPr/>
    </dgm:pt>
    <dgm:pt modelId="{7A0A26E8-303C-41F2-AC8F-6A888CBA7A1C}" type="pres">
      <dgm:prSet presAssocID="{43C71193-C8C2-4A94-B38B-63BB4E741014}" presName="Name10" presStyleLbl="parChTrans1D2" presStyleIdx="1" presStyleCnt="3"/>
      <dgm:spPr/>
    </dgm:pt>
    <dgm:pt modelId="{3F05A072-4573-4D96-9FA5-E2A76E8CBBE1}" type="pres">
      <dgm:prSet presAssocID="{AE095943-B8F6-4C21-8685-1DF41507992E}" presName="hierRoot2" presStyleCnt="0"/>
      <dgm:spPr/>
    </dgm:pt>
    <dgm:pt modelId="{F8E96928-D1EF-49A8-802E-99D064061B34}" type="pres">
      <dgm:prSet presAssocID="{AE095943-B8F6-4C21-8685-1DF41507992E}" presName="composite2" presStyleCnt="0"/>
      <dgm:spPr/>
    </dgm:pt>
    <dgm:pt modelId="{8EBEEBAA-8AF0-4554-82B2-BCB084DAC53E}" type="pres">
      <dgm:prSet presAssocID="{AE095943-B8F6-4C21-8685-1DF41507992E}" presName="image2" presStyleLbl="node2" presStyleIdx="1" presStyleCnt="3"/>
      <dgm:spPr/>
    </dgm:pt>
    <dgm:pt modelId="{7E072A88-CE9A-48CB-BEEE-F815E6ECD0AE}" type="pres">
      <dgm:prSet presAssocID="{AE095943-B8F6-4C21-8685-1DF41507992E}" presName="text2" presStyleLbl="revTx" presStyleIdx="6" presStyleCnt="16">
        <dgm:presLayoutVars>
          <dgm:chPref val="3"/>
        </dgm:presLayoutVars>
      </dgm:prSet>
      <dgm:spPr/>
    </dgm:pt>
    <dgm:pt modelId="{22EEED74-634B-4352-9A50-AA57190844E8}" type="pres">
      <dgm:prSet presAssocID="{AE095943-B8F6-4C21-8685-1DF41507992E}" presName="hierChild3" presStyleCnt="0"/>
      <dgm:spPr/>
    </dgm:pt>
    <dgm:pt modelId="{20B22355-8C2C-44E9-ACD5-3DADBD538E40}" type="pres">
      <dgm:prSet presAssocID="{A2D4F54D-D472-4A44-A6BF-A332AF877018}" presName="Name17" presStyleLbl="parChTrans1D3" presStyleIdx="2" presStyleCnt="6"/>
      <dgm:spPr/>
    </dgm:pt>
    <dgm:pt modelId="{B298F631-70EF-4F07-B344-478F7D421F49}" type="pres">
      <dgm:prSet presAssocID="{E767649D-8C0D-4FF7-A0B8-FD392AC032C4}" presName="hierRoot3" presStyleCnt="0"/>
      <dgm:spPr/>
    </dgm:pt>
    <dgm:pt modelId="{477813C5-059B-412A-A2EB-1973E3585D4C}" type="pres">
      <dgm:prSet presAssocID="{E767649D-8C0D-4FF7-A0B8-FD392AC032C4}" presName="composite3" presStyleCnt="0"/>
      <dgm:spPr/>
    </dgm:pt>
    <dgm:pt modelId="{B9750314-944E-48FC-8357-D25001F28597}" type="pres">
      <dgm:prSet presAssocID="{E767649D-8C0D-4FF7-A0B8-FD392AC032C4}" presName="image3" presStyleLbl="node3" presStyleIdx="2" presStyleCnt="6"/>
      <dgm:spPr/>
    </dgm:pt>
    <dgm:pt modelId="{BB8130A1-D6C9-4561-BEB3-FF12D702FCDA}" type="pres">
      <dgm:prSet presAssocID="{E767649D-8C0D-4FF7-A0B8-FD392AC032C4}" presName="text3" presStyleLbl="revTx" presStyleIdx="7" presStyleCnt="16">
        <dgm:presLayoutVars>
          <dgm:chPref val="3"/>
        </dgm:presLayoutVars>
      </dgm:prSet>
      <dgm:spPr/>
    </dgm:pt>
    <dgm:pt modelId="{70B224FC-0A73-4DBD-B757-E6A28BE05858}" type="pres">
      <dgm:prSet presAssocID="{E767649D-8C0D-4FF7-A0B8-FD392AC032C4}" presName="hierChild4" presStyleCnt="0"/>
      <dgm:spPr/>
    </dgm:pt>
    <dgm:pt modelId="{88E4299C-B15D-4E2B-87C2-E4FB33680EA5}" type="pres">
      <dgm:prSet presAssocID="{D916CED1-816B-49F9-BDBA-EE2F8A2027D3}" presName="Name23" presStyleLbl="parChTrans1D4" presStyleIdx="2" presStyleCnt="6"/>
      <dgm:spPr/>
    </dgm:pt>
    <dgm:pt modelId="{335CE3AC-F327-4151-8FDC-710F59DEDE0C}" type="pres">
      <dgm:prSet presAssocID="{6B73E3E4-0E49-4869-9B6F-136DB4084000}" presName="hierRoot4" presStyleCnt="0"/>
      <dgm:spPr/>
    </dgm:pt>
    <dgm:pt modelId="{3859983D-0662-456F-B25C-799AB7CC9750}" type="pres">
      <dgm:prSet presAssocID="{6B73E3E4-0E49-4869-9B6F-136DB4084000}" presName="composite4" presStyleCnt="0"/>
      <dgm:spPr/>
    </dgm:pt>
    <dgm:pt modelId="{3C20F503-E1F6-4B59-B62A-C443B3A8E1A5}" type="pres">
      <dgm:prSet presAssocID="{6B73E3E4-0E49-4869-9B6F-136DB4084000}" presName="image4" presStyleLbl="node4" presStyleIdx="2" presStyleCnt="6"/>
      <dgm:spPr/>
    </dgm:pt>
    <dgm:pt modelId="{F97DD4D4-1504-4A35-82D5-5BDFB04FE222}" type="pres">
      <dgm:prSet presAssocID="{6B73E3E4-0E49-4869-9B6F-136DB4084000}" presName="text4" presStyleLbl="revTx" presStyleIdx="8" presStyleCnt="16">
        <dgm:presLayoutVars>
          <dgm:chPref val="3"/>
        </dgm:presLayoutVars>
      </dgm:prSet>
      <dgm:spPr/>
    </dgm:pt>
    <dgm:pt modelId="{B9CC25E2-A454-4888-BAA1-33B55196ECF1}" type="pres">
      <dgm:prSet presAssocID="{6B73E3E4-0E49-4869-9B6F-136DB4084000}" presName="hierChild5" presStyleCnt="0"/>
      <dgm:spPr/>
    </dgm:pt>
    <dgm:pt modelId="{95108130-68C2-4685-92DD-5BDB87A259E0}" type="pres">
      <dgm:prSet presAssocID="{40059FCC-333F-4505-ABE5-F2CE1C69FEB0}" presName="Name17" presStyleLbl="parChTrans1D3" presStyleIdx="3" presStyleCnt="6"/>
      <dgm:spPr/>
    </dgm:pt>
    <dgm:pt modelId="{8FC524A8-325B-409E-9C9F-5A54DC6A934A}" type="pres">
      <dgm:prSet presAssocID="{60E29876-7D4E-45E2-B135-4E47A9D07FC8}" presName="hierRoot3" presStyleCnt="0"/>
      <dgm:spPr/>
    </dgm:pt>
    <dgm:pt modelId="{22A9572D-E4CA-4ACE-8900-799FC8D031DC}" type="pres">
      <dgm:prSet presAssocID="{60E29876-7D4E-45E2-B135-4E47A9D07FC8}" presName="composite3" presStyleCnt="0"/>
      <dgm:spPr/>
    </dgm:pt>
    <dgm:pt modelId="{2A61FD5E-AC9C-4FCF-A722-854CB37060D2}" type="pres">
      <dgm:prSet presAssocID="{60E29876-7D4E-45E2-B135-4E47A9D07FC8}" presName="image3" presStyleLbl="node3" presStyleIdx="3" presStyleCnt="6"/>
      <dgm:spPr/>
    </dgm:pt>
    <dgm:pt modelId="{A666DB4A-38A8-48CB-9EDB-0D261A9861AA}" type="pres">
      <dgm:prSet presAssocID="{60E29876-7D4E-45E2-B135-4E47A9D07FC8}" presName="text3" presStyleLbl="revTx" presStyleIdx="9" presStyleCnt="16">
        <dgm:presLayoutVars>
          <dgm:chPref val="3"/>
        </dgm:presLayoutVars>
      </dgm:prSet>
      <dgm:spPr/>
    </dgm:pt>
    <dgm:pt modelId="{8B624AE4-1B54-40CD-86A8-0CE1AE3C0152}" type="pres">
      <dgm:prSet presAssocID="{60E29876-7D4E-45E2-B135-4E47A9D07FC8}" presName="hierChild4" presStyleCnt="0"/>
      <dgm:spPr/>
    </dgm:pt>
    <dgm:pt modelId="{7DA59819-3C4E-4309-9E06-09676EF1D9A6}" type="pres">
      <dgm:prSet presAssocID="{929B316F-866B-4782-90BD-7F946844FBCC}" presName="Name23" presStyleLbl="parChTrans1D4" presStyleIdx="3" presStyleCnt="6"/>
      <dgm:spPr/>
    </dgm:pt>
    <dgm:pt modelId="{101FD751-F08A-4D91-95C1-7306584EB6A8}" type="pres">
      <dgm:prSet presAssocID="{AC29CB59-D530-47E3-AD2D-660A273DD65C}" presName="hierRoot4" presStyleCnt="0"/>
      <dgm:spPr/>
    </dgm:pt>
    <dgm:pt modelId="{3FE4FDEF-1C60-428A-B098-791548A905AF}" type="pres">
      <dgm:prSet presAssocID="{AC29CB59-D530-47E3-AD2D-660A273DD65C}" presName="composite4" presStyleCnt="0"/>
      <dgm:spPr/>
    </dgm:pt>
    <dgm:pt modelId="{DF731BD0-BD1E-44FF-A5FA-B6EA99FD045C}" type="pres">
      <dgm:prSet presAssocID="{AC29CB59-D530-47E3-AD2D-660A273DD65C}" presName="image4" presStyleLbl="node4" presStyleIdx="3" presStyleCnt="6"/>
      <dgm:spPr/>
    </dgm:pt>
    <dgm:pt modelId="{ADDAE49F-9421-4881-ACEA-F526B758E9EC}" type="pres">
      <dgm:prSet presAssocID="{AC29CB59-D530-47E3-AD2D-660A273DD65C}" presName="text4" presStyleLbl="revTx" presStyleIdx="10" presStyleCnt="16">
        <dgm:presLayoutVars>
          <dgm:chPref val="3"/>
        </dgm:presLayoutVars>
      </dgm:prSet>
      <dgm:spPr/>
    </dgm:pt>
    <dgm:pt modelId="{E2E92E67-8692-4E1F-A3CA-2C3EC0084494}" type="pres">
      <dgm:prSet presAssocID="{AC29CB59-D530-47E3-AD2D-660A273DD65C}" presName="hierChild5" presStyleCnt="0"/>
      <dgm:spPr/>
    </dgm:pt>
    <dgm:pt modelId="{B69DFE61-CA37-4F86-A9B4-98309F2BAAE0}" type="pres">
      <dgm:prSet presAssocID="{14D76601-CF5B-4BA9-8BF3-4A778C947E8D}" presName="Name10" presStyleLbl="parChTrans1D2" presStyleIdx="2" presStyleCnt="3"/>
      <dgm:spPr/>
    </dgm:pt>
    <dgm:pt modelId="{A534C7AC-EFAD-434F-98E8-14837F4E5037}" type="pres">
      <dgm:prSet presAssocID="{D8EDA930-9C34-410A-AC79-4BF8BADDB74A}" presName="hierRoot2" presStyleCnt="0"/>
      <dgm:spPr/>
    </dgm:pt>
    <dgm:pt modelId="{631CBBEF-7A3A-412E-B9B7-A9369E8849FF}" type="pres">
      <dgm:prSet presAssocID="{D8EDA930-9C34-410A-AC79-4BF8BADDB74A}" presName="composite2" presStyleCnt="0"/>
      <dgm:spPr/>
    </dgm:pt>
    <dgm:pt modelId="{88262A11-1FF5-4CEE-BAEC-BAFB7A2E928A}" type="pres">
      <dgm:prSet presAssocID="{D8EDA930-9C34-410A-AC79-4BF8BADDB74A}" presName="image2" presStyleLbl="node2" presStyleIdx="2" presStyleCnt="3"/>
      <dgm:spPr/>
    </dgm:pt>
    <dgm:pt modelId="{2612D929-B5C7-4022-859F-D675411EECD9}" type="pres">
      <dgm:prSet presAssocID="{D8EDA930-9C34-410A-AC79-4BF8BADDB74A}" presName="text2" presStyleLbl="revTx" presStyleIdx="11" presStyleCnt="16">
        <dgm:presLayoutVars>
          <dgm:chPref val="3"/>
        </dgm:presLayoutVars>
      </dgm:prSet>
      <dgm:spPr/>
    </dgm:pt>
    <dgm:pt modelId="{2A2E7015-11DF-482E-B0FD-EEE61BBADEB6}" type="pres">
      <dgm:prSet presAssocID="{D8EDA930-9C34-410A-AC79-4BF8BADDB74A}" presName="hierChild3" presStyleCnt="0"/>
      <dgm:spPr/>
    </dgm:pt>
    <dgm:pt modelId="{B1FCC03E-B3A9-4DC1-BFD7-2DF2B314AC92}" type="pres">
      <dgm:prSet presAssocID="{28E98CAD-27FA-4944-90ED-691DD584411F}" presName="Name17" presStyleLbl="parChTrans1D3" presStyleIdx="4" presStyleCnt="6"/>
      <dgm:spPr/>
    </dgm:pt>
    <dgm:pt modelId="{5C8C122E-A26E-40AF-90CC-6BEFEDA2EB4B}" type="pres">
      <dgm:prSet presAssocID="{C92E45E5-A17B-4308-986B-7BAAA4370826}" presName="hierRoot3" presStyleCnt="0"/>
      <dgm:spPr/>
    </dgm:pt>
    <dgm:pt modelId="{DA0EBCF6-28D3-4EDF-9DAC-00040CD2D2C5}" type="pres">
      <dgm:prSet presAssocID="{C92E45E5-A17B-4308-986B-7BAAA4370826}" presName="composite3" presStyleCnt="0"/>
      <dgm:spPr/>
    </dgm:pt>
    <dgm:pt modelId="{4D48A904-A10D-4A37-8E18-994BAF32E606}" type="pres">
      <dgm:prSet presAssocID="{C92E45E5-A17B-4308-986B-7BAAA4370826}" presName="image3" presStyleLbl="node3" presStyleIdx="4" presStyleCnt="6"/>
      <dgm:spPr/>
    </dgm:pt>
    <dgm:pt modelId="{DD6366CD-8656-4E27-A748-6D6A14A8F06F}" type="pres">
      <dgm:prSet presAssocID="{C92E45E5-A17B-4308-986B-7BAAA4370826}" presName="text3" presStyleLbl="revTx" presStyleIdx="12" presStyleCnt="16">
        <dgm:presLayoutVars>
          <dgm:chPref val="3"/>
        </dgm:presLayoutVars>
      </dgm:prSet>
      <dgm:spPr/>
    </dgm:pt>
    <dgm:pt modelId="{43898E83-57CC-4FC5-A3E1-7B86F2E88E31}" type="pres">
      <dgm:prSet presAssocID="{C92E45E5-A17B-4308-986B-7BAAA4370826}" presName="hierChild4" presStyleCnt="0"/>
      <dgm:spPr/>
    </dgm:pt>
    <dgm:pt modelId="{4CD1FF4C-AFAF-4281-85D7-B6C0F16ACDB6}" type="pres">
      <dgm:prSet presAssocID="{E01CCDEE-F5EA-48EB-8F42-730D14DC297D}" presName="Name23" presStyleLbl="parChTrans1D4" presStyleIdx="4" presStyleCnt="6"/>
      <dgm:spPr/>
    </dgm:pt>
    <dgm:pt modelId="{4291010B-76E4-4543-B090-2FC7167C846C}" type="pres">
      <dgm:prSet presAssocID="{B478B6A0-4E30-4348-BFB0-96F907FF6F5C}" presName="hierRoot4" presStyleCnt="0"/>
      <dgm:spPr/>
    </dgm:pt>
    <dgm:pt modelId="{3742395C-C783-4B1D-9D32-FA3E925B56A4}" type="pres">
      <dgm:prSet presAssocID="{B478B6A0-4E30-4348-BFB0-96F907FF6F5C}" presName="composite4" presStyleCnt="0"/>
      <dgm:spPr/>
    </dgm:pt>
    <dgm:pt modelId="{0B761406-5B59-441A-8A27-9BC0413170E0}" type="pres">
      <dgm:prSet presAssocID="{B478B6A0-4E30-4348-BFB0-96F907FF6F5C}" presName="image4" presStyleLbl="node4" presStyleIdx="4" presStyleCnt="6"/>
      <dgm:spPr/>
    </dgm:pt>
    <dgm:pt modelId="{A86B070E-4678-44E4-B1D7-83FBE0D193DD}" type="pres">
      <dgm:prSet presAssocID="{B478B6A0-4E30-4348-BFB0-96F907FF6F5C}" presName="text4" presStyleLbl="revTx" presStyleIdx="13" presStyleCnt="16">
        <dgm:presLayoutVars>
          <dgm:chPref val="3"/>
        </dgm:presLayoutVars>
      </dgm:prSet>
      <dgm:spPr/>
    </dgm:pt>
    <dgm:pt modelId="{02F654F3-BAEA-4C5F-95D9-50712451A451}" type="pres">
      <dgm:prSet presAssocID="{B478B6A0-4E30-4348-BFB0-96F907FF6F5C}" presName="hierChild5" presStyleCnt="0"/>
      <dgm:spPr/>
    </dgm:pt>
    <dgm:pt modelId="{2E815B27-B934-465B-BA35-0DC73B5E1257}" type="pres">
      <dgm:prSet presAssocID="{90A2413F-9E0D-4B08-A531-126B73C792BA}" presName="Name17" presStyleLbl="parChTrans1D3" presStyleIdx="5" presStyleCnt="6"/>
      <dgm:spPr/>
    </dgm:pt>
    <dgm:pt modelId="{43900C6F-DE3C-416C-A766-695D042D0329}" type="pres">
      <dgm:prSet presAssocID="{9D20D384-D29C-4031-9F39-23C4EBCA7A15}" presName="hierRoot3" presStyleCnt="0"/>
      <dgm:spPr/>
    </dgm:pt>
    <dgm:pt modelId="{794FBC50-235E-49D7-B864-86EEAE591683}" type="pres">
      <dgm:prSet presAssocID="{9D20D384-D29C-4031-9F39-23C4EBCA7A15}" presName="composite3" presStyleCnt="0"/>
      <dgm:spPr/>
    </dgm:pt>
    <dgm:pt modelId="{D6DA52F5-6A13-4FB5-A03C-DF22D6B0BE5A}" type="pres">
      <dgm:prSet presAssocID="{9D20D384-D29C-4031-9F39-23C4EBCA7A15}" presName="image3" presStyleLbl="node3" presStyleIdx="5" presStyleCnt="6"/>
      <dgm:spPr/>
    </dgm:pt>
    <dgm:pt modelId="{A8717931-F96A-4C7A-9A3F-D8F6C8A0CA44}" type="pres">
      <dgm:prSet presAssocID="{9D20D384-D29C-4031-9F39-23C4EBCA7A15}" presName="text3" presStyleLbl="revTx" presStyleIdx="14" presStyleCnt="16">
        <dgm:presLayoutVars>
          <dgm:chPref val="3"/>
        </dgm:presLayoutVars>
      </dgm:prSet>
      <dgm:spPr/>
    </dgm:pt>
    <dgm:pt modelId="{7F426D8F-ACEE-44B2-9F5F-6315BB7135EE}" type="pres">
      <dgm:prSet presAssocID="{9D20D384-D29C-4031-9F39-23C4EBCA7A15}" presName="hierChild4" presStyleCnt="0"/>
      <dgm:spPr/>
    </dgm:pt>
    <dgm:pt modelId="{4424E5D8-1FFD-42A0-A527-C72788E68B74}" type="pres">
      <dgm:prSet presAssocID="{1ADE1559-503B-4EF9-9FFB-963A85C48E7B}" presName="Name23" presStyleLbl="parChTrans1D4" presStyleIdx="5" presStyleCnt="6"/>
      <dgm:spPr/>
    </dgm:pt>
    <dgm:pt modelId="{2F5451D2-7D53-4318-8782-12C7CB622458}" type="pres">
      <dgm:prSet presAssocID="{084DA918-0048-4682-85DF-126F19AD75DA}" presName="hierRoot4" presStyleCnt="0"/>
      <dgm:spPr/>
    </dgm:pt>
    <dgm:pt modelId="{10046EF3-7B75-4ECA-A474-9901C511DC5D}" type="pres">
      <dgm:prSet presAssocID="{084DA918-0048-4682-85DF-126F19AD75DA}" presName="composite4" presStyleCnt="0"/>
      <dgm:spPr/>
    </dgm:pt>
    <dgm:pt modelId="{2B5E4428-9F50-4770-BCE2-2D3F9E826097}" type="pres">
      <dgm:prSet presAssocID="{084DA918-0048-4682-85DF-126F19AD75DA}" presName="image4" presStyleLbl="node4" presStyleIdx="5" presStyleCnt="6"/>
      <dgm:spPr/>
    </dgm:pt>
    <dgm:pt modelId="{09A42561-A06C-434D-B4AD-CA5C88E6E36C}" type="pres">
      <dgm:prSet presAssocID="{084DA918-0048-4682-85DF-126F19AD75DA}" presName="text4" presStyleLbl="revTx" presStyleIdx="15" presStyleCnt="16">
        <dgm:presLayoutVars>
          <dgm:chPref val="3"/>
        </dgm:presLayoutVars>
      </dgm:prSet>
      <dgm:spPr/>
    </dgm:pt>
    <dgm:pt modelId="{7C41AF4B-4549-446D-855C-433C9B30AF72}" type="pres">
      <dgm:prSet presAssocID="{084DA918-0048-4682-85DF-126F19AD75DA}" presName="hierChild5" presStyleCnt="0"/>
      <dgm:spPr/>
    </dgm:pt>
  </dgm:ptLst>
  <dgm:cxnLst>
    <dgm:cxn modelId="{43D66E01-4E0C-47F8-84AF-AF203AEF9D48}" type="presOf" srcId="{E767649D-8C0D-4FF7-A0B8-FD392AC032C4}" destId="{BB8130A1-D6C9-4561-BEB3-FF12D702FCDA}" srcOrd="0" destOrd="0" presId="urn:microsoft.com/office/officeart/2009/layout/CirclePictureHierarchy"/>
    <dgm:cxn modelId="{900E1F13-BEEA-4F4F-B70B-14814E2A201B}" srcId="{AE095943-B8F6-4C21-8685-1DF41507992E}" destId="{E767649D-8C0D-4FF7-A0B8-FD392AC032C4}" srcOrd="0" destOrd="0" parTransId="{A2D4F54D-D472-4A44-A6BF-A332AF877018}" sibTransId="{6EDEB50C-9491-4A2D-9D15-B68FB1BE40B1}"/>
    <dgm:cxn modelId="{DEA8631E-0F8B-4CB9-901F-780DDE9B127C}" type="presOf" srcId="{D00608CE-735C-4643-AF4C-D7A271F1DD8A}" destId="{369316B5-2EF0-47B8-A3EF-E37345106952}" srcOrd="0" destOrd="0" presId="urn:microsoft.com/office/officeart/2009/layout/CirclePictureHierarchy"/>
    <dgm:cxn modelId="{C7340221-EDC0-4064-9764-4C513FF86372}" type="presOf" srcId="{43C71193-C8C2-4A94-B38B-63BB4E741014}" destId="{7A0A26E8-303C-41F2-AC8F-6A888CBA7A1C}" srcOrd="0" destOrd="0" presId="urn:microsoft.com/office/officeart/2009/layout/CirclePictureHierarchy"/>
    <dgm:cxn modelId="{1289BA28-D548-4B80-80F2-953D8339FF24}" type="presOf" srcId="{084DA918-0048-4682-85DF-126F19AD75DA}" destId="{09A42561-A06C-434D-B4AD-CA5C88E6E36C}" srcOrd="0" destOrd="0" presId="urn:microsoft.com/office/officeart/2009/layout/CirclePictureHierarchy"/>
    <dgm:cxn modelId="{EC26AC2D-FC45-4922-9961-F537637590A8}" type="presOf" srcId="{D8D9A6F0-64CE-4C4E-B1D3-BD76D97A0C3F}" destId="{636BCF2A-0C86-439E-8857-B3495C06637C}" srcOrd="0" destOrd="0" presId="urn:microsoft.com/office/officeart/2009/layout/CirclePictureHierarchy"/>
    <dgm:cxn modelId="{D8F4CB33-8246-4AF7-8EE2-0897F34EE4AE}" type="presOf" srcId="{EF33D1BB-2846-40F6-A8DF-459E7AEBF131}" destId="{AEF61DBE-A19E-4156-A2A9-9A90DF9BDB48}" srcOrd="0" destOrd="0" presId="urn:microsoft.com/office/officeart/2009/layout/CirclePictureHierarchy"/>
    <dgm:cxn modelId="{BDDFCE3D-B2FB-47C5-8003-A9FB2F0DBEE9}" type="presOf" srcId="{6B73E3E4-0E49-4869-9B6F-136DB4084000}" destId="{F97DD4D4-1504-4A35-82D5-5BDFB04FE222}" srcOrd="0" destOrd="0" presId="urn:microsoft.com/office/officeart/2009/layout/CirclePictureHierarchy"/>
    <dgm:cxn modelId="{C43AFE3E-D2CD-412E-990D-7A93CDB3A250}" srcId="{6AB48D74-883B-4865-B868-169E43D1DA95}" destId="{A76A03EA-086B-489A-B99C-CFFFAF232EA7}" srcOrd="1" destOrd="0" parTransId="{EF33D1BB-2846-40F6-A8DF-459E7AEBF131}" sibTransId="{0ECAF9ED-CB06-4EE8-9522-999AD94BC335}"/>
    <dgm:cxn modelId="{E1918841-DA28-48B7-A79B-0F31045EEC99}" type="presOf" srcId="{C92E45E5-A17B-4308-986B-7BAAA4370826}" destId="{DD6366CD-8656-4E27-A748-6D6A14A8F06F}" srcOrd="0" destOrd="0" presId="urn:microsoft.com/office/officeart/2009/layout/CirclePictureHierarchy"/>
    <dgm:cxn modelId="{30345343-70B5-4DF0-A22B-3BB13865F5B7}" type="presOf" srcId="{1ADE1559-503B-4EF9-9FFB-963A85C48E7B}" destId="{4424E5D8-1FFD-42A0-A527-C72788E68B74}" srcOrd="0" destOrd="0" presId="urn:microsoft.com/office/officeart/2009/layout/CirclePictureHierarchy"/>
    <dgm:cxn modelId="{AD673F52-78C9-4A51-B765-007F40ECDB7D}" type="presOf" srcId="{D8EDA930-9C34-410A-AC79-4BF8BADDB74A}" destId="{2612D929-B5C7-4022-859F-D675411EECD9}" srcOrd="0" destOrd="0" presId="urn:microsoft.com/office/officeart/2009/layout/CirclePictureHierarchy"/>
    <dgm:cxn modelId="{C01F0453-3415-422A-820C-AD2C7E7CE029}" srcId="{60E29876-7D4E-45E2-B135-4E47A9D07FC8}" destId="{AC29CB59-D530-47E3-AD2D-660A273DD65C}" srcOrd="0" destOrd="0" parTransId="{929B316F-866B-4782-90BD-7F946844FBCC}" sibTransId="{3C068A08-B8AC-4253-8B58-D6CE450DC404}"/>
    <dgm:cxn modelId="{9E6F8966-90CA-406C-B513-BFBEA2222BA8}" type="presOf" srcId="{90A2413F-9E0D-4B08-A531-126B73C792BA}" destId="{2E815B27-B934-465B-BA35-0DC73B5E1257}" srcOrd="0" destOrd="0" presId="urn:microsoft.com/office/officeart/2009/layout/CirclePictureHierarchy"/>
    <dgm:cxn modelId="{69BF8C66-1945-4278-9EDA-4AB4E891B154}" srcId="{D8EDA930-9C34-410A-AC79-4BF8BADDB74A}" destId="{C92E45E5-A17B-4308-986B-7BAAA4370826}" srcOrd="0" destOrd="0" parTransId="{28E98CAD-27FA-4944-90ED-691DD584411F}" sibTransId="{2A0607E1-8062-421D-95FC-E13FE5D2BC8B}"/>
    <dgm:cxn modelId="{0EC8366E-1393-4B38-B0B0-BA83AFF23889}" srcId="{A76A03EA-086B-489A-B99C-CFFFAF232EA7}" destId="{52996ADC-D9C7-4F38-BA4F-F735B4CDC7A4}" srcOrd="0" destOrd="0" parTransId="{C0E07DDE-5280-45A3-B6EE-D3C2974E6422}" sibTransId="{AF2D6013-75BA-4773-A6C7-0C7BA9FC9F76}"/>
    <dgm:cxn modelId="{A3A9D36F-5CAB-435C-BA64-84D4D3FC4F00}" type="presOf" srcId="{F9488A5F-4C2D-4352-8CAB-6F0733B64DF5}" destId="{4EEE7484-5880-4C6F-8120-BBFFD598B36E}" srcOrd="0" destOrd="0" presId="urn:microsoft.com/office/officeart/2009/layout/CirclePictureHierarchy"/>
    <dgm:cxn modelId="{32415C73-B745-4520-BA86-1F2A8F0AC702}" srcId="{E767649D-8C0D-4FF7-A0B8-FD392AC032C4}" destId="{6B73E3E4-0E49-4869-9B6F-136DB4084000}" srcOrd="0" destOrd="0" parTransId="{D916CED1-816B-49F9-BDBA-EE2F8A2027D3}" sibTransId="{2AE2CCD8-88A2-41E8-BDBF-F2EA0031A12A}"/>
    <dgm:cxn modelId="{A02D7273-29EB-4F0C-8B45-650E7C83A371}" srcId="{AE095943-B8F6-4C21-8685-1DF41507992E}" destId="{60E29876-7D4E-45E2-B135-4E47A9D07FC8}" srcOrd="1" destOrd="0" parTransId="{40059FCC-333F-4505-ABE5-F2CE1C69FEB0}" sibTransId="{BBAB41E5-DAAA-46F0-97FB-3521154B1D8A}"/>
    <dgm:cxn modelId="{785FC776-9C69-43C1-95D5-5C736874F184}" srcId="{6AB48D74-883B-4865-B868-169E43D1DA95}" destId="{D8D9A6F0-64CE-4C4E-B1D3-BD76D97A0C3F}" srcOrd="0" destOrd="0" parTransId="{D00608CE-735C-4643-AF4C-D7A271F1DD8A}" sibTransId="{984E8080-A144-4E1A-BC55-E2EA08700591}"/>
    <dgm:cxn modelId="{1F036888-CBF1-4972-97CE-5931A2BFF96A}" srcId="{8A9565E1-11C2-4F3A-93A1-FA8AB2327875}" destId="{6AB48D74-883B-4865-B868-169E43D1DA95}" srcOrd="0" destOrd="0" parTransId="{5FD384E0-4DA2-4D30-92DA-FEA91A4D7AB0}" sibTransId="{518822E6-E19D-4ED6-B387-44C13E06126F}"/>
    <dgm:cxn modelId="{A1D4D788-6A2A-471C-9DDF-91EDCE41A3AA}" type="presOf" srcId="{28E98CAD-27FA-4944-90ED-691DD584411F}" destId="{B1FCC03E-B3A9-4DC1-BFD7-2DF2B314AC92}" srcOrd="0" destOrd="0" presId="urn:microsoft.com/office/officeart/2009/layout/CirclePictureHierarchy"/>
    <dgm:cxn modelId="{4EFC4E8A-D5D2-4BB5-8247-2CF5B0FB5D94}" srcId="{C92E45E5-A17B-4308-986B-7BAAA4370826}" destId="{B478B6A0-4E30-4348-BFB0-96F907FF6F5C}" srcOrd="0" destOrd="0" parTransId="{E01CCDEE-F5EA-48EB-8F42-730D14DC297D}" sibTransId="{3441AE17-A4A5-40B8-8C7D-49A1416B9A50}"/>
    <dgm:cxn modelId="{96CAAB8A-E60F-4BBA-BE77-66771686CF9C}" type="presOf" srcId="{D916CED1-816B-49F9-BDBA-EE2F8A2027D3}" destId="{88E4299C-B15D-4E2B-87C2-E4FB33680EA5}" srcOrd="0" destOrd="0" presId="urn:microsoft.com/office/officeart/2009/layout/CirclePictureHierarchy"/>
    <dgm:cxn modelId="{D72FEF8D-D114-4D37-89BC-90D978806C4F}" type="presOf" srcId="{AC29CB59-D530-47E3-AD2D-660A273DD65C}" destId="{ADDAE49F-9421-4881-ACEA-F526B758E9EC}" srcOrd="0" destOrd="0" presId="urn:microsoft.com/office/officeart/2009/layout/CirclePictureHierarchy"/>
    <dgm:cxn modelId="{45B79A99-FFC1-4808-85C5-F5752F8A37D0}" type="presOf" srcId="{9D20D384-D29C-4031-9F39-23C4EBCA7A15}" destId="{A8717931-F96A-4C7A-9A3F-D8F6C8A0CA44}" srcOrd="0" destOrd="0" presId="urn:microsoft.com/office/officeart/2009/layout/CirclePictureHierarchy"/>
    <dgm:cxn modelId="{AB7AA39D-62C8-4541-9836-DBF24BD35FED}" type="presOf" srcId="{E01CCDEE-F5EA-48EB-8F42-730D14DC297D}" destId="{4CD1FF4C-AFAF-4281-85D7-B6C0F16ACDB6}" srcOrd="0" destOrd="0" presId="urn:microsoft.com/office/officeart/2009/layout/CirclePictureHierarchy"/>
    <dgm:cxn modelId="{537D32A0-2663-43BE-9DAD-A66B5C682011}" type="presOf" srcId="{C0E07DDE-5280-45A3-B6EE-D3C2974E6422}" destId="{E291F485-A894-4BED-B276-29EBDE902CD0}" srcOrd="0" destOrd="0" presId="urn:microsoft.com/office/officeart/2009/layout/CirclePictureHierarchy"/>
    <dgm:cxn modelId="{B28D97A3-7765-4EC9-9641-6B7AC4675CB6}" type="presOf" srcId="{B478B6A0-4E30-4348-BFB0-96F907FF6F5C}" destId="{A86B070E-4678-44E4-B1D7-83FBE0D193DD}" srcOrd="0" destOrd="0" presId="urn:microsoft.com/office/officeart/2009/layout/CirclePictureHierarchy"/>
    <dgm:cxn modelId="{1A12D3AC-12A5-49BD-91FD-309CF0D8931B}" srcId="{D8D9A6F0-64CE-4C4E-B1D3-BD76D97A0C3F}" destId="{6918B300-1329-459F-92FC-4DF3175BABA5}" srcOrd="0" destOrd="0" parTransId="{F9488A5F-4C2D-4352-8CAB-6F0733B64DF5}" sibTransId="{08D3B656-BE84-4E89-A03B-084DA9554BBC}"/>
    <dgm:cxn modelId="{2CA434AF-4CAE-4FA1-9167-6FD5E0F5D4C9}" type="presOf" srcId="{60E29876-7D4E-45E2-B135-4E47A9D07FC8}" destId="{A666DB4A-38A8-48CB-9EDB-0D261A9861AA}" srcOrd="0" destOrd="0" presId="urn:microsoft.com/office/officeart/2009/layout/CirclePictureHierarchy"/>
    <dgm:cxn modelId="{3B67FDB4-84AA-4099-94AD-DAC2AE46436F}" type="presOf" srcId="{6918B300-1329-459F-92FC-4DF3175BABA5}" destId="{443BD2FC-3355-420B-B6EF-AF19D80E00D5}" srcOrd="0" destOrd="0" presId="urn:microsoft.com/office/officeart/2009/layout/CirclePictureHierarchy"/>
    <dgm:cxn modelId="{1C8D91C7-EBF9-45F5-AE29-CB3C17671D9D}" srcId="{8A9565E1-11C2-4F3A-93A1-FA8AB2327875}" destId="{AE095943-B8F6-4C21-8685-1DF41507992E}" srcOrd="1" destOrd="0" parTransId="{43C71193-C8C2-4A94-B38B-63BB4E741014}" sibTransId="{CBEBFBE7-67DD-4915-9269-B26FFBD30FC0}"/>
    <dgm:cxn modelId="{FF86C9C8-71A8-4C01-8627-D0DC3D3A3CA2}" type="presOf" srcId="{A76A03EA-086B-489A-B99C-CFFFAF232EA7}" destId="{59F6CEB8-D371-4B80-BEC0-3C242F630220}" srcOrd="0" destOrd="0" presId="urn:microsoft.com/office/officeart/2009/layout/CirclePictureHierarchy"/>
    <dgm:cxn modelId="{B55D19CD-81A9-4D45-898C-65EC385F7B86}" type="presOf" srcId="{52996ADC-D9C7-4F38-BA4F-F735B4CDC7A4}" destId="{9E71FC54-563D-4898-8117-9ED3EC3EB77E}" srcOrd="0" destOrd="0" presId="urn:microsoft.com/office/officeart/2009/layout/CirclePictureHierarchy"/>
    <dgm:cxn modelId="{B904A8CE-1EDF-42BD-87C5-C04E83060C53}" srcId="{8A9565E1-11C2-4F3A-93A1-FA8AB2327875}" destId="{D8EDA930-9C34-410A-AC79-4BF8BADDB74A}" srcOrd="2" destOrd="0" parTransId="{14D76601-CF5B-4BA9-8BF3-4A778C947E8D}" sibTransId="{CA9F7EFB-1A63-4B59-B926-99CFED5C55ED}"/>
    <dgm:cxn modelId="{B848BACF-4E72-4413-B367-95E48453A115}" type="presOf" srcId="{A2D4F54D-D472-4A44-A6BF-A332AF877018}" destId="{20B22355-8C2C-44E9-ACD5-3DADBD538E40}" srcOrd="0" destOrd="0" presId="urn:microsoft.com/office/officeart/2009/layout/CirclePictureHierarchy"/>
    <dgm:cxn modelId="{C6E5D8D6-9E35-4099-A3CB-0085B579C9B8}" srcId="{AEEAD2F9-8546-498A-8133-F2F939B7FACC}" destId="{8A9565E1-11C2-4F3A-93A1-FA8AB2327875}" srcOrd="0" destOrd="0" parTransId="{05472847-458B-4665-AFD8-D212A18AA368}" sibTransId="{79548481-AFC1-4DC2-81BC-24774C81CF1F}"/>
    <dgm:cxn modelId="{70DBDCD9-8AE8-43C9-86F6-F55B56441383}" type="presOf" srcId="{AEEAD2F9-8546-498A-8133-F2F939B7FACC}" destId="{FEEE2F4E-FB1D-4D72-B8DE-5C3A71166968}" srcOrd="0" destOrd="0" presId="urn:microsoft.com/office/officeart/2009/layout/CirclePictureHierarchy"/>
    <dgm:cxn modelId="{9B34DADA-4AC8-4BA4-97AE-F56397894B82}" type="presOf" srcId="{6AB48D74-883B-4865-B868-169E43D1DA95}" destId="{39EAF13C-34DB-418E-86FF-20F869E2ADBD}" srcOrd="0" destOrd="0" presId="urn:microsoft.com/office/officeart/2009/layout/CirclePictureHierarchy"/>
    <dgm:cxn modelId="{4A2A2EE0-11E1-4D7A-A483-CDD351A98323}" type="presOf" srcId="{14D76601-CF5B-4BA9-8BF3-4A778C947E8D}" destId="{B69DFE61-CA37-4F86-A9B4-98309F2BAAE0}" srcOrd="0" destOrd="0" presId="urn:microsoft.com/office/officeart/2009/layout/CirclePictureHierarchy"/>
    <dgm:cxn modelId="{EE2823E2-E7EC-4245-A6BF-B3B253CFBC38}" type="presOf" srcId="{5FD384E0-4DA2-4D30-92DA-FEA91A4D7AB0}" destId="{7970A4B9-683C-4E4D-84BE-854CA55D0572}" srcOrd="0" destOrd="0" presId="urn:microsoft.com/office/officeart/2009/layout/CirclePictureHierarchy"/>
    <dgm:cxn modelId="{DC7D46E4-AEF0-482E-B5CF-8A075B1EBE89}" type="presOf" srcId="{AE095943-B8F6-4C21-8685-1DF41507992E}" destId="{7E072A88-CE9A-48CB-BEEE-F815E6ECD0AE}" srcOrd="0" destOrd="0" presId="urn:microsoft.com/office/officeart/2009/layout/CirclePictureHierarchy"/>
    <dgm:cxn modelId="{5A1EA1E5-23E8-4A6B-8937-6D45B7EE1BAD}" type="presOf" srcId="{8A9565E1-11C2-4F3A-93A1-FA8AB2327875}" destId="{A71A8BD3-F23D-4125-95E7-EC90813AF5A1}" srcOrd="0" destOrd="0" presId="urn:microsoft.com/office/officeart/2009/layout/CirclePictureHierarchy"/>
    <dgm:cxn modelId="{739585EA-F873-4922-875F-2B020E22D675}" srcId="{9D20D384-D29C-4031-9F39-23C4EBCA7A15}" destId="{084DA918-0048-4682-85DF-126F19AD75DA}" srcOrd="0" destOrd="0" parTransId="{1ADE1559-503B-4EF9-9FFB-963A85C48E7B}" sibTransId="{7947477F-94C0-4892-8870-21F3DA222FFE}"/>
    <dgm:cxn modelId="{DDF919EC-2D10-4C12-B0EC-D30209DDACEA}" type="presOf" srcId="{929B316F-866B-4782-90BD-7F946844FBCC}" destId="{7DA59819-3C4E-4309-9E06-09676EF1D9A6}" srcOrd="0" destOrd="0" presId="urn:microsoft.com/office/officeart/2009/layout/CirclePictureHierarchy"/>
    <dgm:cxn modelId="{CD9583ED-8B29-4CD3-BF2D-C06B090C40F2}" srcId="{D8EDA930-9C34-410A-AC79-4BF8BADDB74A}" destId="{9D20D384-D29C-4031-9F39-23C4EBCA7A15}" srcOrd="1" destOrd="0" parTransId="{90A2413F-9E0D-4B08-A531-126B73C792BA}" sibTransId="{3618580C-C672-46E8-AD06-34B6B736E540}"/>
    <dgm:cxn modelId="{A9D345FB-5689-44DA-A22A-8F435EF9AF6E}" type="presOf" srcId="{40059FCC-333F-4505-ABE5-F2CE1C69FEB0}" destId="{95108130-68C2-4685-92DD-5BDB87A259E0}" srcOrd="0" destOrd="0" presId="urn:microsoft.com/office/officeart/2009/layout/CirclePictureHierarchy"/>
    <dgm:cxn modelId="{0B62BE9D-3F73-48DA-9B03-732F9580CE09}" type="presParOf" srcId="{FEEE2F4E-FB1D-4D72-B8DE-5C3A71166968}" destId="{D0E489AA-E779-4DA4-ADD4-5B5DA63CCF90}" srcOrd="0" destOrd="0" presId="urn:microsoft.com/office/officeart/2009/layout/CirclePictureHierarchy"/>
    <dgm:cxn modelId="{0FDF8076-3E87-47ED-93D3-83F80A1089DE}" type="presParOf" srcId="{D0E489AA-E779-4DA4-ADD4-5B5DA63CCF90}" destId="{4DC37932-B647-4253-9A7D-DFECC0A7D473}" srcOrd="0" destOrd="0" presId="urn:microsoft.com/office/officeart/2009/layout/CirclePictureHierarchy"/>
    <dgm:cxn modelId="{D4041300-A1DE-4E46-AC33-2E88A7B90342}" type="presParOf" srcId="{4DC37932-B647-4253-9A7D-DFECC0A7D473}" destId="{4112420E-3229-4FAD-8518-A41D59FCF557}" srcOrd="0" destOrd="0" presId="urn:microsoft.com/office/officeart/2009/layout/CirclePictureHierarchy"/>
    <dgm:cxn modelId="{A9CA6E55-7E86-47F0-8DFF-010ADF42C25C}" type="presParOf" srcId="{4DC37932-B647-4253-9A7D-DFECC0A7D473}" destId="{A71A8BD3-F23D-4125-95E7-EC90813AF5A1}" srcOrd="1" destOrd="0" presId="urn:microsoft.com/office/officeart/2009/layout/CirclePictureHierarchy"/>
    <dgm:cxn modelId="{7F81B6CE-BB11-4B33-ABDC-8D05D27C19B2}" type="presParOf" srcId="{D0E489AA-E779-4DA4-ADD4-5B5DA63CCF90}" destId="{93BDC3AD-C927-4486-B81A-670353A568E2}" srcOrd="1" destOrd="0" presId="urn:microsoft.com/office/officeart/2009/layout/CirclePictureHierarchy"/>
    <dgm:cxn modelId="{147FF844-17A4-44F2-A285-F5D9F6456D8B}" type="presParOf" srcId="{93BDC3AD-C927-4486-B81A-670353A568E2}" destId="{7970A4B9-683C-4E4D-84BE-854CA55D0572}" srcOrd="0" destOrd="0" presId="urn:microsoft.com/office/officeart/2009/layout/CirclePictureHierarchy"/>
    <dgm:cxn modelId="{0974E329-A0BC-4E70-967C-D85CCA28BAB8}" type="presParOf" srcId="{93BDC3AD-C927-4486-B81A-670353A568E2}" destId="{37A30A7F-8509-4CD8-B008-07CFC471B4A3}" srcOrd="1" destOrd="0" presId="urn:microsoft.com/office/officeart/2009/layout/CirclePictureHierarchy"/>
    <dgm:cxn modelId="{13209CD1-F181-4DAA-A98E-6ADF3EAAC5C3}" type="presParOf" srcId="{37A30A7F-8509-4CD8-B008-07CFC471B4A3}" destId="{AFAAF5E6-C5B7-4BE4-B82D-1F90F8F41B6A}" srcOrd="0" destOrd="0" presId="urn:microsoft.com/office/officeart/2009/layout/CirclePictureHierarchy"/>
    <dgm:cxn modelId="{1E057B36-CF16-4E3A-828F-BE5D115CDEC2}" type="presParOf" srcId="{AFAAF5E6-C5B7-4BE4-B82D-1F90F8F41B6A}" destId="{CBC13E2D-5EE4-4E4B-89FD-B709B910067F}" srcOrd="0" destOrd="0" presId="urn:microsoft.com/office/officeart/2009/layout/CirclePictureHierarchy"/>
    <dgm:cxn modelId="{9362BAE8-14D8-4932-A04A-707C75D4E076}" type="presParOf" srcId="{AFAAF5E6-C5B7-4BE4-B82D-1F90F8F41B6A}" destId="{39EAF13C-34DB-418E-86FF-20F869E2ADBD}" srcOrd="1" destOrd="0" presId="urn:microsoft.com/office/officeart/2009/layout/CirclePictureHierarchy"/>
    <dgm:cxn modelId="{CE2F1CF3-BC0E-484D-B9D8-B8411583A567}" type="presParOf" srcId="{37A30A7F-8509-4CD8-B008-07CFC471B4A3}" destId="{6C689127-2F6A-4446-8E99-54DDEA1E7EAF}" srcOrd="1" destOrd="0" presId="urn:microsoft.com/office/officeart/2009/layout/CirclePictureHierarchy"/>
    <dgm:cxn modelId="{635455E6-1E9A-4DCB-836C-874E7C54405A}" type="presParOf" srcId="{6C689127-2F6A-4446-8E99-54DDEA1E7EAF}" destId="{369316B5-2EF0-47B8-A3EF-E37345106952}" srcOrd="0" destOrd="0" presId="urn:microsoft.com/office/officeart/2009/layout/CirclePictureHierarchy"/>
    <dgm:cxn modelId="{66A5E1E5-5DC4-4D72-B2E5-2775190D6C96}" type="presParOf" srcId="{6C689127-2F6A-4446-8E99-54DDEA1E7EAF}" destId="{C8B23433-BFBA-4514-99C5-E8C8A8D366F3}" srcOrd="1" destOrd="0" presId="urn:microsoft.com/office/officeart/2009/layout/CirclePictureHierarchy"/>
    <dgm:cxn modelId="{EDC6D591-08EF-4F06-BAF2-D95CABDFF207}" type="presParOf" srcId="{C8B23433-BFBA-4514-99C5-E8C8A8D366F3}" destId="{6AE41F2D-E6CD-486E-A999-8D33E54B1F12}" srcOrd="0" destOrd="0" presId="urn:microsoft.com/office/officeart/2009/layout/CirclePictureHierarchy"/>
    <dgm:cxn modelId="{0AE4A109-D85D-4216-AE11-078D9D0D9B65}" type="presParOf" srcId="{6AE41F2D-E6CD-486E-A999-8D33E54B1F12}" destId="{B4EA551B-9DB1-40F7-A12A-1FB7DA6E0863}" srcOrd="0" destOrd="0" presId="urn:microsoft.com/office/officeart/2009/layout/CirclePictureHierarchy"/>
    <dgm:cxn modelId="{3CFFE617-BBC3-43E1-B31F-5082DD0A9035}" type="presParOf" srcId="{6AE41F2D-E6CD-486E-A999-8D33E54B1F12}" destId="{636BCF2A-0C86-439E-8857-B3495C06637C}" srcOrd="1" destOrd="0" presId="urn:microsoft.com/office/officeart/2009/layout/CirclePictureHierarchy"/>
    <dgm:cxn modelId="{A95E4E86-73F6-44CA-8755-F6667E7842EB}" type="presParOf" srcId="{C8B23433-BFBA-4514-99C5-E8C8A8D366F3}" destId="{E21AE9AC-9A2F-4D67-9960-1DE0837F8605}" srcOrd="1" destOrd="0" presId="urn:microsoft.com/office/officeart/2009/layout/CirclePictureHierarchy"/>
    <dgm:cxn modelId="{87E27855-5669-4E21-BDC5-ACE461D1D9F8}" type="presParOf" srcId="{E21AE9AC-9A2F-4D67-9960-1DE0837F8605}" destId="{4EEE7484-5880-4C6F-8120-BBFFD598B36E}" srcOrd="0" destOrd="0" presId="urn:microsoft.com/office/officeart/2009/layout/CirclePictureHierarchy"/>
    <dgm:cxn modelId="{5AC90AD8-1E20-48EC-91D5-DC0D25D24C6B}" type="presParOf" srcId="{E21AE9AC-9A2F-4D67-9960-1DE0837F8605}" destId="{0C5DAFCC-CA6E-44A4-965D-746FF9D60716}" srcOrd="1" destOrd="0" presId="urn:microsoft.com/office/officeart/2009/layout/CirclePictureHierarchy"/>
    <dgm:cxn modelId="{D3E16240-E5E8-484E-BEF5-7ED063C0CD0D}" type="presParOf" srcId="{0C5DAFCC-CA6E-44A4-965D-746FF9D60716}" destId="{0A28CCB0-7845-4B4D-B246-B26726C84BF5}" srcOrd="0" destOrd="0" presId="urn:microsoft.com/office/officeart/2009/layout/CirclePictureHierarchy"/>
    <dgm:cxn modelId="{D5BF90D2-4F53-433F-A500-E0BE9E03E529}" type="presParOf" srcId="{0A28CCB0-7845-4B4D-B246-B26726C84BF5}" destId="{99A5B314-38F0-4E28-A155-575E863F0294}" srcOrd="0" destOrd="0" presId="urn:microsoft.com/office/officeart/2009/layout/CirclePictureHierarchy"/>
    <dgm:cxn modelId="{AB51BEE0-4903-4345-9D10-E70CB63249A4}" type="presParOf" srcId="{0A28CCB0-7845-4B4D-B246-B26726C84BF5}" destId="{443BD2FC-3355-420B-B6EF-AF19D80E00D5}" srcOrd="1" destOrd="0" presId="urn:microsoft.com/office/officeart/2009/layout/CirclePictureHierarchy"/>
    <dgm:cxn modelId="{8370DD14-043B-47EE-B29C-CF73767094CF}" type="presParOf" srcId="{0C5DAFCC-CA6E-44A4-965D-746FF9D60716}" destId="{508EBACD-56F5-4F44-8CED-DC236FAE42D6}" srcOrd="1" destOrd="0" presId="urn:microsoft.com/office/officeart/2009/layout/CirclePictureHierarchy"/>
    <dgm:cxn modelId="{764F5986-32B0-452A-9AE9-E7208AA2B118}" type="presParOf" srcId="{6C689127-2F6A-4446-8E99-54DDEA1E7EAF}" destId="{AEF61DBE-A19E-4156-A2A9-9A90DF9BDB48}" srcOrd="2" destOrd="0" presId="urn:microsoft.com/office/officeart/2009/layout/CirclePictureHierarchy"/>
    <dgm:cxn modelId="{FF467DE1-F0E1-4208-9001-9671DE9655B4}" type="presParOf" srcId="{6C689127-2F6A-4446-8E99-54DDEA1E7EAF}" destId="{E2E74C0F-6627-4BAF-A73E-7DC2B39981B5}" srcOrd="3" destOrd="0" presId="urn:microsoft.com/office/officeart/2009/layout/CirclePictureHierarchy"/>
    <dgm:cxn modelId="{86EBDA81-CD66-44D6-8020-7B4B560DA9DD}" type="presParOf" srcId="{E2E74C0F-6627-4BAF-A73E-7DC2B39981B5}" destId="{BC507FD0-D14F-4694-91A2-257ACF59DA5C}" srcOrd="0" destOrd="0" presId="urn:microsoft.com/office/officeart/2009/layout/CirclePictureHierarchy"/>
    <dgm:cxn modelId="{183CC57E-08C0-4D7F-91E8-735FFEAC01CD}" type="presParOf" srcId="{BC507FD0-D14F-4694-91A2-257ACF59DA5C}" destId="{BA97C414-1107-487E-ADFD-EE9DCE893874}" srcOrd="0" destOrd="0" presId="urn:microsoft.com/office/officeart/2009/layout/CirclePictureHierarchy"/>
    <dgm:cxn modelId="{253F740E-E118-4FAE-940E-0940F65A3E54}" type="presParOf" srcId="{BC507FD0-D14F-4694-91A2-257ACF59DA5C}" destId="{59F6CEB8-D371-4B80-BEC0-3C242F630220}" srcOrd="1" destOrd="0" presId="urn:microsoft.com/office/officeart/2009/layout/CirclePictureHierarchy"/>
    <dgm:cxn modelId="{FBF95190-B561-4D76-9D80-AADE3BB73935}" type="presParOf" srcId="{E2E74C0F-6627-4BAF-A73E-7DC2B39981B5}" destId="{B1FE1A77-AD43-4214-91E5-14FE4A168282}" srcOrd="1" destOrd="0" presId="urn:microsoft.com/office/officeart/2009/layout/CirclePictureHierarchy"/>
    <dgm:cxn modelId="{C0794760-E7CE-4EE2-AE68-786C9E2B0AB7}" type="presParOf" srcId="{B1FE1A77-AD43-4214-91E5-14FE4A168282}" destId="{E291F485-A894-4BED-B276-29EBDE902CD0}" srcOrd="0" destOrd="0" presId="urn:microsoft.com/office/officeart/2009/layout/CirclePictureHierarchy"/>
    <dgm:cxn modelId="{D55979DA-0AAF-481F-8E01-B6748BF661D7}" type="presParOf" srcId="{B1FE1A77-AD43-4214-91E5-14FE4A168282}" destId="{B1F842C5-CFCF-4507-8A11-ABEAF68019C4}" srcOrd="1" destOrd="0" presId="urn:microsoft.com/office/officeart/2009/layout/CirclePictureHierarchy"/>
    <dgm:cxn modelId="{92C2DB9D-76F9-4B1E-8ADE-9039CB68763E}" type="presParOf" srcId="{B1F842C5-CFCF-4507-8A11-ABEAF68019C4}" destId="{FA8FF08F-B33E-4D44-A855-648FA7C3223A}" srcOrd="0" destOrd="0" presId="urn:microsoft.com/office/officeart/2009/layout/CirclePictureHierarchy"/>
    <dgm:cxn modelId="{2586C672-607E-4C2D-90D6-40F031BC9BE9}" type="presParOf" srcId="{FA8FF08F-B33E-4D44-A855-648FA7C3223A}" destId="{788938A7-9EEC-4D63-96DC-31C77D9F8553}" srcOrd="0" destOrd="0" presId="urn:microsoft.com/office/officeart/2009/layout/CirclePictureHierarchy"/>
    <dgm:cxn modelId="{60FC6A7F-6D80-4DF9-88E8-5402F1A05DEA}" type="presParOf" srcId="{FA8FF08F-B33E-4D44-A855-648FA7C3223A}" destId="{9E71FC54-563D-4898-8117-9ED3EC3EB77E}" srcOrd="1" destOrd="0" presId="urn:microsoft.com/office/officeart/2009/layout/CirclePictureHierarchy"/>
    <dgm:cxn modelId="{1540BDCA-3B12-4AC8-A61E-1D188EA2E109}" type="presParOf" srcId="{B1F842C5-CFCF-4507-8A11-ABEAF68019C4}" destId="{BA5552D6-DB4F-4AC2-92BD-B6B08CC64C65}" srcOrd="1" destOrd="0" presId="urn:microsoft.com/office/officeart/2009/layout/CirclePictureHierarchy"/>
    <dgm:cxn modelId="{BA7C6A50-A997-45F6-9640-C18307D7BFCA}" type="presParOf" srcId="{93BDC3AD-C927-4486-B81A-670353A568E2}" destId="{7A0A26E8-303C-41F2-AC8F-6A888CBA7A1C}" srcOrd="2" destOrd="0" presId="urn:microsoft.com/office/officeart/2009/layout/CirclePictureHierarchy"/>
    <dgm:cxn modelId="{225682C0-04DD-45D7-BD9C-DA53D8D9CA0C}" type="presParOf" srcId="{93BDC3AD-C927-4486-B81A-670353A568E2}" destId="{3F05A072-4573-4D96-9FA5-E2A76E8CBBE1}" srcOrd="3" destOrd="0" presId="urn:microsoft.com/office/officeart/2009/layout/CirclePictureHierarchy"/>
    <dgm:cxn modelId="{7D918E50-FA5D-4B79-9023-2B976D74A88B}" type="presParOf" srcId="{3F05A072-4573-4D96-9FA5-E2A76E8CBBE1}" destId="{F8E96928-D1EF-49A8-802E-99D064061B34}" srcOrd="0" destOrd="0" presId="urn:microsoft.com/office/officeart/2009/layout/CirclePictureHierarchy"/>
    <dgm:cxn modelId="{7BF9651D-D19E-4B94-A540-BA337F7C50EE}" type="presParOf" srcId="{F8E96928-D1EF-49A8-802E-99D064061B34}" destId="{8EBEEBAA-8AF0-4554-82B2-BCB084DAC53E}" srcOrd="0" destOrd="0" presId="urn:microsoft.com/office/officeart/2009/layout/CirclePictureHierarchy"/>
    <dgm:cxn modelId="{3BE0A968-BA8A-4AC0-A68F-E0E76C056539}" type="presParOf" srcId="{F8E96928-D1EF-49A8-802E-99D064061B34}" destId="{7E072A88-CE9A-48CB-BEEE-F815E6ECD0AE}" srcOrd="1" destOrd="0" presId="urn:microsoft.com/office/officeart/2009/layout/CirclePictureHierarchy"/>
    <dgm:cxn modelId="{9E59BFDC-A5C6-46D2-A050-85AA14A6FDAB}" type="presParOf" srcId="{3F05A072-4573-4D96-9FA5-E2A76E8CBBE1}" destId="{22EEED74-634B-4352-9A50-AA57190844E8}" srcOrd="1" destOrd="0" presId="urn:microsoft.com/office/officeart/2009/layout/CirclePictureHierarchy"/>
    <dgm:cxn modelId="{61D22894-34F2-498B-85B9-36B320B24921}" type="presParOf" srcId="{22EEED74-634B-4352-9A50-AA57190844E8}" destId="{20B22355-8C2C-44E9-ACD5-3DADBD538E40}" srcOrd="0" destOrd="0" presId="urn:microsoft.com/office/officeart/2009/layout/CirclePictureHierarchy"/>
    <dgm:cxn modelId="{A8DBCAE8-7CDD-471F-98E5-1E79D84D9FCF}" type="presParOf" srcId="{22EEED74-634B-4352-9A50-AA57190844E8}" destId="{B298F631-70EF-4F07-B344-478F7D421F49}" srcOrd="1" destOrd="0" presId="urn:microsoft.com/office/officeart/2009/layout/CirclePictureHierarchy"/>
    <dgm:cxn modelId="{2A5890F7-77BF-48B5-B5E8-06D339C1B290}" type="presParOf" srcId="{B298F631-70EF-4F07-B344-478F7D421F49}" destId="{477813C5-059B-412A-A2EB-1973E3585D4C}" srcOrd="0" destOrd="0" presId="urn:microsoft.com/office/officeart/2009/layout/CirclePictureHierarchy"/>
    <dgm:cxn modelId="{EE5B8E0B-8914-468B-82C1-05138006B9BD}" type="presParOf" srcId="{477813C5-059B-412A-A2EB-1973E3585D4C}" destId="{B9750314-944E-48FC-8357-D25001F28597}" srcOrd="0" destOrd="0" presId="urn:microsoft.com/office/officeart/2009/layout/CirclePictureHierarchy"/>
    <dgm:cxn modelId="{CF2D610A-FD91-4DAE-BA37-7F67160C04DA}" type="presParOf" srcId="{477813C5-059B-412A-A2EB-1973E3585D4C}" destId="{BB8130A1-D6C9-4561-BEB3-FF12D702FCDA}" srcOrd="1" destOrd="0" presId="urn:microsoft.com/office/officeart/2009/layout/CirclePictureHierarchy"/>
    <dgm:cxn modelId="{31088301-EFB1-450D-B05E-6632CCB5B04D}" type="presParOf" srcId="{B298F631-70EF-4F07-B344-478F7D421F49}" destId="{70B224FC-0A73-4DBD-B757-E6A28BE05858}" srcOrd="1" destOrd="0" presId="urn:microsoft.com/office/officeart/2009/layout/CirclePictureHierarchy"/>
    <dgm:cxn modelId="{3771D81A-B587-4BA0-A6C3-43DB1D9EE460}" type="presParOf" srcId="{70B224FC-0A73-4DBD-B757-E6A28BE05858}" destId="{88E4299C-B15D-4E2B-87C2-E4FB33680EA5}" srcOrd="0" destOrd="0" presId="urn:microsoft.com/office/officeart/2009/layout/CirclePictureHierarchy"/>
    <dgm:cxn modelId="{7C5CF0EB-DAEE-4E29-92EF-CCA96092BB55}" type="presParOf" srcId="{70B224FC-0A73-4DBD-B757-E6A28BE05858}" destId="{335CE3AC-F327-4151-8FDC-710F59DEDE0C}" srcOrd="1" destOrd="0" presId="urn:microsoft.com/office/officeart/2009/layout/CirclePictureHierarchy"/>
    <dgm:cxn modelId="{B07010F2-3923-430B-AE65-A1BFABDAF90A}" type="presParOf" srcId="{335CE3AC-F327-4151-8FDC-710F59DEDE0C}" destId="{3859983D-0662-456F-B25C-799AB7CC9750}" srcOrd="0" destOrd="0" presId="urn:microsoft.com/office/officeart/2009/layout/CirclePictureHierarchy"/>
    <dgm:cxn modelId="{18140D48-268E-4C44-AB86-08E48D82623D}" type="presParOf" srcId="{3859983D-0662-456F-B25C-799AB7CC9750}" destId="{3C20F503-E1F6-4B59-B62A-C443B3A8E1A5}" srcOrd="0" destOrd="0" presId="urn:microsoft.com/office/officeart/2009/layout/CirclePictureHierarchy"/>
    <dgm:cxn modelId="{2D974554-35A5-41E6-856E-24BD67976596}" type="presParOf" srcId="{3859983D-0662-456F-B25C-799AB7CC9750}" destId="{F97DD4D4-1504-4A35-82D5-5BDFB04FE222}" srcOrd="1" destOrd="0" presId="urn:microsoft.com/office/officeart/2009/layout/CirclePictureHierarchy"/>
    <dgm:cxn modelId="{D60F02F3-D3DF-4DC7-B85D-0C9AD3A45F07}" type="presParOf" srcId="{335CE3AC-F327-4151-8FDC-710F59DEDE0C}" destId="{B9CC25E2-A454-4888-BAA1-33B55196ECF1}" srcOrd="1" destOrd="0" presId="urn:microsoft.com/office/officeart/2009/layout/CirclePictureHierarchy"/>
    <dgm:cxn modelId="{3F7BDEF8-A82D-4A47-B5A0-FD48944697F9}" type="presParOf" srcId="{22EEED74-634B-4352-9A50-AA57190844E8}" destId="{95108130-68C2-4685-92DD-5BDB87A259E0}" srcOrd="2" destOrd="0" presId="urn:microsoft.com/office/officeart/2009/layout/CirclePictureHierarchy"/>
    <dgm:cxn modelId="{1D31C4F6-53CE-44F9-88DC-C346621593B1}" type="presParOf" srcId="{22EEED74-634B-4352-9A50-AA57190844E8}" destId="{8FC524A8-325B-409E-9C9F-5A54DC6A934A}" srcOrd="3" destOrd="0" presId="urn:microsoft.com/office/officeart/2009/layout/CirclePictureHierarchy"/>
    <dgm:cxn modelId="{5B9536F1-25D2-483D-8541-87DFDB7C4774}" type="presParOf" srcId="{8FC524A8-325B-409E-9C9F-5A54DC6A934A}" destId="{22A9572D-E4CA-4ACE-8900-799FC8D031DC}" srcOrd="0" destOrd="0" presId="urn:microsoft.com/office/officeart/2009/layout/CirclePictureHierarchy"/>
    <dgm:cxn modelId="{3D16C8E6-CEC9-4A5E-B208-69C272560CEC}" type="presParOf" srcId="{22A9572D-E4CA-4ACE-8900-799FC8D031DC}" destId="{2A61FD5E-AC9C-4FCF-A722-854CB37060D2}" srcOrd="0" destOrd="0" presId="urn:microsoft.com/office/officeart/2009/layout/CirclePictureHierarchy"/>
    <dgm:cxn modelId="{6E3DB5EE-FEA7-448F-88DA-7C75635E0359}" type="presParOf" srcId="{22A9572D-E4CA-4ACE-8900-799FC8D031DC}" destId="{A666DB4A-38A8-48CB-9EDB-0D261A9861AA}" srcOrd="1" destOrd="0" presId="urn:microsoft.com/office/officeart/2009/layout/CirclePictureHierarchy"/>
    <dgm:cxn modelId="{D76ED0D0-153E-440F-8D27-6B522A083334}" type="presParOf" srcId="{8FC524A8-325B-409E-9C9F-5A54DC6A934A}" destId="{8B624AE4-1B54-40CD-86A8-0CE1AE3C0152}" srcOrd="1" destOrd="0" presId="urn:microsoft.com/office/officeart/2009/layout/CirclePictureHierarchy"/>
    <dgm:cxn modelId="{087C0B65-76A4-4FE1-BE92-C4FD446A10CD}" type="presParOf" srcId="{8B624AE4-1B54-40CD-86A8-0CE1AE3C0152}" destId="{7DA59819-3C4E-4309-9E06-09676EF1D9A6}" srcOrd="0" destOrd="0" presId="urn:microsoft.com/office/officeart/2009/layout/CirclePictureHierarchy"/>
    <dgm:cxn modelId="{D1A6D348-BED4-415F-BF18-DC46DA97C46B}" type="presParOf" srcId="{8B624AE4-1B54-40CD-86A8-0CE1AE3C0152}" destId="{101FD751-F08A-4D91-95C1-7306584EB6A8}" srcOrd="1" destOrd="0" presId="urn:microsoft.com/office/officeart/2009/layout/CirclePictureHierarchy"/>
    <dgm:cxn modelId="{C2DA773D-5894-445D-894A-51B4A83CA59E}" type="presParOf" srcId="{101FD751-F08A-4D91-95C1-7306584EB6A8}" destId="{3FE4FDEF-1C60-428A-B098-791548A905AF}" srcOrd="0" destOrd="0" presId="urn:microsoft.com/office/officeart/2009/layout/CirclePictureHierarchy"/>
    <dgm:cxn modelId="{900C6E66-406D-4581-B6BA-AE9CD524016E}" type="presParOf" srcId="{3FE4FDEF-1C60-428A-B098-791548A905AF}" destId="{DF731BD0-BD1E-44FF-A5FA-B6EA99FD045C}" srcOrd="0" destOrd="0" presId="urn:microsoft.com/office/officeart/2009/layout/CirclePictureHierarchy"/>
    <dgm:cxn modelId="{D4988B28-A980-4A15-A51F-12F831913D42}" type="presParOf" srcId="{3FE4FDEF-1C60-428A-B098-791548A905AF}" destId="{ADDAE49F-9421-4881-ACEA-F526B758E9EC}" srcOrd="1" destOrd="0" presId="urn:microsoft.com/office/officeart/2009/layout/CirclePictureHierarchy"/>
    <dgm:cxn modelId="{6AB21ECA-BE0A-4521-A353-6326D26403D7}" type="presParOf" srcId="{101FD751-F08A-4D91-95C1-7306584EB6A8}" destId="{E2E92E67-8692-4E1F-A3CA-2C3EC0084494}" srcOrd="1" destOrd="0" presId="urn:microsoft.com/office/officeart/2009/layout/CirclePictureHierarchy"/>
    <dgm:cxn modelId="{F6D6709B-E93C-452B-B2BB-D4927DE96BAB}" type="presParOf" srcId="{93BDC3AD-C927-4486-B81A-670353A568E2}" destId="{B69DFE61-CA37-4F86-A9B4-98309F2BAAE0}" srcOrd="4" destOrd="0" presId="urn:microsoft.com/office/officeart/2009/layout/CirclePictureHierarchy"/>
    <dgm:cxn modelId="{8FD255D5-B111-4B16-98C0-21E370034CDC}" type="presParOf" srcId="{93BDC3AD-C927-4486-B81A-670353A568E2}" destId="{A534C7AC-EFAD-434F-98E8-14837F4E5037}" srcOrd="5" destOrd="0" presId="urn:microsoft.com/office/officeart/2009/layout/CirclePictureHierarchy"/>
    <dgm:cxn modelId="{0D1DAB53-931F-4B16-96CC-81811AAD8FC7}" type="presParOf" srcId="{A534C7AC-EFAD-434F-98E8-14837F4E5037}" destId="{631CBBEF-7A3A-412E-B9B7-A9369E8849FF}" srcOrd="0" destOrd="0" presId="urn:microsoft.com/office/officeart/2009/layout/CirclePictureHierarchy"/>
    <dgm:cxn modelId="{EE8D69D8-BF6B-424F-B667-E9DB64C6C2CA}" type="presParOf" srcId="{631CBBEF-7A3A-412E-B9B7-A9369E8849FF}" destId="{88262A11-1FF5-4CEE-BAEC-BAFB7A2E928A}" srcOrd="0" destOrd="0" presId="urn:microsoft.com/office/officeart/2009/layout/CirclePictureHierarchy"/>
    <dgm:cxn modelId="{C0F763EC-3DBD-48AB-917D-4C08F455173D}" type="presParOf" srcId="{631CBBEF-7A3A-412E-B9B7-A9369E8849FF}" destId="{2612D929-B5C7-4022-859F-D675411EECD9}" srcOrd="1" destOrd="0" presId="urn:microsoft.com/office/officeart/2009/layout/CirclePictureHierarchy"/>
    <dgm:cxn modelId="{FB950B03-0CA7-4764-9D3B-C0A90DE6E488}" type="presParOf" srcId="{A534C7AC-EFAD-434F-98E8-14837F4E5037}" destId="{2A2E7015-11DF-482E-B0FD-EEE61BBADEB6}" srcOrd="1" destOrd="0" presId="urn:microsoft.com/office/officeart/2009/layout/CirclePictureHierarchy"/>
    <dgm:cxn modelId="{50BF9779-90E9-4F26-ADF9-1FA9667ED6D6}" type="presParOf" srcId="{2A2E7015-11DF-482E-B0FD-EEE61BBADEB6}" destId="{B1FCC03E-B3A9-4DC1-BFD7-2DF2B314AC92}" srcOrd="0" destOrd="0" presId="urn:microsoft.com/office/officeart/2009/layout/CirclePictureHierarchy"/>
    <dgm:cxn modelId="{D09E6124-D856-4FFE-AF64-F1D874BB9C49}" type="presParOf" srcId="{2A2E7015-11DF-482E-B0FD-EEE61BBADEB6}" destId="{5C8C122E-A26E-40AF-90CC-6BEFEDA2EB4B}" srcOrd="1" destOrd="0" presId="urn:microsoft.com/office/officeart/2009/layout/CirclePictureHierarchy"/>
    <dgm:cxn modelId="{ADF65B1F-108A-48D6-A0AF-BAE1FF6F7552}" type="presParOf" srcId="{5C8C122E-A26E-40AF-90CC-6BEFEDA2EB4B}" destId="{DA0EBCF6-28D3-4EDF-9DAC-00040CD2D2C5}" srcOrd="0" destOrd="0" presId="urn:microsoft.com/office/officeart/2009/layout/CirclePictureHierarchy"/>
    <dgm:cxn modelId="{8ABCC629-0CC5-43B5-99B8-8A4D4DF9EBC0}" type="presParOf" srcId="{DA0EBCF6-28D3-4EDF-9DAC-00040CD2D2C5}" destId="{4D48A904-A10D-4A37-8E18-994BAF32E606}" srcOrd="0" destOrd="0" presId="urn:microsoft.com/office/officeart/2009/layout/CirclePictureHierarchy"/>
    <dgm:cxn modelId="{E358820C-88A3-4D6B-BF27-42378EA11AEB}" type="presParOf" srcId="{DA0EBCF6-28D3-4EDF-9DAC-00040CD2D2C5}" destId="{DD6366CD-8656-4E27-A748-6D6A14A8F06F}" srcOrd="1" destOrd="0" presId="urn:microsoft.com/office/officeart/2009/layout/CirclePictureHierarchy"/>
    <dgm:cxn modelId="{CE52946C-7635-40A7-86DD-E1021753C03D}" type="presParOf" srcId="{5C8C122E-A26E-40AF-90CC-6BEFEDA2EB4B}" destId="{43898E83-57CC-4FC5-A3E1-7B86F2E88E31}" srcOrd="1" destOrd="0" presId="urn:microsoft.com/office/officeart/2009/layout/CirclePictureHierarchy"/>
    <dgm:cxn modelId="{246356CF-8EB4-4F1B-B1C7-2710F8168617}" type="presParOf" srcId="{43898E83-57CC-4FC5-A3E1-7B86F2E88E31}" destId="{4CD1FF4C-AFAF-4281-85D7-B6C0F16ACDB6}" srcOrd="0" destOrd="0" presId="urn:microsoft.com/office/officeart/2009/layout/CirclePictureHierarchy"/>
    <dgm:cxn modelId="{3E0556C7-54EF-4861-9FF2-AE33256EF7D8}" type="presParOf" srcId="{43898E83-57CC-4FC5-A3E1-7B86F2E88E31}" destId="{4291010B-76E4-4543-B090-2FC7167C846C}" srcOrd="1" destOrd="0" presId="urn:microsoft.com/office/officeart/2009/layout/CirclePictureHierarchy"/>
    <dgm:cxn modelId="{C35CE07B-4319-45FA-8338-550E8D3E0FC6}" type="presParOf" srcId="{4291010B-76E4-4543-B090-2FC7167C846C}" destId="{3742395C-C783-4B1D-9D32-FA3E925B56A4}" srcOrd="0" destOrd="0" presId="urn:microsoft.com/office/officeart/2009/layout/CirclePictureHierarchy"/>
    <dgm:cxn modelId="{979226CE-A3C4-482C-B3DD-5E6F81752D14}" type="presParOf" srcId="{3742395C-C783-4B1D-9D32-FA3E925B56A4}" destId="{0B761406-5B59-441A-8A27-9BC0413170E0}" srcOrd="0" destOrd="0" presId="urn:microsoft.com/office/officeart/2009/layout/CirclePictureHierarchy"/>
    <dgm:cxn modelId="{FA5AC82E-8713-4DD6-9A55-65C098B53792}" type="presParOf" srcId="{3742395C-C783-4B1D-9D32-FA3E925B56A4}" destId="{A86B070E-4678-44E4-B1D7-83FBE0D193DD}" srcOrd="1" destOrd="0" presId="urn:microsoft.com/office/officeart/2009/layout/CirclePictureHierarchy"/>
    <dgm:cxn modelId="{9651BC99-34BB-4474-8D34-504D33DA1B10}" type="presParOf" srcId="{4291010B-76E4-4543-B090-2FC7167C846C}" destId="{02F654F3-BAEA-4C5F-95D9-50712451A451}" srcOrd="1" destOrd="0" presId="urn:microsoft.com/office/officeart/2009/layout/CirclePictureHierarchy"/>
    <dgm:cxn modelId="{68884776-6B3B-4557-997C-6531151AB4E6}" type="presParOf" srcId="{2A2E7015-11DF-482E-B0FD-EEE61BBADEB6}" destId="{2E815B27-B934-465B-BA35-0DC73B5E1257}" srcOrd="2" destOrd="0" presId="urn:microsoft.com/office/officeart/2009/layout/CirclePictureHierarchy"/>
    <dgm:cxn modelId="{9D4B016A-E627-4C99-B09B-62F78394C34C}" type="presParOf" srcId="{2A2E7015-11DF-482E-B0FD-EEE61BBADEB6}" destId="{43900C6F-DE3C-416C-A766-695D042D0329}" srcOrd="3" destOrd="0" presId="urn:microsoft.com/office/officeart/2009/layout/CirclePictureHierarchy"/>
    <dgm:cxn modelId="{72C66730-9DED-46B0-9561-E086EAB93BBE}" type="presParOf" srcId="{43900C6F-DE3C-416C-A766-695D042D0329}" destId="{794FBC50-235E-49D7-B864-86EEAE591683}" srcOrd="0" destOrd="0" presId="urn:microsoft.com/office/officeart/2009/layout/CirclePictureHierarchy"/>
    <dgm:cxn modelId="{9926446D-D3E5-42FF-B33A-D00D5A90E5E2}" type="presParOf" srcId="{794FBC50-235E-49D7-B864-86EEAE591683}" destId="{D6DA52F5-6A13-4FB5-A03C-DF22D6B0BE5A}" srcOrd="0" destOrd="0" presId="urn:microsoft.com/office/officeart/2009/layout/CirclePictureHierarchy"/>
    <dgm:cxn modelId="{7BD3A84E-3FDE-45F7-BBC1-C5B67F3C8382}" type="presParOf" srcId="{794FBC50-235E-49D7-B864-86EEAE591683}" destId="{A8717931-F96A-4C7A-9A3F-D8F6C8A0CA44}" srcOrd="1" destOrd="0" presId="urn:microsoft.com/office/officeart/2009/layout/CirclePictureHierarchy"/>
    <dgm:cxn modelId="{6AEAC738-BC68-497B-9316-88A2CFD96224}" type="presParOf" srcId="{43900C6F-DE3C-416C-A766-695D042D0329}" destId="{7F426D8F-ACEE-44B2-9F5F-6315BB7135EE}" srcOrd="1" destOrd="0" presId="urn:microsoft.com/office/officeart/2009/layout/CirclePictureHierarchy"/>
    <dgm:cxn modelId="{EBBCE65F-A731-4761-A57D-9B19769F3CEC}" type="presParOf" srcId="{7F426D8F-ACEE-44B2-9F5F-6315BB7135EE}" destId="{4424E5D8-1FFD-42A0-A527-C72788E68B74}" srcOrd="0" destOrd="0" presId="urn:microsoft.com/office/officeart/2009/layout/CirclePictureHierarchy"/>
    <dgm:cxn modelId="{F5E28EA3-5E01-40CE-BE15-2656D41757F8}" type="presParOf" srcId="{7F426D8F-ACEE-44B2-9F5F-6315BB7135EE}" destId="{2F5451D2-7D53-4318-8782-12C7CB622458}" srcOrd="1" destOrd="0" presId="urn:microsoft.com/office/officeart/2009/layout/CirclePictureHierarchy"/>
    <dgm:cxn modelId="{9CA70937-075B-4EC0-A737-374D9690FFAF}" type="presParOf" srcId="{2F5451D2-7D53-4318-8782-12C7CB622458}" destId="{10046EF3-7B75-4ECA-A474-9901C511DC5D}" srcOrd="0" destOrd="0" presId="urn:microsoft.com/office/officeart/2009/layout/CirclePictureHierarchy"/>
    <dgm:cxn modelId="{8DEBB704-5236-4DB5-AC58-4C8288D77C1A}" type="presParOf" srcId="{10046EF3-7B75-4ECA-A474-9901C511DC5D}" destId="{2B5E4428-9F50-4770-BCE2-2D3F9E826097}" srcOrd="0" destOrd="0" presId="urn:microsoft.com/office/officeart/2009/layout/CirclePictureHierarchy"/>
    <dgm:cxn modelId="{5006B504-C84C-42A5-8D55-780252BD382B}" type="presParOf" srcId="{10046EF3-7B75-4ECA-A474-9901C511DC5D}" destId="{09A42561-A06C-434D-B4AD-CA5C88E6E36C}" srcOrd="1" destOrd="0" presId="urn:microsoft.com/office/officeart/2009/layout/CirclePictureHierarchy"/>
    <dgm:cxn modelId="{2E5E6E32-2D58-4C90-AEBD-B951CC6E99C7}" type="presParOf" srcId="{2F5451D2-7D53-4318-8782-12C7CB622458}" destId="{7C41AF4B-4549-446D-855C-433C9B30AF72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EEAD2F9-8546-498A-8133-F2F939B7FACC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9565E1-11C2-4F3A-93A1-FA8AB2327875}">
      <dgm:prSet phldrT="[Text]"/>
      <dgm:spPr/>
      <dgm:t>
        <a:bodyPr/>
        <a:lstStyle/>
        <a:p>
          <a:endParaRPr lang="en-US" dirty="0"/>
        </a:p>
      </dgm:t>
    </dgm:pt>
    <dgm:pt modelId="{05472847-458B-4665-AFD8-D212A18AA368}" type="parTrans" cxnId="{C6E5D8D6-9E35-4099-A3CB-0085B579C9B8}">
      <dgm:prSet/>
      <dgm:spPr/>
      <dgm:t>
        <a:bodyPr/>
        <a:lstStyle/>
        <a:p>
          <a:endParaRPr lang="en-US"/>
        </a:p>
      </dgm:t>
    </dgm:pt>
    <dgm:pt modelId="{79548481-AFC1-4DC2-81BC-24774C81CF1F}" type="sibTrans" cxnId="{C6E5D8D6-9E35-4099-A3CB-0085B579C9B8}">
      <dgm:prSet/>
      <dgm:spPr/>
      <dgm:t>
        <a:bodyPr/>
        <a:lstStyle/>
        <a:p>
          <a:endParaRPr lang="en-US"/>
        </a:p>
      </dgm:t>
    </dgm:pt>
    <dgm:pt modelId="{6AB48D74-883B-4865-B868-169E43D1DA95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5FD384E0-4DA2-4D30-92DA-FEA91A4D7AB0}" type="parTrans" cxnId="{1F036888-CBF1-4972-97CE-5931A2BFF96A}">
      <dgm:prSet/>
      <dgm:spPr/>
      <dgm:t>
        <a:bodyPr/>
        <a:lstStyle/>
        <a:p>
          <a:endParaRPr lang="en-US"/>
        </a:p>
      </dgm:t>
    </dgm:pt>
    <dgm:pt modelId="{518822E6-E19D-4ED6-B387-44C13E06126F}" type="sibTrans" cxnId="{1F036888-CBF1-4972-97CE-5931A2BFF96A}">
      <dgm:prSet/>
      <dgm:spPr/>
      <dgm:t>
        <a:bodyPr/>
        <a:lstStyle/>
        <a:p>
          <a:endParaRPr lang="en-US"/>
        </a:p>
      </dgm:t>
    </dgm:pt>
    <dgm:pt modelId="{D8D9A6F0-64CE-4C4E-B1D3-BD76D97A0C3F}">
      <dgm:prSet phldrT="[Text]" custT="1"/>
      <dgm:spPr/>
      <dgm:t>
        <a:bodyPr/>
        <a:lstStyle/>
        <a:p>
          <a:r>
            <a:rPr lang="en-US" sz="3200" dirty="0"/>
            <a:t>37</a:t>
          </a:r>
        </a:p>
      </dgm:t>
    </dgm:pt>
    <dgm:pt modelId="{D00608CE-735C-4643-AF4C-D7A271F1DD8A}" type="parTrans" cxnId="{785FC776-9C69-43C1-95D5-5C736874F184}">
      <dgm:prSet/>
      <dgm:spPr/>
      <dgm:t>
        <a:bodyPr/>
        <a:lstStyle/>
        <a:p>
          <a:endParaRPr lang="en-US"/>
        </a:p>
      </dgm:t>
    </dgm:pt>
    <dgm:pt modelId="{984E8080-A144-4E1A-BC55-E2EA08700591}" type="sibTrans" cxnId="{785FC776-9C69-43C1-95D5-5C736874F184}">
      <dgm:prSet/>
      <dgm:spPr/>
      <dgm:t>
        <a:bodyPr/>
        <a:lstStyle/>
        <a:p>
          <a:endParaRPr lang="en-US"/>
        </a:p>
      </dgm:t>
    </dgm:pt>
    <dgm:pt modelId="{A76A03EA-086B-489A-B99C-CFFFAF232EA7}">
      <dgm:prSet phldrT="[Text]" custT="1"/>
      <dgm:spPr/>
      <dgm:t>
        <a:bodyPr/>
        <a:lstStyle/>
        <a:p>
          <a:r>
            <a:rPr lang="en-US" sz="3200" dirty="0"/>
            <a:t>35</a:t>
          </a:r>
        </a:p>
      </dgm:t>
    </dgm:pt>
    <dgm:pt modelId="{EF33D1BB-2846-40F6-A8DF-459E7AEBF131}" type="parTrans" cxnId="{C43AFE3E-D2CD-412E-990D-7A93CDB3A250}">
      <dgm:prSet/>
      <dgm:spPr/>
      <dgm:t>
        <a:bodyPr/>
        <a:lstStyle/>
        <a:p>
          <a:endParaRPr lang="en-US"/>
        </a:p>
      </dgm:t>
    </dgm:pt>
    <dgm:pt modelId="{0ECAF9ED-CB06-4EE8-9522-999AD94BC335}" type="sibTrans" cxnId="{C43AFE3E-D2CD-412E-990D-7A93CDB3A250}">
      <dgm:prSet/>
      <dgm:spPr/>
      <dgm:t>
        <a:bodyPr/>
        <a:lstStyle/>
        <a:p>
          <a:endParaRPr lang="en-US"/>
        </a:p>
      </dgm:t>
    </dgm:pt>
    <dgm:pt modelId="{AE095943-B8F6-4C21-8685-1DF41507992E}">
      <dgm:prSet phldrT="[Text]"/>
      <dgm:spPr/>
      <dgm:t>
        <a:bodyPr/>
        <a:lstStyle/>
        <a:p>
          <a:r>
            <a:rPr lang="en-US" dirty="0"/>
            <a:t>7</a:t>
          </a:r>
        </a:p>
      </dgm:t>
    </dgm:pt>
    <dgm:pt modelId="{43C71193-C8C2-4A94-B38B-63BB4E741014}" type="parTrans" cxnId="{1C8D91C7-EBF9-45F5-AE29-CB3C17671D9D}">
      <dgm:prSet/>
      <dgm:spPr/>
      <dgm:t>
        <a:bodyPr/>
        <a:lstStyle/>
        <a:p>
          <a:endParaRPr lang="en-US"/>
        </a:p>
      </dgm:t>
    </dgm:pt>
    <dgm:pt modelId="{CBEBFBE7-67DD-4915-9269-B26FFBD30FC0}" type="sibTrans" cxnId="{1C8D91C7-EBF9-45F5-AE29-CB3C17671D9D}">
      <dgm:prSet/>
      <dgm:spPr/>
      <dgm:t>
        <a:bodyPr/>
        <a:lstStyle/>
        <a:p>
          <a:endParaRPr lang="en-US"/>
        </a:p>
      </dgm:t>
    </dgm:pt>
    <dgm:pt modelId="{6918B300-1329-459F-92FC-4DF3175BABA5}">
      <dgm:prSet phldrT="[Text]" custT="1"/>
      <dgm:spPr/>
      <dgm:t>
        <a:bodyPr/>
        <a:lstStyle/>
        <a:p>
          <a:r>
            <a:rPr lang="en-US" sz="3200" dirty="0"/>
            <a:t>375</a:t>
          </a:r>
          <a:endParaRPr lang="en-US" sz="4900" dirty="0"/>
        </a:p>
      </dgm:t>
    </dgm:pt>
    <dgm:pt modelId="{F9488A5F-4C2D-4352-8CAB-6F0733B64DF5}" type="parTrans" cxnId="{1A12D3AC-12A5-49BD-91FD-309CF0D8931B}">
      <dgm:prSet/>
      <dgm:spPr/>
      <dgm:t>
        <a:bodyPr/>
        <a:lstStyle/>
        <a:p>
          <a:endParaRPr lang="en-US"/>
        </a:p>
      </dgm:t>
    </dgm:pt>
    <dgm:pt modelId="{08D3B656-BE84-4E89-A03B-084DA9554BBC}" type="sibTrans" cxnId="{1A12D3AC-12A5-49BD-91FD-309CF0D8931B}">
      <dgm:prSet/>
      <dgm:spPr/>
      <dgm:t>
        <a:bodyPr/>
        <a:lstStyle/>
        <a:p>
          <a:endParaRPr lang="en-US"/>
        </a:p>
      </dgm:t>
    </dgm:pt>
    <dgm:pt modelId="{52996ADC-D9C7-4F38-BA4F-F735B4CDC7A4}">
      <dgm:prSet phldrT="[Text]" custT="1"/>
      <dgm:spPr/>
      <dgm:t>
        <a:bodyPr/>
        <a:lstStyle/>
        <a:p>
          <a:r>
            <a:rPr lang="en-US" sz="2800" dirty="0"/>
            <a:t>357</a:t>
          </a:r>
          <a:endParaRPr lang="en-US" sz="3600" dirty="0"/>
        </a:p>
      </dgm:t>
    </dgm:pt>
    <dgm:pt modelId="{C0E07DDE-5280-45A3-B6EE-D3C2974E6422}" type="parTrans" cxnId="{0EC8366E-1393-4B38-B0B0-BA83AFF23889}">
      <dgm:prSet/>
      <dgm:spPr/>
      <dgm:t>
        <a:bodyPr/>
        <a:lstStyle/>
        <a:p>
          <a:endParaRPr lang="en-US"/>
        </a:p>
      </dgm:t>
    </dgm:pt>
    <dgm:pt modelId="{AF2D6013-75BA-4773-A6C7-0C7BA9FC9F76}" type="sibTrans" cxnId="{0EC8366E-1393-4B38-B0B0-BA83AFF23889}">
      <dgm:prSet/>
      <dgm:spPr/>
      <dgm:t>
        <a:bodyPr/>
        <a:lstStyle/>
        <a:p>
          <a:endParaRPr lang="en-US"/>
        </a:p>
      </dgm:t>
    </dgm:pt>
    <dgm:pt modelId="{B478B6A0-4E30-4348-BFB0-96F907FF6F5C}">
      <dgm:prSet phldrT="[Text]"/>
      <dgm:spPr/>
      <dgm:t>
        <a:bodyPr/>
        <a:lstStyle/>
        <a:p>
          <a:r>
            <a:rPr lang="en-US" dirty="0"/>
            <a:t>5</a:t>
          </a:r>
        </a:p>
      </dgm:t>
    </dgm:pt>
    <dgm:pt modelId="{E01CCDEE-F5EA-48EB-8F42-730D14DC297D}" type="parTrans" cxnId="{4EFC4E8A-D5D2-4BB5-8247-2CF5B0FB5D94}">
      <dgm:prSet/>
      <dgm:spPr/>
      <dgm:t>
        <a:bodyPr/>
        <a:lstStyle/>
        <a:p>
          <a:endParaRPr lang="en-US"/>
        </a:p>
      </dgm:t>
    </dgm:pt>
    <dgm:pt modelId="{3441AE17-A4A5-40B8-8C7D-49A1416B9A50}" type="sibTrans" cxnId="{4EFC4E8A-D5D2-4BB5-8247-2CF5B0FB5D94}">
      <dgm:prSet/>
      <dgm:spPr/>
      <dgm:t>
        <a:bodyPr/>
        <a:lstStyle/>
        <a:p>
          <a:endParaRPr lang="en-US"/>
        </a:p>
      </dgm:t>
    </dgm:pt>
    <dgm:pt modelId="{FEEE2F4E-FB1D-4D72-B8DE-5C3A71166968}" type="pres">
      <dgm:prSet presAssocID="{AEEAD2F9-8546-498A-8133-F2F939B7FA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E489AA-E779-4DA4-ADD4-5B5DA63CCF90}" type="pres">
      <dgm:prSet presAssocID="{8A9565E1-11C2-4F3A-93A1-FA8AB2327875}" presName="hierRoot1" presStyleCnt="0"/>
      <dgm:spPr/>
    </dgm:pt>
    <dgm:pt modelId="{4DC37932-B647-4253-9A7D-DFECC0A7D473}" type="pres">
      <dgm:prSet presAssocID="{8A9565E1-11C2-4F3A-93A1-FA8AB2327875}" presName="composite" presStyleCnt="0"/>
      <dgm:spPr/>
    </dgm:pt>
    <dgm:pt modelId="{4112420E-3229-4FAD-8518-A41D59FCF557}" type="pres">
      <dgm:prSet presAssocID="{8A9565E1-11C2-4F3A-93A1-FA8AB2327875}" presName="image" presStyleLbl="node0" presStyleIdx="0" presStyleCnt="1"/>
      <dgm:spPr/>
    </dgm:pt>
    <dgm:pt modelId="{A71A8BD3-F23D-4125-95E7-EC90813AF5A1}" type="pres">
      <dgm:prSet presAssocID="{8A9565E1-11C2-4F3A-93A1-FA8AB2327875}" presName="text" presStyleLbl="revTx" presStyleIdx="0" presStyleCnt="8">
        <dgm:presLayoutVars>
          <dgm:chPref val="3"/>
        </dgm:presLayoutVars>
      </dgm:prSet>
      <dgm:spPr/>
    </dgm:pt>
    <dgm:pt modelId="{93BDC3AD-C927-4486-B81A-670353A568E2}" type="pres">
      <dgm:prSet presAssocID="{8A9565E1-11C2-4F3A-93A1-FA8AB2327875}" presName="hierChild2" presStyleCnt="0"/>
      <dgm:spPr/>
    </dgm:pt>
    <dgm:pt modelId="{7970A4B9-683C-4E4D-84BE-854CA55D0572}" type="pres">
      <dgm:prSet presAssocID="{5FD384E0-4DA2-4D30-92DA-FEA91A4D7AB0}" presName="Name10" presStyleLbl="parChTrans1D2" presStyleIdx="0" presStyleCnt="3"/>
      <dgm:spPr/>
    </dgm:pt>
    <dgm:pt modelId="{37A30A7F-8509-4CD8-B008-07CFC471B4A3}" type="pres">
      <dgm:prSet presAssocID="{6AB48D74-883B-4865-B868-169E43D1DA95}" presName="hierRoot2" presStyleCnt="0"/>
      <dgm:spPr/>
    </dgm:pt>
    <dgm:pt modelId="{AFAAF5E6-C5B7-4BE4-B82D-1F90F8F41B6A}" type="pres">
      <dgm:prSet presAssocID="{6AB48D74-883B-4865-B868-169E43D1DA95}" presName="composite2" presStyleCnt="0"/>
      <dgm:spPr/>
    </dgm:pt>
    <dgm:pt modelId="{CBC13E2D-5EE4-4E4B-89FD-B709B910067F}" type="pres">
      <dgm:prSet presAssocID="{6AB48D74-883B-4865-B868-169E43D1DA95}" presName="image2" presStyleLbl="node2" presStyleIdx="0" presStyleCnt="3"/>
      <dgm:spPr/>
    </dgm:pt>
    <dgm:pt modelId="{39EAF13C-34DB-418E-86FF-20F869E2ADBD}" type="pres">
      <dgm:prSet presAssocID="{6AB48D74-883B-4865-B868-169E43D1DA95}" presName="text2" presStyleLbl="revTx" presStyleIdx="1" presStyleCnt="8" custLinFactNeighborX="-12643">
        <dgm:presLayoutVars>
          <dgm:chPref val="3"/>
        </dgm:presLayoutVars>
      </dgm:prSet>
      <dgm:spPr/>
    </dgm:pt>
    <dgm:pt modelId="{6C689127-2F6A-4446-8E99-54DDEA1E7EAF}" type="pres">
      <dgm:prSet presAssocID="{6AB48D74-883B-4865-B868-169E43D1DA95}" presName="hierChild3" presStyleCnt="0"/>
      <dgm:spPr/>
    </dgm:pt>
    <dgm:pt modelId="{369316B5-2EF0-47B8-A3EF-E37345106952}" type="pres">
      <dgm:prSet presAssocID="{D00608CE-735C-4643-AF4C-D7A271F1DD8A}" presName="Name17" presStyleLbl="parChTrans1D3" presStyleIdx="0" presStyleCnt="2"/>
      <dgm:spPr/>
    </dgm:pt>
    <dgm:pt modelId="{C8B23433-BFBA-4514-99C5-E8C8A8D366F3}" type="pres">
      <dgm:prSet presAssocID="{D8D9A6F0-64CE-4C4E-B1D3-BD76D97A0C3F}" presName="hierRoot3" presStyleCnt="0"/>
      <dgm:spPr/>
    </dgm:pt>
    <dgm:pt modelId="{6AE41F2D-E6CD-486E-A999-8D33E54B1F12}" type="pres">
      <dgm:prSet presAssocID="{D8D9A6F0-64CE-4C4E-B1D3-BD76D97A0C3F}" presName="composite3" presStyleCnt="0"/>
      <dgm:spPr/>
    </dgm:pt>
    <dgm:pt modelId="{B4EA551B-9DB1-40F7-A12A-1FB7DA6E0863}" type="pres">
      <dgm:prSet presAssocID="{D8D9A6F0-64CE-4C4E-B1D3-BD76D97A0C3F}" presName="image3" presStyleLbl="node3" presStyleIdx="0" presStyleCnt="2"/>
      <dgm:spPr/>
    </dgm:pt>
    <dgm:pt modelId="{636BCF2A-0C86-439E-8857-B3495C06637C}" type="pres">
      <dgm:prSet presAssocID="{D8D9A6F0-64CE-4C4E-B1D3-BD76D97A0C3F}" presName="text3" presStyleLbl="revTx" presStyleIdx="2" presStyleCnt="8" custLinFactNeighborX="-6777">
        <dgm:presLayoutVars>
          <dgm:chPref val="3"/>
        </dgm:presLayoutVars>
      </dgm:prSet>
      <dgm:spPr/>
    </dgm:pt>
    <dgm:pt modelId="{E21AE9AC-9A2F-4D67-9960-1DE0837F8605}" type="pres">
      <dgm:prSet presAssocID="{D8D9A6F0-64CE-4C4E-B1D3-BD76D97A0C3F}" presName="hierChild4" presStyleCnt="0"/>
      <dgm:spPr/>
    </dgm:pt>
    <dgm:pt modelId="{4EEE7484-5880-4C6F-8120-BBFFD598B36E}" type="pres">
      <dgm:prSet presAssocID="{F9488A5F-4C2D-4352-8CAB-6F0733B64DF5}" presName="Name23" presStyleLbl="parChTrans1D4" presStyleIdx="0" presStyleCnt="2"/>
      <dgm:spPr/>
    </dgm:pt>
    <dgm:pt modelId="{0C5DAFCC-CA6E-44A4-965D-746FF9D60716}" type="pres">
      <dgm:prSet presAssocID="{6918B300-1329-459F-92FC-4DF3175BABA5}" presName="hierRoot4" presStyleCnt="0"/>
      <dgm:spPr/>
    </dgm:pt>
    <dgm:pt modelId="{0A28CCB0-7845-4B4D-B246-B26726C84BF5}" type="pres">
      <dgm:prSet presAssocID="{6918B300-1329-459F-92FC-4DF3175BABA5}" presName="composite4" presStyleCnt="0"/>
      <dgm:spPr/>
    </dgm:pt>
    <dgm:pt modelId="{99A5B314-38F0-4E28-A155-575E863F0294}" type="pres">
      <dgm:prSet presAssocID="{6918B300-1329-459F-92FC-4DF3175BABA5}" presName="image4" presStyleLbl="node4" presStyleIdx="0" presStyleCnt="2"/>
      <dgm:spPr/>
    </dgm:pt>
    <dgm:pt modelId="{443BD2FC-3355-420B-B6EF-AF19D80E00D5}" type="pres">
      <dgm:prSet presAssocID="{6918B300-1329-459F-92FC-4DF3175BABA5}" presName="text4" presStyleLbl="revTx" presStyleIdx="3" presStyleCnt="8" custLinFactNeighborX="-6777">
        <dgm:presLayoutVars>
          <dgm:chPref val="3"/>
        </dgm:presLayoutVars>
      </dgm:prSet>
      <dgm:spPr/>
    </dgm:pt>
    <dgm:pt modelId="{508EBACD-56F5-4F44-8CED-DC236FAE42D6}" type="pres">
      <dgm:prSet presAssocID="{6918B300-1329-459F-92FC-4DF3175BABA5}" presName="hierChild5" presStyleCnt="0"/>
      <dgm:spPr/>
    </dgm:pt>
    <dgm:pt modelId="{AEF61DBE-A19E-4156-A2A9-9A90DF9BDB48}" type="pres">
      <dgm:prSet presAssocID="{EF33D1BB-2846-40F6-A8DF-459E7AEBF131}" presName="Name17" presStyleLbl="parChTrans1D3" presStyleIdx="1" presStyleCnt="2"/>
      <dgm:spPr/>
    </dgm:pt>
    <dgm:pt modelId="{E2E74C0F-6627-4BAF-A73E-7DC2B39981B5}" type="pres">
      <dgm:prSet presAssocID="{A76A03EA-086B-489A-B99C-CFFFAF232EA7}" presName="hierRoot3" presStyleCnt="0"/>
      <dgm:spPr/>
    </dgm:pt>
    <dgm:pt modelId="{BC507FD0-D14F-4694-91A2-257ACF59DA5C}" type="pres">
      <dgm:prSet presAssocID="{A76A03EA-086B-489A-B99C-CFFFAF232EA7}" presName="composite3" presStyleCnt="0"/>
      <dgm:spPr/>
    </dgm:pt>
    <dgm:pt modelId="{BA97C414-1107-487E-ADFD-EE9DCE893874}" type="pres">
      <dgm:prSet presAssocID="{A76A03EA-086B-489A-B99C-CFFFAF232EA7}" presName="image3" presStyleLbl="node3" presStyleIdx="1" presStyleCnt="2"/>
      <dgm:spPr/>
    </dgm:pt>
    <dgm:pt modelId="{59F6CEB8-D371-4B80-BEC0-3C242F630220}" type="pres">
      <dgm:prSet presAssocID="{A76A03EA-086B-489A-B99C-CFFFAF232EA7}" presName="text3" presStyleLbl="revTx" presStyleIdx="4" presStyleCnt="8" custLinFactNeighborX="-6777">
        <dgm:presLayoutVars>
          <dgm:chPref val="3"/>
        </dgm:presLayoutVars>
      </dgm:prSet>
      <dgm:spPr/>
    </dgm:pt>
    <dgm:pt modelId="{B1FE1A77-AD43-4214-91E5-14FE4A168282}" type="pres">
      <dgm:prSet presAssocID="{A76A03EA-086B-489A-B99C-CFFFAF232EA7}" presName="hierChild4" presStyleCnt="0"/>
      <dgm:spPr/>
    </dgm:pt>
    <dgm:pt modelId="{E291F485-A894-4BED-B276-29EBDE902CD0}" type="pres">
      <dgm:prSet presAssocID="{C0E07DDE-5280-45A3-B6EE-D3C2974E6422}" presName="Name23" presStyleLbl="parChTrans1D4" presStyleIdx="1" presStyleCnt="2"/>
      <dgm:spPr/>
    </dgm:pt>
    <dgm:pt modelId="{B1F842C5-CFCF-4507-8A11-ABEAF68019C4}" type="pres">
      <dgm:prSet presAssocID="{52996ADC-D9C7-4F38-BA4F-F735B4CDC7A4}" presName="hierRoot4" presStyleCnt="0"/>
      <dgm:spPr/>
    </dgm:pt>
    <dgm:pt modelId="{FA8FF08F-B33E-4D44-A855-648FA7C3223A}" type="pres">
      <dgm:prSet presAssocID="{52996ADC-D9C7-4F38-BA4F-F735B4CDC7A4}" presName="composite4" presStyleCnt="0"/>
      <dgm:spPr/>
    </dgm:pt>
    <dgm:pt modelId="{788938A7-9EEC-4D63-96DC-31C77D9F8553}" type="pres">
      <dgm:prSet presAssocID="{52996ADC-D9C7-4F38-BA4F-F735B4CDC7A4}" presName="image4" presStyleLbl="node4" presStyleIdx="1" presStyleCnt="2"/>
      <dgm:spPr/>
    </dgm:pt>
    <dgm:pt modelId="{9E71FC54-563D-4898-8117-9ED3EC3EB77E}" type="pres">
      <dgm:prSet presAssocID="{52996ADC-D9C7-4F38-BA4F-F735B4CDC7A4}" presName="text4" presStyleLbl="revTx" presStyleIdx="5" presStyleCnt="8" custLinFactNeighborX="978">
        <dgm:presLayoutVars>
          <dgm:chPref val="3"/>
        </dgm:presLayoutVars>
      </dgm:prSet>
      <dgm:spPr/>
    </dgm:pt>
    <dgm:pt modelId="{BA5552D6-DB4F-4AC2-92BD-B6B08CC64C65}" type="pres">
      <dgm:prSet presAssocID="{52996ADC-D9C7-4F38-BA4F-F735B4CDC7A4}" presName="hierChild5" presStyleCnt="0"/>
      <dgm:spPr/>
    </dgm:pt>
    <dgm:pt modelId="{7A0A26E8-303C-41F2-AC8F-6A888CBA7A1C}" type="pres">
      <dgm:prSet presAssocID="{43C71193-C8C2-4A94-B38B-63BB4E741014}" presName="Name10" presStyleLbl="parChTrans1D2" presStyleIdx="1" presStyleCnt="3"/>
      <dgm:spPr/>
    </dgm:pt>
    <dgm:pt modelId="{3F05A072-4573-4D96-9FA5-E2A76E8CBBE1}" type="pres">
      <dgm:prSet presAssocID="{AE095943-B8F6-4C21-8685-1DF41507992E}" presName="hierRoot2" presStyleCnt="0"/>
      <dgm:spPr/>
    </dgm:pt>
    <dgm:pt modelId="{F8E96928-D1EF-49A8-802E-99D064061B34}" type="pres">
      <dgm:prSet presAssocID="{AE095943-B8F6-4C21-8685-1DF41507992E}" presName="composite2" presStyleCnt="0"/>
      <dgm:spPr/>
    </dgm:pt>
    <dgm:pt modelId="{8EBEEBAA-8AF0-4554-82B2-BCB084DAC53E}" type="pres">
      <dgm:prSet presAssocID="{AE095943-B8F6-4C21-8685-1DF41507992E}" presName="image2" presStyleLbl="node2" presStyleIdx="1" presStyleCnt="3"/>
      <dgm:spPr/>
    </dgm:pt>
    <dgm:pt modelId="{7E072A88-CE9A-48CB-BEEE-F815E6ECD0AE}" type="pres">
      <dgm:prSet presAssocID="{AE095943-B8F6-4C21-8685-1DF41507992E}" presName="text2" presStyleLbl="revTx" presStyleIdx="6" presStyleCnt="8">
        <dgm:presLayoutVars>
          <dgm:chPref val="3"/>
        </dgm:presLayoutVars>
      </dgm:prSet>
      <dgm:spPr/>
    </dgm:pt>
    <dgm:pt modelId="{22EEED74-634B-4352-9A50-AA57190844E8}" type="pres">
      <dgm:prSet presAssocID="{AE095943-B8F6-4C21-8685-1DF41507992E}" presName="hierChild3" presStyleCnt="0"/>
      <dgm:spPr/>
    </dgm:pt>
    <dgm:pt modelId="{1B9B47B8-B779-4441-BA8B-3A385C97AE96}" type="pres">
      <dgm:prSet presAssocID="{E01CCDEE-F5EA-48EB-8F42-730D14DC297D}" presName="Name10" presStyleLbl="parChTrans1D2" presStyleIdx="2" presStyleCnt="3"/>
      <dgm:spPr/>
    </dgm:pt>
    <dgm:pt modelId="{EB5FFEA4-4EBA-48D0-BF37-3A50D037E89C}" type="pres">
      <dgm:prSet presAssocID="{B478B6A0-4E30-4348-BFB0-96F907FF6F5C}" presName="hierRoot2" presStyleCnt="0"/>
      <dgm:spPr/>
    </dgm:pt>
    <dgm:pt modelId="{4979FF1E-5856-4ABB-B88F-69B96A967505}" type="pres">
      <dgm:prSet presAssocID="{B478B6A0-4E30-4348-BFB0-96F907FF6F5C}" presName="composite2" presStyleCnt="0"/>
      <dgm:spPr/>
    </dgm:pt>
    <dgm:pt modelId="{90EC10B9-3B17-4C68-8EBE-AFF957AE74D4}" type="pres">
      <dgm:prSet presAssocID="{B478B6A0-4E30-4348-BFB0-96F907FF6F5C}" presName="image2" presStyleLbl="node2" presStyleIdx="2" presStyleCnt="3"/>
      <dgm:spPr/>
    </dgm:pt>
    <dgm:pt modelId="{377434AD-9CB6-471B-80C4-F064F84FC42B}" type="pres">
      <dgm:prSet presAssocID="{B478B6A0-4E30-4348-BFB0-96F907FF6F5C}" presName="text2" presStyleLbl="revTx" presStyleIdx="7" presStyleCnt="8">
        <dgm:presLayoutVars>
          <dgm:chPref val="3"/>
        </dgm:presLayoutVars>
      </dgm:prSet>
      <dgm:spPr/>
    </dgm:pt>
    <dgm:pt modelId="{619A9C8F-1340-4EBB-AE9D-69A9EFFB8C75}" type="pres">
      <dgm:prSet presAssocID="{B478B6A0-4E30-4348-BFB0-96F907FF6F5C}" presName="hierChild3" presStyleCnt="0"/>
      <dgm:spPr/>
    </dgm:pt>
  </dgm:ptLst>
  <dgm:cxnLst>
    <dgm:cxn modelId="{DEA8631E-0F8B-4CB9-901F-780DDE9B127C}" type="presOf" srcId="{D00608CE-735C-4643-AF4C-D7A271F1DD8A}" destId="{369316B5-2EF0-47B8-A3EF-E37345106952}" srcOrd="0" destOrd="0" presId="urn:microsoft.com/office/officeart/2009/layout/CirclePictureHierarchy"/>
    <dgm:cxn modelId="{C7340221-EDC0-4064-9764-4C513FF86372}" type="presOf" srcId="{43C71193-C8C2-4A94-B38B-63BB4E741014}" destId="{7A0A26E8-303C-41F2-AC8F-6A888CBA7A1C}" srcOrd="0" destOrd="0" presId="urn:microsoft.com/office/officeart/2009/layout/CirclePictureHierarchy"/>
    <dgm:cxn modelId="{1E011B26-5A74-4589-89AB-3F5C17499E40}" type="presOf" srcId="{B478B6A0-4E30-4348-BFB0-96F907FF6F5C}" destId="{377434AD-9CB6-471B-80C4-F064F84FC42B}" srcOrd="0" destOrd="0" presId="urn:microsoft.com/office/officeart/2009/layout/CirclePictureHierarchy"/>
    <dgm:cxn modelId="{EC26AC2D-FC45-4922-9961-F537637590A8}" type="presOf" srcId="{D8D9A6F0-64CE-4C4E-B1D3-BD76D97A0C3F}" destId="{636BCF2A-0C86-439E-8857-B3495C06637C}" srcOrd="0" destOrd="0" presId="urn:microsoft.com/office/officeart/2009/layout/CirclePictureHierarchy"/>
    <dgm:cxn modelId="{D8F4CB33-8246-4AF7-8EE2-0897F34EE4AE}" type="presOf" srcId="{EF33D1BB-2846-40F6-A8DF-459E7AEBF131}" destId="{AEF61DBE-A19E-4156-A2A9-9A90DF9BDB48}" srcOrd="0" destOrd="0" presId="urn:microsoft.com/office/officeart/2009/layout/CirclePictureHierarchy"/>
    <dgm:cxn modelId="{C43AFE3E-D2CD-412E-990D-7A93CDB3A250}" srcId="{6AB48D74-883B-4865-B868-169E43D1DA95}" destId="{A76A03EA-086B-489A-B99C-CFFFAF232EA7}" srcOrd="1" destOrd="0" parTransId="{EF33D1BB-2846-40F6-A8DF-459E7AEBF131}" sibTransId="{0ECAF9ED-CB06-4EE8-9522-999AD94BC335}"/>
    <dgm:cxn modelId="{0EC8366E-1393-4B38-B0B0-BA83AFF23889}" srcId="{A76A03EA-086B-489A-B99C-CFFFAF232EA7}" destId="{52996ADC-D9C7-4F38-BA4F-F735B4CDC7A4}" srcOrd="0" destOrd="0" parTransId="{C0E07DDE-5280-45A3-B6EE-D3C2974E6422}" sibTransId="{AF2D6013-75BA-4773-A6C7-0C7BA9FC9F76}"/>
    <dgm:cxn modelId="{A3A9D36F-5CAB-435C-BA64-84D4D3FC4F00}" type="presOf" srcId="{F9488A5F-4C2D-4352-8CAB-6F0733B64DF5}" destId="{4EEE7484-5880-4C6F-8120-BBFFD598B36E}" srcOrd="0" destOrd="0" presId="urn:microsoft.com/office/officeart/2009/layout/CirclePictureHierarchy"/>
    <dgm:cxn modelId="{785FC776-9C69-43C1-95D5-5C736874F184}" srcId="{6AB48D74-883B-4865-B868-169E43D1DA95}" destId="{D8D9A6F0-64CE-4C4E-B1D3-BD76D97A0C3F}" srcOrd="0" destOrd="0" parTransId="{D00608CE-735C-4643-AF4C-D7A271F1DD8A}" sibTransId="{984E8080-A144-4E1A-BC55-E2EA08700591}"/>
    <dgm:cxn modelId="{1F036888-CBF1-4972-97CE-5931A2BFF96A}" srcId="{8A9565E1-11C2-4F3A-93A1-FA8AB2327875}" destId="{6AB48D74-883B-4865-B868-169E43D1DA95}" srcOrd="0" destOrd="0" parTransId="{5FD384E0-4DA2-4D30-92DA-FEA91A4D7AB0}" sibTransId="{518822E6-E19D-4ED6-B387-44C13E06126F}"/>
    <dgm:cxn modelId="{4EFC4E8A-D5D2-4BB5-8247-2CF5B0FB5D94}" srcId="{8A9565E1-11C2-4F3A-93A1-FA8AB2327875}" destId="{B478B6A0-4E30-4348-BFB0-96F907FF6F5C}" srcOrd="2" destOrd="0" parTransId="{E01CCDEE-F5EA-48EB-8F42-730D14DC297D}" sibTransId="{3441AE17-A4A5-40B8-8C7D-49A1416B9A50}"/>
    <dgm:cxn modelId="{976AAA9E-887E-499F-985A-88DF36305A45}" type="presOf" srcId="{E01CCDEE-F5EA-48EB-8F42-730D14DC297D}" destId="{1B9B47B8-B779-4441-BA8B-3A385C97AE96}" srcOrd="0" destOrd="0" presId="urn:microsoft.com/office/officeart/2009/layout/CirclePictureHierarchy"/>
    <dgm:cxn modelId="{537D32A0-2663-43BE-9DAD-A66B5C682011}" type="presOf" srcId="{C0E07DDE-5280-45A3-B6EE-D3C2974E6422}" destId="{E291F485-A894-4BED-B276-29EBDE902CD0}" srcOrd="0" destOrd="0" presId="urn:microsoft.com/office/officeart/2009/layout/CirclePictureHierarchy"/>
    <dgm:cxn modelId="{1A12D3AC-12A5-49BD-91FD-309CF0D8931B}" srcId="{D8D9A6F0-64CE-4C4E-B1D3-BD76D97A0C3F}" destId="{6918B300-1329-459F-92FC-4DF3175BABA5}" srcOrd="0" destOrd="0" parTransId="{F9488A5F-4C2D-4352-8CAB-6F0733B64DF5}" sibTransId="{08D3B656-BE84-4E89-A03B-084DA9554BBC}"/>
    <dgm:cxn modelId="{3B67FDB4-84AA-4099-94AD-DAC2AE46436F}" type="presOf" srcId="{6918B300-1329-459F-92FC-4DF3175BABA5}" destId="{443BD2FC-3355-420B-B6EF-AF19D80E00D5}" srcOrd="0" destOrd="0" presId="urn:microsoft.com/office/officeart/2009/layout/CirclePictureHierarchy"/>
    <dgm:cxn modelId="{1C8D91C7-EBF9-45F5-AE29-CB3C17671D9D}" srcId="{8A9565E1-11C2-4F3A-93A1-FA8AB2327875}" destId="{AE095943-B8F6-4C21-8685-1DF41507992E}" srcOrd="1" destOrd="0" parTransId="{43C71193-C8C2-4A94-B38B-63BB4E741014}" sibTransId="{CBEBFBE7-67DD-4915-9269-B26FFBD30FC0}"/>
    <dgm:cxn modelId="{FF86C9C8-71A8-4C01-8627-D0DC3D3A3CA2}" type="presOf" srcId="{A76A03EA-086B-489A-B99C-CFFFAF232EA7}" destId="{59F6CEB8-D371-4B80-BEC0-3C242F630220}" srcOrd="0" destOrd="0" presId="urn:microsoft.com/office/officeart/2009/layout/CirclePictureHierarchy"/>
    <dgm:cxn modelId="{B55D19CD-81A9-4D45-898C-65EC385F7B86}" type="presOf" srcId="{52996ADC-D9C7-4F38-BA4F-F735B4CDC7A4}" destId="{9E71FC54-563D-4898-8117-9ED3EC3EB77E}" srcOrd="0" destOrd="0" presId="urn:microsoft.com/office/officeart/2009/layout/CirclePictureHierarchy"/>
    <dgm:cxn modelId="{C6E5D8D6-9E35-4099-A3CB-0085B579C9B8}" srcId="{AEEAD2F9-8546-498A-8133-F2F939B7FACC}" destId="{8A9565E1-11C2-4F3A-93A1-FA8AB2327875}" srcOrd="0" destOrd="0" parTransId="{05472847-458B-4665-AFD8-D212A18AA368}" sibTransId="{79548481-AFC1-4DC2-81BC-24774C81CF1F}"/>
    <dgm:cxn modelId="{70DBDCD9-8AE8-43C9-86F6-F55B56441383}" type="presOf" srcId="{AEEAD2F9-8546-498A-8133-F2F939B7FACC}" destId="{FEEE2F4E-FB1D-4D72-B8DE-5C3A71166968}" srcOrd="0" destOrd="0" presId="urn:microsoft.com/office/officeart/2009/layout/CirclePictureHierarchy"/>
    <dgm:cxn modelId="{9B34DADA-4AC8-4BA4-97AE-F56397894B82}" type="presOf" srcId="{6AB48D74-883B-4865-B868-169E43D1DA95}" destId="{39EAF13C-34DB-418E-86FF-20F869E2ADBD}" srcOrd="0" destOrd="0" presId="urn:microsoft.com/office/officeart/2009/layout/CirclePictureHierarchy"/>
    <dgm:cxn modelId="{EE2823E2-E7EC-4245-A6BF-B3B253CFBC38}" type="presOf" srcId="{5FD384E0-4DA2-4D30-92DA-FEA91A4D7AB0}" destId="{7970A4B9-683C-4E4D-84BE-854CA55D0572}" srcOrd="0" destOrd="0" presId="urn:microsoft.com/office/officeart/2009/layout/CirclePictureHierarchy"/>
    <dgm:cxn modelId="{DC7D46E4-AEF0-482E-B5CF-8A075B1EBE89}" type="presOf" srcId="{AE095943-B8F6-4C21-8685-1DF41507992E}" destId="{7E072A88-CE9A-48CB-BEEE-F815E6ECD0AE}" srcOrd="0" destOrd="0" presId="urn:microsoft.com/office/officeart/2009/layout/CirclePictureHierarchy"/>
    <dgm:cxn modelId="{5A1EA1E5-23E8-4A6B-8937-6D45B7EE1BAD}" type="presOf" srcId="{8A9565E1-11C2-4F3A-93A1-FA8AB2327875}" destId="{A71A8BD3-F23D-4125-95E7-EC90813AF5A1}" srcOrd="0" destOrd="0" presId="urn:microsoft.com/office/officeart/2009/layout/CirclePictureHierarchy"/>
    <dgm:cxn modelId="{0B62BE9D-3F73-48DA-9B03-732F9580CE09}" type="presParOf" srcId="{FEEE2F4E-FB1D-4D72-B8DE-5C3A71166968}" destId="{D0E489AA-E779-4DA4-ADD4-5B5DA63CCF90}" srcOrd="0" destOrd="0" presId="urn:microsoft.com/office/officeart/2009/layout/CirclePictureHierarchy"/>
    <dgm:cxn modelId="{0FDF8076-3E87-47ED-93D3-83F80A1089DE}" type="presParOf" srcId="{D0E489AA-E779-4DA4-ADD4-5B5DA63CCF90}" destId="{4DC37932-B647-4253-9A7D-DFECC0A7D473}" srcOrd="0" destOrd="0" presId="urn:microsoft.com/office/officeart/2009/layout/CirclePictureHierarchy"/>
    <dgm:cxn modelId="{D4041300-A1DE-4E46-AC33-2E88A7B90342}" type="presParOf" srcId="{4DC37932-B647-4253-9A7D-DFECC0A7D473}" destId="{4112420E-3229-4FAD-8518-A41D59FCF557}" srcOrd="0" destOrd="0" presId="urn:microsoft.com/office/officeart/2009/layout/CirclePictureHierarchy"/>
    <dgm:cxn modelId="{A9CA6E55-7E86-47F0-8DFF-010ADF42C25C}" type="presParOf" srcId="{4DC37932-B647-4253-9A7D-DFECC0A7D473}" destId="{A71A8BD3-F23D-4125-95E7-EC90813AF5A1}" srcOrd="1" destOrd="0" presId="urn:microsoft.com/office/officeart/2009/layout/CirclePictureHierarchy"/>
    <dgm:cxn modelId="{7F81B6CE-BB11-4B33-ABDC-8D05D27C19B2}" type="presParOf" srcId="{D0E489AA-E779-4DA4-ADD4-5B5DA63CCF90}" destId="{93BDC3AD-C927-4486-B81A-670353A568E2}" srcOrd="1" destOrd="0" presId="urn:microsoft.com/office/officeart/2009/layout/CirclePictureHierarchy"/>
    <dgm:cxn modelId="{147FF844-17A4-44F2-A285-F5D9F6456D8B}" type="presParOf" srcId="{93BDC3AD-C927-4486-B81A-670353A568E2}" destId="{7970A4B9-683C-4E4D-84BE-854CA55D0572}" srcOrd="0" destOrd="0" presId="urn:microsoft.com/office/officeart/2009/layout/CirclePictureHierarchy"/>
    <dgm:cxn modelId="{0974E329-A0BC-4E70-967C-D85CCA28BAB8}" type="presParOf" srcId="{93BDC3AD-C927-4486-B81A-670353A568E2}" destId="{37A30A7F-8509-4CD8-B008-07CFC471B4A3}" srcOrd="1" destOrd="0" presId="urn:microsoft.com/office/officeart/2009/layout/CirclePictureHierarchy"/>
    <dgm:cxn modelId="{13209CD1-F181-4DAA-A98E-6ADF3EAAC5C3}" type="presParOf" srcId="{37A30A7F-8509-4CD8-B008-07CFC471B4A3}" destId="{AFAAF5E6-C5B7-4BE4-B82D-1F90F8F41B6A}" srcOrd="0" destOrd="0" presId="urn:microsoft.com/office/officeart/2009/layout/CirclePictureHierarchy"/>
    <dgm:cxn modelId="{1E057B36-CF16-4E3A-828F-BE5D115CDEC2}" type="presParOf" srcId="{AFAAF5E6-C5B7-4BE4-B82D-1F90F8F41B6A}" destId="{CBC13E2D-5EE4-4E4B-89FD-B709B910067F}" srcOrd="0" destOrd="0" presId="urn:microsoft.com/office/officeart/2009/layout/CirclePictureHierarchy"/>
    <dgm:cxn modelId="{9362BAE8-14D8-4932-A04A-707C75D4E076}" type="presParOf" srcId="{AFAAF5E6-C5B7-4BE4-B82D-1F90F8F41B6A}" destId="{39EAF13C-34DB-418E-86FF-20F869E2ADBD}" srcOrd="1" destOrd="0" presId="urn:microsoft.com/office/officeart/2009/layout/CirclePictureHierarchy"/>
    <dgm:cxn modelId="{CE2F1CF3-BC0E-484D-B9D8-B8411583A567}" type="presParOf" srcId="{37A30A7F-8509-4CD8-B008-07CFC471B4A3}" destId="{6C689127-2F6A-4446-8E99-54DDEA1E7EAF}" srcOrd="1" destOrd="0" presId="urn:microsoft.com/office/officeart/2009/layout/CirclePictureHierarchy"/>
    <dgm:cxn modelId="{635455E6-1E9A-4DCB-836C-874E7C54405A}" type="presParOf" srcId="{6C689127-2F6A-4446-8E99-54DDEA1E7EAF}" destId="{369316B5-2EF0-47B8-A3EF-E37345106952}" srcOrd="0" destOrd="0" presId="urn:microsoft.com/office/officeart/2009/layout/CirclePictureHierarchy"/>
    <dgm:cxn modelId="{66A5E1E5-5DC4-4D72-B2E5-2775190D6C96}" type="presParOf" srcId="{6C689127-2F6A-4446-8E99-54DDEA1E7EAF}" destId="{C8B23433-BFBA-4514-99C5-E8C8A8D366F3}" srcOrd="1" destOrd="0" presId="urn:microsoft.com/office/officeart/2009/layout/CirclePictureHierarchy"/>
    <dgm:cxn modelId="{EDC6D591-08EF-4F06-BAF2-D95CABDFF207}" type="presParOf" srcId="{C8B23433-BFBA-4514-99C5-E8C8A8D366F3}" destId="{6AE41F2D-E6CD-486E-A999-8D33E54B1F12}" srcOrd="0" destOrd="0" presId="urn:microsoft.com/office/officeart/2009/layout/CirclePictureHierarchy"/>
    <dgm:cxn modelId="{0AE4A109-D85D-4216-AE11-078D9D0D9B65}" type="presParOf" srcId="{6AE41F2D-E6CD-486E-A999-8D33E54B1F12}" destId="{B4EA551B-9DB1-40F7-A12A-1FB7DA6E0863}" srcOrd="0" destOrd="0" presId="urn:microsoft.com/office/officeart/2009/layout/CirclePictureHierarchy"/>
    <dgm:cxn modelId="{3CFFE617-BBC3-43E1-B31F-5082DD0A9035}" type="presParOf" srcId="{6AE41F2D-E6CD-486E-A999-8D33E54B1F12}" destId="{636BCF2A-0C86-439E-8857-B3495C06637C}" srcOrd="1" destOrd="0" presId="urn:microsoft.com/office/officeart/2009/layout/CirclePictureHierarchy"/>
    <dgm:cxn modelId="{A95E4E86-73F6-44CA-8755-F6667E7842EB}" type="presParOf" srcId="{C8B23433-BFBA-4514-99C5-E8C8A8D366F3}" destId="{E21AE9AC-9A2F-4D67-9960-1DE0837F8605}" srcOrd="1" destOrd="0" presId="urn:microsoft.com/office/officeart/2009/layout/CirclePictureHierarchy"/>
    <dgm:cxn modelId="{87E27855-5669-4E21-BDC5-ACE461D1D9F8}" type="presParOf" srcId="{E21AE9AC-9A2F-4D67-9960-1DE0837F8605}" destId="{4EEE7484-5880-4C6F-8120-BBFFD598B36E}" srcOrd="0" destOrd="0" presId="urn:microsoft.com/office/officeart/2009/layout/CirclePictureHierarchy"/>
    <dgm:cxn modelId="{5AC90AD8-1E20-48EC-91D5-DC0D25D24C6B}" type="presParOf" srcId="{E21AE9AC-9A2F-4D67-9960-1DE0837F8605}" destId="{0C5DAFCC-CA6E-44A4-965D-746FF9D60716}" srcOrd="1" destOrd="0" presId="urn:microsoft.com/office/officeart/2009/layout/CirclePictureHierarchy"/>
    <dgm:cxn modelId="{D3E16240-E5E8-484E-BEF5-7ED063C0CD0D}" type="presParOf" srcId="{0C5DAFCC-CA6E-44A4-965D-746FF9D60716}" destId="{0A28CCB0-7845-4B4D-B246-B26726C84BF5}" srcOrd="0" destOrd="0" presId="urn:microsoft.com/office/officeart/2009/layout/CirclePictureHierarchy"/>
    <dgm:cxn modelId="{D5BF90D2-4F53-433F-A500-E0BE9E03E529}" type="presParOf" srcId="{0A28CCB0-7845-4B4D-B246-B26726C84BF5}" destId="{99A5B314-38F0-4E28-A155-575E863F0294}" srcOrd="0" destOrd="0" presId="urn:microsoft.com/office/officeart/2009/layout/CirclePictureHierarchy"/>
    <dgm:cxn modelId="{AB51BEE0-4903-4345-9D10-E70CB63249A4}" type="presParOf" srcId="{0A28CCB0-7845-4B4D-B246-B26726C84BF5}" destId="{443BD2FC-3355-420B-B6EF-AF19D80E00D5}" srcOrd="1" destOrd="0" presId="urn:microsoft.com/office/officeart/2009/layout/CirclePictureHierarchy"/>
    <dgm:cxn modelId="{8370DD14-043B-47EE-B29C-CF73767094CF}" type="presParOf" srcId="{0C5DAFCC-CA6E-44A4-965D-746FF9D60716}" destId="{508EBACD-56F5-4F44-8CED-DC236FAE42D6}" srcOrd="1" destOrd="0" presId="urn:microsoft.com/office/officeart/2009/layout/CirclePictureHierarchy"/>
    <dgm:cxn modelId="{764F5986-32B0-452A-9AE9-E7208AA2B118}" type="presParOf" srcId="{6C689127-2F6A-4446-8E99-54DDEA1E7EAF}" destId="{AEF61DBE-A19E-4156-A2A9-9A90DF9BDB48}" srcOrd="2" destOrd="0" presId="urn:microsoft.com/office/officeart/2009/layout/CirclePictureHierarchy"/>
    <dgm:cxn modelId="{FF467DE1-F0E1-4208-9001-9671DE9655B4}" type="presParOf" srcId="{6C689127-2F6A-4446-8E99-54DDEA1E7EAF}" destId="{E2E74C0F-6627-4BAF-A73E-7DC2B39981B5}" srcOrd="3" destOrd="0" presId="urn:microsoft.com/office/officeart/2009/layout/CirclePictureHierarchy"/>
    <dgm:cxn modelId="{86EBDA81-CD66-44D6-8020-7B4B560DA9DD}" type="presParOf" srcId="{E2E74C0F-6627-4BAF-A73E-7DC2B39981B5}" destId="{BC507FD0-D14F-4694-91A2-257ACF59DA5C}" srcOrd="0" destOrd="0" presId="urn:microsoft.com/office/officeart/2009/layout/CirclePictureHierarchy"/>
    <dgm:cxn modelId="{183CC57E-08C0-4D7F-91E8-735FFEAC01CD}" type="presParOf" srcId="{BC507FD0-D14F-4694-91A2-257ACF59DA5C}" destId="{BA97C414-1107-487E-ADFD-EE9DCE893874}" srcOrd="0" destOrd="0" presId="urn:microsoft.com/office/officeart/2009/layout/CirclePictureHierarchy"/>
    <dgm:cxn modelId="{253F740E-E118-4FAE-940E-0940F65A3E54}" type="presParOf" srcId="{BC507FD0-D14F-4694-91A2-257ACF59DA5C}" destId="{59F6CEB8-D371-4B80-BEC0-3C242F630220}" srcOrd="1" destOrd="0" presId="urn:microsoft.com/office/officeart/2009/layout/CirclePictureHierarchy"/>
    <dgm:cxn modelId="{FBF95190-B561-4D76-9D80-AADE3BB73935}" type="presParOf" srcId="{E2E74C0F-6627-4BAF-A73E-7DC2B39981B5}" destId="{B1FE1A77-AD43-4214-91E5-14FE4A168282}" srcOrd="1" destOrd="0" presId="urn:microsoft.com/office/officeart/2009/layout/CirclePictureHierarchy"/>
    <dgm:cxn modelId="{C0794760-E7CE-4EE2-AE68-786C9E2B0AB7}" type="presParOf" srcId="{B1FE1A77-AD43-4214-91E5-14FE4A168282}" destId="{E291F485-A894-4BED-B276-29EBDE902CD0}" srcOrd="0" destOrd="0" presId="urn:microsoft.com/office/officeart/2009/layout/CirclePictureHierarchy"/>
    <dgm:cxn modelId="{D55979DA-0AAF-481F-8E01-B6748BF661D7}" type="presParOf" srcId="{B1FE1A77-AD43-4214-91E5-14FE4A168282}" destId="{B1F842C5-CFCF-4507-8A11-ABEAF68019C4}" srcOrd="1" destOrd="0" presId="urn:microsoft.com/office/officeart/2009/layout/CirclePictureHierarchy"/>
    <dgm:cxn modelId="{92C2DB9D-76F9-4B1E-8ADE-9039CB68763E}" type="presParOf" srcId="{B1F842C5-CFCF-4507-8A11-ABEAF68019C4}" destId="{FA8FF08F-B33E-4D44-A855-648FA7C3223A}" srcOrd="0" destOrd="0" presId="urn:microsoft.com/office/officeart/2009/layout/CirclePictureHierarchy"/>
    <dgm:cxn modelId="{2586C672-607E-4C2D-90D6-40F031BC9BE9}" type="presParOf" srcId="{FA8FF08F-B33E-4D44-A855-648FA7C3223A}" destId="{788938A7-9EEC-4D63-96DC-31C77D9F8553}" srcOrd="0" destOrd="0" presId="urn:microsoft.com/office/officeart/2009/layout/CirclePictureHierarchy"/>
    <dgm:cxn modelId="{60FC6A7F-6D80-4DF9-88E8-5402F1A05DEA}" type="presParOf" srcId="{FA8FF08F-B33E-4D44-A855-648FA7C3223A}" destId="{9E71FC54-563D-4898-8117-9ED3EC3EB77E}" srcOrd="1" destOrd="0" presId="urn:microsoft.com/office/officeart/2009/layout/CirclePictureHierarchy"/>
    <dgm:cxn modelId="{1540BDCA-3B12-4AC8-A61E-1D188EA2E109}" type="presParOf" srcId="{B1F842C5-CFCF-4507-8A11-ABEAF68019C4}" destId="{BA5552D6-DB4F-4AC2-92BD-B6B08CC64C65}" srcOrd="1" destOrd="0" presId="urn:microsoft.com/office/officeart/2009/layout/CirclePictureHierarchy"/>
    <dgm:cxn modelId="{BA7C6A50-A997-45F6-9640-C18307D7BFCA}" type="presParOf" srcId="{93BDC3AD-C927-4486-B81A-670353A568E2}" destId="{7A0A26E8-303C-41F2-AC8F-6A888CBA7A1C}" srcOrd="2" destOrd="0" presId="urn:microsoft.com/office/officeart/2009/layout/CirclePictureHierarchy"/>
    <dgm:cxn modelId="{225682C0-04DD-45D7-BD9C-DA53D8D9CA0C}" type="presParOf" srcId="{93BDC3AD-C927-4486-B81A-670353A568E2}" destId="{3F05A072-4573-4D96-9FA5-E2A76E8CBBE1}" srcOrd="3" destOrd="0" presId="urn:microsoft.com/office/officeart/2009/layout/CirclePictureHierarchy"/>
    <dgm:cxn modelId="{7D918E50-FA5D-4B79-9023-2B976D74A88B}" type="presParOf" srcId="{3F05A072-4573-4D96-9FA5-E2A76E8CBBE1}" destId="{F8E96928-D1EF-49A8-802E-99D064061B34}" srcOrd="0" destOrd="0" presId="urn:microsoft.com/office/officeart/2009/layout/CirclePictureHierarchy"/>
    <dgm:cxn modelId="{7BF9651D-D19E-4B94-A540-BA337F7C50EE}" type="presParOf" srcId="{F8E96928-D1EF-49A8-802E-99D064061B34}" destId="{8EBEEBAA-8AF0-4554-82B2-BCB084DAC53E}" srcOrd="0" destOrd="0" presId="urn:microsoft.com/office/officeart/2009/layout/CirclePictureHierarchy"/>
    <dgm:cxn modelId="{3BE0A968-BA8A-4AC0-A68F-E0E76C056539}" type="presParOf" srcId="{F8E96928-D1EF-49A8-802E-99D064061B34}" destId="{7E072A88-CE9A-48CB-BEEE-F815E6ECD0AE}" srcOrd="1" destOrd="0" presId="urn:microsoft.com/office/officeart/2009/layout/CirclePictureHierarchy"/>
    <dgm:cxn modelId="{9E59BFDC-A5C6-46D2-A050-85AA14A6FDAB}" type="presParOf" srcId="{3F05A072-4573-4D96-9FA5-E2A76E8CBBE1}" destId="{22EEED74-634B-4352-9A50-AA57190844E8}" srcOrd="1" destOrd="0" presId="urn:microsoft.com/office/officeart/2009/layout/CirclePictureHierarchy"/>
    <dgm:cxn modelId="{ED4A5488-93D4-4FB4-98AF-108F01E4D8E4}" type="presParOf" srcId="{93BDC3AD-C927-4486-B81A-670353A568E2}" destId="{1B9B47B8-B779-4441-BA8B-3A385C97AE96}" srcOrd="4" destOrd="0" presId="urn:microsoft.com/office/officeart/2009/layout/CirclePictureHierarchy"/>
    <dgm:cxn modelId="{4FE58924-902A-41B8-A66C-A99A88CA6530}" type="presParOf" srcId="{93BDC3AD-C927-4486-B81A-670353A568E2}" destId="{EB5FFEA4-4EBA-48D0-BF37-3A50D037E89C}" srcOrd="5" destOrd="0" presId="urn:microsoft.com/office/officeart/2009/layout/CirclePictureHierarchy"/>
    <dgm:cxn modelId="{0922C5BF-4E43-435A-8893-626CC0B79861}" type="presParOf" srcId="{EB5FFEA4-4EBA-48D0-BF37-3A50D037E89C}" destId="{4979FF1E-5856-4ABB-B88F-69B96A967505}" srcOrd="0" destOrd="0" presId="urn:microsoft.com/office/officeart/2009/layout/CirclePictureHierarchy"/>
    <dgm:cxn modelId="{355CF616-F02D-498C-B9E2-75BFC434681C}" type="presParOf" srcId="{4979FF1E-5856-4ABB-B88F-69B96A967505}" destId="{90EC10B9-3B17-4C68-8EBE-AFF957AE74D4}" srcOrd="0" destOrd="0" presId="urn:microsoft.com/office/officeart/2009/layout/CirclePictureHierarchy"/>
    <dgm:cxn modelId="{C378C606-7AFF-4D0D-A369-0EB4C43434E6}" type="presParOf" srcId="{4979FF1E-5856-4ABB-B88F-69B96A967505}" destId="{377434AD-9CB6-471B-80C4-F064F84FC42B}" srcOrd="1" destOrd="0" presId="urn:microsoft.com/office/officeart/2009/layout/CirclePictureHierarchy"/>
    <dgm:cxn modelId="{16E758D6-0041-49B2-8EFC-C38C9544C55E}" type="presParOf" srcId="{EB5FFEA4-4EBA-48D0-BF37-3A50D037E89C}" destId="{619A9C8F-1340-4EBB-AE9D-69A9EFFB8C75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F1DD8-D5E6-468A-99E5-4BD8DE9BD90E}">
      <dsp:nvSpPr>
        <dsp:cNvPr id="0" name=""/>
        <dsp:cNvSpPr/>
      </dsp:nvSpPr>
      <dsp:spPr>
        <a:xfrm>
          <a:off x="7587097" y="2183912"/>
          <a:ext cx="1191733" cy="273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591"/>
              </a:lnTo>
              <a:lnTo>
                <a:pt x="1191733" y="137591"/>
              </a:lnTo>
              <a:lnTo>
                <a:pt x="1191733" y="2730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C44E4-ADA3-4A06-91A0-E4D74AB3101E}">
      <dsp:nvSpPr>
        <dsp:cNvPr id="0" name=""/>
        <dsp:cNvSpPr/>
      </dsp:nvSpPr>
      <dsp:spPr>
        <a:xfrm>
          <a:off x="6395364" y="2183912"/>
          <a:ext cx="1191733" cy="273015"/>
        </a:xfrm>
        <a:custGeom>
          <a:avLst/>
          <a:gdLst/>
          <a:ahLst/>
          <a:cxnLst/>
          <a:rect l="0" t="0" r="0" b="0"/>
          <a:pathLst>
            <a:path>
              <a:moveTo>
                <a:pt x="1191733" y="0"/>
              </a:moveTo>
              <a:lnTo>
                <a:pt x="1191733" y="137591"/>
              </a:lnTo>
              <a:lnTo>
                <a:pt x="0" y="137591"/>
              </a:lnTo>
              <a:lnTo>
                <a:pt x="0" y="2730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8DEC2-0E8A-48F5-BBA4-71E5BF8FC3D8}">
      <dsp:nvSpPr>
        <dsp:cNvPr id="0" name=""/>
        <dsp:cNvSpPr/>
      </dsp:nvSpPr>
      <dsp:spPr>
        <a:xfrm>
          <a:off x="5203630" y="1044181"/>
          <a:ext cx="2383467" cy="273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591"/>
              </a:lnTo>
              <a:lnTo>
                <a:pt x="2383467" y="137591"/>
              </a:lnTo>
              <a:lnTo>
                <a:pt x="2383467" y="2730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76B3B4-AFA5-47D6-90E3-8BACBD8D4168}">
      <dsp:nvSpPr>
        <dsp:cNvPr id="0" name=""/>
        <dsp:cNvSpPr/>
      </dsp:nvSpPr>
      <dsp:spPr>
        <a:xfrm>
          <a:off x="2820162" y="2183912"/>
          <a:ext cx="1191733" cy="273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591"/>
              </a:lnTo>
              <a:lnTo>
                <a:pt x="1191733" y="137591"/>
              </a:lnTo>
              <a:lnTo>
                <a:pt x="1191733" y="2730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50D1E0-7F2E-426B-8C00-8AE85615FEAE}">
      <dsp:nvSpPr>
        <dsp:cNvPr id="0" name=""/>
        <dsp:cNvSpPr/>
      </dsp:nvSpPr>
      <dsp:spPr>
        <a:xfrm>
          <a:off x="1628428" y="3323643"/>
          <a:ext cx="1191733" cy="273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591"/>
              </a:lnTo>
              <a:lnTo>
                <a:pt x="1191733" y="137591"/>
              </a:lnTo>
              <a:lnTo>
                <a:pt x="1191733" y="2730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A4CF92-AAEF-402E-A11E-284E0F3CBD39}">
      <dsp:nvSpPr>
        <dsp:cNvPr id="0" name=""/>
        <dsp:cNvSpPr/>
      </dsp:nvSpPr>
      <dsp:spPr>
        <a:xfrm>
          <a:off x="436695" y="3323643"/>
          <a:ext cx="1191733" cy="273015"/>
        </a:xfrm>
        <a:custGeom>
          <a:avLst/>
          <a:gdLst/>
          <a:ahLst/>
          <a:cxnLst/>
          <a:rect l="0" t="0" r="0" b="0"/>
          <a:pathLst>
            <a:path>
              <a:moveTo>
                <a:pt x="1191733" y="0"/>
              </a:moveTo>
              <a:lnTo>
                <a:pt x="1191733" y="137591"/>
              </a:lnTo>
              <a:lnTo>
                <a:pt x="0" y="137591"/>
              </a:lnTo>
              <a:lnTo>
                <a:pt x="0" y="2730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9DEF68-33FF-472B-9DEE-5655B74025FE}">
      <dsp:nvSpPr>
        <dsp:cNvPr id="0" name=""/>
        <dsp:cNvSpPr/>
      </dsp:nvSpPr>
      <dsp:spPr>
        <a:xfrm>
          <a:off x="1628428" y="2183912"/>
          <a:ext cx="1191733" cy="273015"/>
        </a:xfrm>
        <a:custGeom>
          <a:avLst/>
          <a:gdLst/>
          <a:ahLst/>
          <a:cxnLst/>
          <a:rect l="0" t="0" r="0" b="0"/>
          <a:pathLst>
            <a:path>
              <a:moveTo>
                <a:pt x="1191733" y="0"/>
              </a:moveTo>
              <a:lnTo>
                <a:pt x="1191733" y="137591"/>
              </a:lnTo>
              <a:lnTo>
                <a:pt x="0" y="137591"/>
              </a:lnTo>
              <a:lnTo>
                <a:pt x="0" y="2730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ADE249-9F35-40DA-812D-4D3C01A47463}">
      <dsp:nvSpPr>
        <dsp:cNvPr id="0" name=""/>
        <dsp:cNvSpPr/>
      </dsp:nvSpPr>
      <dsp:spPr>
        <a:xfrm>
          <a:off x="2820162" y="1044181"/>
          <a:ext cx="2383467" cy="273015"/>
        </a:xfrm>
        <a:custGeom>
          <a:avLst/>
          <a:gdLst/>
          <a:ahLst/>
          <a:cxnLst/>
          <a:rect l="0" t="0" r="0" b="0"/>
          <a:pathLst>
            <a:path>
              <a:moveTo>
                <a:pt x="2383467" y="0"/>
              </a:moveTo>
              <a:lnTo>
                <a:pt x="2383467" y="137591"/>
              </a:lnTo>
              <a:lnTo>
                <a:pt x="0" y="137591"/>
              </a:lnTo>
              <a:lnTo>
                <a:pt x="0" y="2730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C2B84B-B849-4C9B-AE7E-39F88DDB38F4}">
      <dsp:nvSpPr>
        <dsp:cNvPr id="0" name=""/>
        <dsp:cNvSpPr/>
      </dsp:nvSpPr>
      <dsp:spPr>
        <a:xfrm>
          <a:off x="4770272" y="177466"/>
          <a:ext cx="866715" cy="8667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CD1C2-E5E2-46C3-A1D7-E167CB2BBB25}">
      <dsp:nvSpPr>
        <dsp:cNvPr id="0" name=""/>
        <dsp:cNvSpPr/>
      </dsp:nvSpPr>
      <dsp:spPr>
        <a:xfrm>
          <a:off x="5636988" y="175299"/>
          <a:ext cx="1300073" cy="86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4</a:t>
          </a:r>
        </a:p>
      </dsp:txBody>
      <dsp:txXfrm>
        <a:off x="5636988" y="175299"/>
        <a:ext cx="1300073" cy="866715"/>
      </dsp:txXfrm>
    </dsp:sp>
    <dsp:sp modelId="{CAE55F1E-C19F-4B66-8D23-E23D61C8274A}">
      <dsp:nvSpPr>
        <dsp:cNvPr id="0" name=""/>
        <dsp:cNvSpPr/>
      </dsp:nvSpPr>
      <dsp:spPr>
        <a:xfrm>
          <a:off x="2386805" y="1317197"/>
          <a:ext cx="866715" cy="8667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DE254B-AB07-4F15-B082-A60445A66A30}">
      <dsp:nvSpPr>
        <dsp:cNvPr id="0" name=""/>
        <dsp:cNvSpPr/>
      </dsp:nvSpPr>
      <dsp:spPr>
        <a:xfrm>
          <a:off x="3253520" y="1315030"/>
          <a:ext cx="1300073" cy="86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3</a:t>
          </a:r>
        </a:p>
      </dsp:txBody>
      <dsp:txXfrm>
        <a:off x="3253520" y="1315030"/>
        <a:ext cx="1300073" cy="866715"/>
      </dsp:txXfrm>
    </dsp:sp>
    <dsp:sp modelId="{F0378735-1767-4B95-A191-84FCF421923B}">
      <dsp:nvSpPr>
        <dsp:cNvPr id="0" name=""/>
        <dsp:cNvSpPr/>
      </dsp:nvSpPr>
      <dsp:spPr>
        <a:xfrm>
          <a:off x="1195071" y="2456928"/>
          <a:ext cx="866715" cy="8667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4564B-9AB7-4C8F-B8A8-39EFD12C3F04}">
      <dsp:nvSpPr>
        <dsp:cNvPr id="0" name=""/>
        <dsp:cNvSpPr/>
      </dsp:nvSpPr>
      <dsp:spPr>
        <a:xfrm>
          <a:off x="2061786" y="2454761"/>
          <a:ext cx="1300073" cy="86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2</a:t>
          </a:r>
        </a:p>
      </dsp:txBody>
      <dsp:txXfrm>
        <a:off x="2061786" y="2454761"/>
        <a:ext cx="1300073" cy="866715"/>
      </dsp:txXfrm>
    </dsp:sp>
    <dsp:sp modelId="{31378BE1-73BB-4FBA-8B37-26EFF9163B79}">
      <dsp:nvSpPr>
        <dsp:cNvPr id="0" name=""/>
        <dsp:cNvSpPr/>
      </dsp:nvSpPr>
      <dsp:spPr>
        <a:xfrm>
          <a:off x="3337" y="3596658"/>
          <a:ext cx="866715" cy="8667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EC15E-51D7-4F26-8AFB-875D60F417CD}">
      <dsp:nvSpPr>
        <dsp:cNvPr id="0" name=""/>
        <dsp:cNvSpPr/>
      </dsp:nvSpPr>
      <dsp:spPr>
        <a:xfrm>
          <a:off x="870052" y="3594492"/>
          <a:ext cx="1300073" cy="86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1</a:t>
          </a:r>
        </a:p>
      </dsp:txBody>
      <dsp:txXfrm>
        <a:off x="870052" y="3594492"/>
        <a:ext cx="1300073" cy="866715"/>
      </dsp:txXfrm>
    </dsp:sp>
    <dsp:sp modelId="{E88FCE21-AB7D-4D6A-B05D-0EC880AD204C}">
      <dsp:nvSpPr>
        <dsp:cNvPr id="0" name=""/>
        <dsp:cNvSpPr/>
      </dsp:nvSpPr>
      <dsp:spPr>
        <a:xfrm>
          <a:off x="2386805" y="3596658"/>
          <a:ext cx="866715" cy="8667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53249-6B62-4A5D-8B52-79726E159038}">
      <dsp:nvSpPr>
        <dsp:cNvPr id="0" name=""/>
        <dsp:cNvSpPr/>
      </dsp:nvSpPr>
      <dsp:spPr>
        <a:xfrm>
          <a:off x="3253520" y="3594492"/>
          <a:ext cx="1300073" cy="86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0</a:t>
          </a:r>
        </a:p>
      </dsp:txBody>
      <dsp:txXfrm>
        <a:off x="3253520" y="3594492"/>
        <a:ext cx="1300073" cy="866715"/>
      </dsp:txXfrm>
    </dsp:sp>
    <dsp:sp modelId="{4233B3E3-6C67-4C0E-96E4-BB2B0B75586A}">
      <dsp:nvSpPr>
        <dsp:cNvPr id="0" name=""/>
        <dsp:cNvSpPr/>
      </dsp:nvSpPr>
      <dsp:spPr>
        <a:xfrm>
          <a:off x="3578538" y="2456928"/>
          <a:ext cx="866715" cy="8667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73AE5-E6A9-41E4-8D16-336CA1EA5BD6}">
      <dsp:nvSpPr>
        <dsp:cNvPr id="0" name=""/>
        <dsp:cNvSpPr/>
      </dsp:nvSpPr>
      <dsp:spPr>
        <a:xfrm>
          <a:off x="4445254" y="2454761"/>
          <a:ext cx="1300073" cy="86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1</a:t>
          </a:r>
        </a:p>
      </dsp:txBody>
      <dsp:txXfrm>
        <a:off x="4445254" y="2454761"/>
        <a:ext cx="1300073" cy="866715"/>
      </dsp:txXfrm>
    </dsp:sp>
    <dsp:sp modelId="{A71313E5-2DD8-450D-AA94-93DCA40D8A75}">
      <dsp:nvSpPr>
        <dsp:cNvPr id="0" name=""/>
        <dsp:cNvSpPr/>
      </dsp:nvSpPr>
      <dsp:spPr>
        <a:xfrm>
          <a:off x="7153740" y="1317197"/>
          <a:ext cx="866715" cy="8667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DD64E-BB9A-4F95-AFDF-7E283A8FB183}">
      <dsp:nvSpPr>
        <dsp:cNvPr id="0" name=""/>
        <dsp:cNvSpPr/>
      </dsp:nvSpPr>
      <dsp:spPr>
        <a:xfrm>
          <a:off x="8020455" y="1315030"/>
          <a:ext cx="1300073" cy="86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2</a:t>
          </a:r>
        </a:p>
      </dsp:txBody>
      <dsp:txXfrm>
        <a:off x="8020455" y="1315030"/>
        <a:ext cx="1300073" cy="866715"/>
      </dsp:txXfrm>
    </dsp:sp>
    <dsp:sp modelId="{15D941F4-E666-404F-931A-47AFD41A8665}">
      <dsp:nvSpPr>
        <dsp:cNvPr id="0" name=""/>
        <dsp:cNvSpPr/>
      </dsp:nvSpPr>
      <dsp:spPr>
        <a:xfrm>
          <a:off x="5962006" y="2456928"/>
          <a:ext cx="866715" cy="8667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2F8D6-541C-4DD8-9291-3393D2674493}">
      <dsp:nvSpPr>
        <dsp:cNvPr id="0" name=""/>
        <dsp:cNvSpPr/>
      </dsp:nvSpPr>
      <dsp:spPr>
        <a:xfrm>
          <a:off x="6828721" y="2454761"/>
          <a:ext cx="1300073" cy="86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1</a:t>
          </a:r>
        </a:p>
      </dsp:txBody>
      <dsp:txXfrm>
        <a:off x="6828721" y="2454761"/>
        <a:ext cx="1300073" cy="866715"/>
      </dsp:txXfrm>
    </dsp:sp>
    <dsp:sp modelId="{F881A462-697D-49DF-BDAA-18C064836F11}">
      <dsp:nvSpPr>
        <dsp:cNvPr id="0" name=""/>
        <dsp:cNvSpPr/>
      </dsp:nvSpPr>
      <dsp:spPr>
        <a:xfrm>
          <a:off x="8345473" y="2456928"/>
          <a:ext cx="866715" cy="8667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B5226-5E83-47F5-9BD1-8F12B789F2F2}">
      <dsp:nvSpPr>
        <dsp:cNvPr id="0" name=""/>
        <dsp:cNvSpPr/>
      </dsp:nvSpPr>
      <dsp:spPr>
        <a:xfrm>
          <a:off x="9212189" y="2454761"/>
          <a:ext cx="1300073" cy="86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0</a:t>
          </a:r>
        </a:p>
      </dsp:txBody>
      <dsp:txXfrm>
        <a:off x="9212189" y="2454761"/>
        <a:ext cx="1300073" cy="8667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82953F-A1E4-4DF4-A807-F4AFCAB85AFA}">
      <dsp:nvSpPr>
        <dsp:cNvPr id="0" name=""/>
        <dsp:cNvSpPr/>
      </dsp:nvSpPr>
      <dsp:spPr>
        <a:xfrm>
          <a:off x="8881522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664349" y="76702"/>
              </a:lnTo>
              <a:lnTo>
                <a:pt x="664349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6901CA-99B0-4CB3-B0F4-A993BA6DE831}">
      <dsp:nvSpPr>
        <dsp:cNvPr id="0" name=""/>
        <dsp:cNvSpPr/>
      </dsp:nvSpPr>
      <dsp:spPr>
        <a:xfrm>
          <a:off x="8217173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664349" y="0"/>
              </a:moveTo>
              <a:lnTo>
                <a:pt x="664349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4F1DD8-D5E6-468A-99E5-4BD8DE9BD90E}">
      <dsp:nvSpPr>
        <dsp:cNvPr id="0" name=""/>
        <dsp:cNvSpPr/>
      </dsp:nvSpPr>
      <dsp:spPr>
        <a:xfrm>
          <a:off x="7552824" y="2100174"/>
          <a:ext cx="1328698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1328698" y="76702"/>
              </a:lnTo>
              <a:lnTo>
                <a:pt x="1328698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93099F-09B0-45B2-AA6D-64A68C5B6EE1}">
      <dsp:nvSpPr>
        <dsp:cNvPr id="0" name=""/>
        <dsp:cNvSpPr/>
      </dsp:nvSpPr>
      <dsp:spPr>
        <a:xfrm>
          <a:off x="6224126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664349" y="76702"/>
              </a:lnTo>
              <a:lnTo>
                <a:pt x="664349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CF35DD-CCBD-4FF1-A561-6773EBD720E0}">
      <dsp:nvSpPr>
        <dsp:cNvPr id="0" name=""/>
        <dsp:cNvSpPr/>
      </dsp:nvSpPr>
      <dsp:spPr>
        <a:xfrm>
          <a:off x="5559776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664349" y="0"/>
              </a:moveTo>
              <a:lnTo>
                <a:pt x="664349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C44E4-ADA3-4A06-91A0-E4D74AB3101E}">
      <dsp:nvSpPr>
        <dsp:cNvPr id="0" name=""/>
        <dsp:cNvSpPr/>
      </dsp:nvSpPr>
      <dsp:spPr>
        <a:xfrm>
          <a:off x="6224126" y="2100174"/>
          <a:ext cx="1328698" cy="152196"/>
        </a:xfrm>
        <a:custGeom>
          <a:avLst/>
          <a:gdLst/>
          <a:ahLst/>
          <a:cxnLst/>
          <a:rect l="0" t="0" r="0" b="0"/>
          <a:pathLst>
            <a:path>
              <a:moveTo>
                <a:pt x="1328698" y="0"/>
              </a:moveTo>
              <a:lnTo>
                <a:pt x="1328698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8DEC2-0E8A-48F5-BBA4-71E5BF8FC3D8}">
      <dsp:nvSpPr>
        <dsp:cNvPr id="0" name=""/>
        <dsp:cNvSpPr/>
      </dsp:nvSpPr>
      <dsp:spPr>
        <a:xfrm>
          <a:off x="4895427" y="1464815"/>
          <a:ext cx="2657396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2657396" y="76702"/>
              </a:lnTo>
              <a:lnTo>
                <a:pt x="2657396" y="1521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D62530-5B28-425A-BC02-E34319251B68}">
      <dsp:nvSpPr>
        <dsp:cNvPr id="0" name=""/>
        <dsp:cNvSpPr/>
      </dsp:nvSpPr>
      <dsp:spPr>
        <a:xfrm>
          <a:off x="3566729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664349" y="76702"/>
              </a:lnTo>
              <a:lnTo>
                <a:pt x="664349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59DEBA-34E2-4DBD-A5A2-28D2B6BFC38A}">
      <dsp:nvSpPr>
        <dsp:cNvPr id="0" name=""/>
        <dsp:cNvSpPr/>
      </dsp:nvSpPr>
      <dsp:spPr>
        <a:xfrm>
          <a:off x="2902380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664349" y="0"/>
              </a:moveTo>
              <a:lnTo>
                <a:pt x="664349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76B3B4-AFA5-47D6-90E3-8BACBD8D4168}">
      <dsp:nvSpPr>
        <dsp:cNvPr id="0" name=""/>
        <dsp:cNvSpPr/>
      </dsp:nvSpPr>
      <dsp:spPr>
        <a:xfrm>
          <a:off x="2238030" y="2100174"/>
          <a:ext cx="1328698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1328698" y="76702"/>
              </a:lnTo>
              <a:lnTo>
                <a:pt x="1328698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50D1E0-7F2E-426B-8C00-8AE85615FEAE}">
      <dsp:nvSpPr>
        <dsp:cNvPr id="0" name=""/>
        <dsp:cNvSpPr/>
      </dsp:nvSpPr>
      <dsp:spPr>
        <a:xfrm>
          <a:off x="909332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664349" y="76702"/>
              </a:lnTo>
              <a:lnTo>
                <a:pt x="664349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A4CF92-AAEF-402E-A11E-284E0F3CBD39}">
      <dsp:nvSpPr>
        <dsp:cNvPr id="0" name=""/>
        <dsp:cNvSpPr/>
      </dsp:nvSpPr>
      <dsp:spPr>
        <a:xfrm>
          <a:off x="244983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664349" y="0"/>
              </a:moveTo>
              <a:lnTo>
                <a:pt x="664349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9DEF68-33FF-472B-9DEE-5655B74025FE}">
      <dsp:nvSpPr>
        <dsp:cNvPr id="0" name=""/>
        <dsp:cNvSpPr/>
      </dsp:nvSpPr>
      <dsp:spPr>
        <a:xfrm>
          <a:off x="909332" y="2100174"/>
          <a:ext cx="1328698" cy="152196"/>
        </a:xfrm>
        <a:custGeom>
          <a:avLst/>
          <a:gdLst/>
          <a:ahLst/>
          <a:cxnLst/>
          <a:rect l="0" t="0" r="0" b="0"/>
          <a:pathLst>
            <a:path>
              <a:moveTo>
                <a:pt x="1328698" y="0"/>
              </a:moveTo>
              <a:lnTo>
                <a:pt x="1328698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ADE249-9F35-40DA-812D-4D3C01A47463}">
      <dsp:nvSpPr>
        <dsp:cNvPr id="0" name=""/>
        <dsp:cNvSpPr/>
      </dsp:nvSpPr>
      <dsp:spPr>
        <a:xfrm>
          <a:off x="2238030" y="1464815"/>
          <a:ext cx="2657396" cy="152196"/>
        </a:xfrm>
        <a:custGeom>
          <a:avLst/>
          <a:gdLst/>
          <a:ahLst/>
          <a:cxnLst/>
          <a:rect l="0" t="0" r="0" b="0"/>
          <a:pathLst>
            <a:path>
              <a:moveTo>
                <a:pt x="2657396" y="0"/>
              </a:moveTo>
              <a:lnTo>
                <a:pt x="2657396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C2B84B-B849-4C9B-AE7E-39F88DDB38F4}">
      <dsp:nvSpPr>
        <dsp:cNvPr id="0" name=""/>
        <dsp:cNvSpPr/>
      </dsp:nvSpPr>
      <dsp:spPr>
        <a:xfrm>
          <a:off x="4653846" y="981652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CD1C2-E5E2-46C3-A1D7-E167CB2BBB25}">
      <dsp:nvSpPr>
        <dsp:cNvPr id="0" name=""/>
        <dsp:cNvSpPr/>
      </dsp:nvSpPr>
      <dsp:spPr>
        <a:xfrm>
          <a:off x="5137009" y="980444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/>
        </a:p>
      </dsp:txBody>
      <dsp:txXfrm>
        <a:off x="5137009" y="980444"/>
        <a:ext cx="724744" cy="483163"/>
      </dsp:txXfrm>
    </dsp:sp>
    <dsp:sp modelId="{CAE55F1E-C19F-4B66-8D23-E23D61C8274A}">
      <dsp:nvSpPr>
        <dsp:cNvPr id="0" name=""/>
        <dsp:cNvSpPr/>
      </dsp:nvSpPr>
      <dsp:spPr>
        <a:xfrm>
          <a:off x="1996449" y="161701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DE254B-AB07-4F15-B082-A60445A66A30}">
      <dsp:nvSpPr>
        <dsp:cNvPr id="0" name=""/>
        <dsp:cNvSpPr/>
      </dsp:nvSpPr>
      <dsp:spPr>
        <a:xfrm>
          <a:off x="2479612" y="161580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</a:t>
          </a:r>
        </a:p>
      </dsp:txBody>
      <dsp:txXfrm>
        <a:off x="2479612" y="1615803"/>
        <a:ext cx="724744" cy="483163"/>
      </dsp:txXfrm>
    </dsp:sp>
    <dsp:sp modelId="{F0378735-1767-4B95-A191-84FCF421923B}">
      <dsp:nvSpPr>
        <dsp:cNvPr id="0" name=""/>
        <dsp:cNvSpPr/>
      </dsp:nvSpPr>
      <dsp:spPr>
        <a:xfrm>
          <a:off x="667750" y="225237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4564B-9AB7-4C8F-B8A8-39EFD12C3F04}">
      <dsp:nvSpPr>
        <dsp:cNvPr id="0" name=""/>
        <dsp:cNvSpPr/>
      </dsp:nvSpPr>
      <dsp:spPr>
        <a:xfrm>
          <a:off x="1150913" y="225116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00</a:t>
          </a:r>
        </a:p>
      </dsp:txBody>
      <dsp:txXfrm>
        <a:off x="1150913" y="2251163"/>
        <a:ext cx="724744" cy="483163"/>
      </dsp:txXfrm>
    </dsp:sp>
    <dsp:sp modelId="{31378BE1-73BB-4FBA-8B37-26EFF9163B79}">
      <dsp:nvSpPr>
        <dsp:cNvPr id="0" name=""/>
        <dsp:cNvSpPr/>
      </dsp:nvSpPr>
      <dsp:spPr>
        <a:xfrm>
          <a:off x="3401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EC15E-51D7-4F26-8AFB-875D60F417CD}">
      <dsp:nvSpPr>
        <dsp:cNvPr id="0" name=""/>
        <dsp:cNvSpPr/>
      </dsp:nvSpPr>
      <dsp:spPr>
        <a:xfrm>
          <a:off x="486564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000</a:t>
          </a:r>
        </a:p>
      </dsp:txBody>
      <dsp:txXfrm>
        <a:off x="486564" y="2886522"/>
        <a:ext cx="724744" cy="483163"/>
      </dsp:txXfrm>
    </dsp:sp>
    <dsp:sp modelId="{E88FCE21-AB7D-4D6A-B05D-0EC880AD204C}">
      <dsp:nvSpPr>
        <dsp:cNvPr id="0" name=""/>
        <dsp:cNvSpPr/>
      </dsp:nvSpPr>
      <dsp:spPr>
        <a:xfrm>
          <a:off x="1332100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53249-6B62-4A5D-8B52-79726E159038}">
      <dsp:nvSpPr>
        <dsp:cNvPr id="0" name=""/>
        <dsp:cNvSpPr/>
      </dsp:nvSpPr>
      <dsp:spPr>
        <a:xfrm>
          <a:off x="1815263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001</a:t>
          </a:r>
        </a:p>
      </dsp:txBody>
      <dsp:txXfrm>
        <a:off x="1815263" y="2886522"/>
        <a:ext cx="724744" cy="483163"/>
      </dsp:txXfrm>
    </dsp:sp>
    <dsp:sp modelId="{4233B3E3-6C67-4C0E-96E4-BB2B0B75586A}">
      <dsp:nvSpPr>
        <dsp:cNvPr id="0" name=""/>
        <dsp:cNvSpPr/>
      </dsp:nvSpPr>
      <dsp:spPr>
        <a:xfrm>
          <a:off x="3325147" y="225237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73AE5-E6A9-41E4-8D16-336CA1EA5BD6}">
      <dsp:nvSpPr>
        <dsp:cNvPr id="0" name=""/>
        <dsp:cNvSpPr/>
      </dsp:nvSpPr>
      <dsp:spPr>
        <a:xfrm>
          <a:off x="3808310" y="225116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01</a:t>
          </a:r>
        </a:p>
      </dsp:txBody>
      <dsp:txXfrm>
        <a:off x="3808310" y="2251163"/>
        <a:ext cx="724744" cy="483163"/>
      </dsp:txXfrm>
    </dsp:sp>
    <dsp:sp modelId="{70D74900-69E9-4856-A95D-89F5FDD3E9E4}">
      <dsp:nvSpPr>
        <dsp:cNvPr id="0" name=""/>
        <dsp:cNvSpPr/>
      </dsp:nvSpPr>
      <dsp:spPr>
        <a:xfrm>
          <a:off x="2660798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1D0709-7034-4610-9B77-E6FCB24CD992}">
      <dsp:nvSpPr>
        <dsp:cNvPr id="0" name=""/>
        <dsp:cNvSpPr/>
      </dsp:nvSpPr>
      <dsp:spPr>
        <a:xfrm>
          <a:off x="3143961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010</a:t>
          </a:r>
        </a:p>
      </dsp:txBody>
      <dsp:txXfrm>
        <a:off x="3143961" y="2886522"/>
        <a:ext cx="724744" cy="483163"/>
      </dsp:txXfrm>
    </dsp:sp>
    <dsp:sp modelId="{45356671-EB57-466D-8106-10BEE9E8A057}">
      <dsp:nvSpPr>
        <dsp:cNvPr id="0" name=""/>
        <dsp:cNvSpPr/>
      </dsp:nvSpPr>
      <dsp:spPr>
        <a:xfrm>
          <a:off x="3989496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799EC5-4B67-4BDB-B398-A17FE7C97B33}">
      <dsp:nvSpPr>
        <dsp:cNvPr id="0" name=""/>
        <dsp:cNvSpPr/>
      </dsp:nvSpPr>
      <dsp:spPr>
        <a:xfrm>
          <a:off x="4472660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011</a:t>
          </a:r>
        </a:p>
      </dsp:txBody>
      <dsp:txXfrm>
        <a:off x="4472660" y="2886522"/>
        <a:ext cx="724744" cy="483163"/>
      </dsp:txXfrm>
    </dsp:sp>
    <dsp:sp modelId="{A71313E5-2DD8-450D-AA94-93DCA40D8A75}">
      <dsp:nvSpPr>
        <dsp:cNvPr id="0" name=""/>
        <dsp:cNvSpPr/>
      </dsp:nvSpPr>
      <dsp:spPr>
        <a:xfrm>
          <a:off x="7311243" y="161701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DD64E-BB9A-4F95-AFDF-7E283A8FB183}">
      <dsp:nvSpPr>
        <dsp:cNvPr id="0" name=""/>
        <dsp:cNvSpPr/>
      </dsp:nvSpPr>
      <dsp:spPr>
        <a:xfrm>
          <a:off x="7794406" y="161580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</a:t>
          </a:r>
        </a:p>
      </dsp:txBody>
      <dsp:txXfrm>
        <a:off x="7794406" y="1615803"/>
        <a:ext cx="724744" cy="483163"/>
      </dsp:txXfrm>
    </dsp:sp>
    <dsp:sp modelId="{15D941F4-E666-404F-931A-47AFD41A8665}">
      <dsp:nvSpPr>
        <dsp:cNvPr id="0" name=""/>
        <dsp:cNvSpPr/>
      </dsp:nvSpPr>
      <dsp:spPr>
        <a:xfrm>
          <a:off x="5982544" y="225237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2F8D6-541C-4DD8-9291-3393D2674493}">
      <dsp:nvSpPr>
        <dsp:cNvPr id="0" name=""/>
        <dsp:cNvSpPr/>
      </dsp:nvSpPr>
      <dsp:spPr>
        <a:xfrm>
          <a:off x="6465707" y="225116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10</a:t>
          </a:r>
        </a:p>
      </dsp:txBody>
      <dsp:txXfrm>
        <a:off x="6465707" y="2251163"/>
        <a:ext cx="724744" cy="483163"/>
      </dsp:txXfrm>
    </dsp:sp>
    <dsp:sp modelId="{93ADDC6F-4833-4C9B-92F7-A997CCE88E51}">
      <dsp:nvSpPr>
        <dsp:cNvPr id="0" name=""/>
        <dsp:cNvSpPr/>
      </dsp:nvSpPr>
      <dsp:spPr>
        <a:xfrm>
          <a:off x="5318195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51619-78DA-4C06-9C09-3F241DBF9008}">
      <dsp:nvSpPr>
        <dsp:cNvPr id="0" name=""/>
        <dsp:cNvSpPr/>
      </dsp:nvSpPr>
      <dsp:spPr>
        <a:xfrm>
          <a:off x="5801358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100</a:t>
          </a:r>
        </a:p>
      </dsp:txBody>
      <dsp:txXfrm>
        <a:off x="5801358" y="2886522"/>
        <a:ext cx="724744" cy="483163"/>
      </dsp:txXfrm>
    </dsp:sp>
    <dsp:sp modelId="{D0A72916-F732-400C-840E-CDA1AE425116}">
      <dsp:nvSpPr>
        <dsp:cNvPr id="0" name=""/>
        <dsp:cNvSpPr/>
      </dsp:nvSpPr>
      <dsp:spPr>
        <a:xfrm>
          <a:off x="6646893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2574F-B20A-475F-A768-861106CDCC65}">
      <dsp:nvSpPr>
        <dsp:cNvPr id="0" name=""/>
        <dsp:cNvSpPr/>
      </dsp:nvSpPr>
      <dsp:spPr>
        <a:xfrm>
          <a:off x="7130056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101</a:t>
          </a:r>
        </a:p>
      </dsp:txBody>
      <dsp:txXfrm>
        <a:off x="7130056" y="2886522"/>
        <a:ext cx="724744" cy="483163"/>
      </dsp:txXfrm>
    </dsp:sp>
    <dsp:sp modelId="{F881A462-697D-49DF-BDAA-18C064836F11}">
      <dsp:nvSpPr>
        <dsp:cNvPr id="0" name=""/>
        <dsp:cNvSpPr/>
      </dsp:nvSpPr>
      <dsp:spPr>
        <a:xfrm>
          <a:off x="8639941" y="225237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B5226-5E83-47F5-9BD1-8F12B789F2F2}">
      <dsp:nvSpPr>
        <dsp:cNvPr id="0" name=""/>
        <dsp:cNvSpPr/>
      </dsp:nvSpPr>
      <dsp:spPr>
        <a:xfrm>
          <a:off x="9123104" y="225116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11</a:t>
          </a:r>
        </a:p>
      </dsp:txBody>
      <dsp:txXfrm>
        <a:off x="9123104" y="2251163"/>
        <a:ext cx="724744" cy="483163"/>
      </dsp:txXfrm>
    </dsp:sp>
    <dsp:sp modelId="{2E3CF932-03F3-4989-95E7-116137B538C2}">
      <dsp:nvSpPr>
        <dsp:cNvPr id="0" name=""/>
        <dsp:cNvSpPr/>
      </dsp:nvSpPr>
      <dsp:spPr>
        <a:xfrm>
          <a:off x="7975592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B69E45-5826-4EAF-861C-11CF6A4CD7AA}">
      <dsp:nvSpPr>
        <dsp:cNvPr id="0" name=""/>
        <dsp:cNvSpPr/>
      </dsp:nvSpPr>
      <dsp:spPr>
        <a:xfrm>
          <a:off x="8458755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110</a:t>
          </a:r>
        </a:p>
      </dsp:txBody>
      <dsp:txXfrm>
        <a:off x="8458755" y="2886522"/>
        <a:ext cx="724744" cy="483163"/>
      </dsp:txXfrm>
    </dsp:sp>
    <dsp:sp modelId="{D6909D42-8A14-495A-A4C8-AE9F17BF44B5}">
      <dsp:nvSpPr>
        <dsp:cNvPr id="0" name=""/>
        <dsp:cNvSpPr/>
      </dsp:nvSpPr>
      <dsp:spPr>
        <a:xfrm>
          <a:off x="9304290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D55A2-191E-4251-9468-D5A2F90E4FFA}">
      <dsp:nvSpPr>
        <dsp:cNvPr id="0" name=""/>
        <dsp:cNvSpPr/>
      </dsp:nvSpPr>
      <dsp:spPr>
        <a:xfrm>
          <a:off x="9787453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111</a:t>
          </a:r>
        </a:p>
      </dsp:txBody>
      <dsp:txXfrm>
        <a:off x="9787453" y="2886522"/>
        <a:ext cx="724744" cy="4831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82953F-A1E4-4DF4-A807-F4AFCAB85AFA}">
      <dsp:nvSpPr>
        <dsp:cNvPr id="0" name=""/>
        <dsp:cNvSpPr/>
      </dsp:nvSpPr>
      <dsp:spPr>
        <a:xfrm>
          <a:off x="6063203" y="2090319"/>
          <a:ext cx="453535" cy="103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62"/>
              </a:lnTo>
              <a:lnTo>
                <a:pt x="453535" y="52362"/>
              </a:lnTo>
              <a:lnTo>
                <a:pt x="453535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6901CA-99B0-4CB3-B0F4-A993BA6DE831}">
      <dsp:nvSpPr>
        <dsp:cNvPr id="0" name=""/>
        <dsp:cNvSpPr/>
      </dsp:nvSpPr>
      <dsp:spPr>
        <a:xfrm>
          <a:off x="5609668" y="2090319"/>
          <a:ext cx="453535" cy="103900"/>
        </a:xfrm>
        <a:custGeom>
          <a:avLst/>
          <a:gdLst/>
          <a:ahLst/>
          <a:cxnLst/>
          <a:rect l="0" t="0" r="0" b="0"/>
          <a:pathLst>
            <a:path>
              <a:moveTo>
                <a:pt x="453535" y="0"/>
              </a:moveTo>
              <a:lnTo>
                <a:pt x="453535" y="52362"/>
              </a:lnTo>
              <a:lnTo>
                <a:pt x="0" y="52362"/>
              </a:lnTo>
              <a:lnTo>
                <a:pt x="0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4F1DD8-D5E6-468A-99E5-4BD8DE9BD90E}">
      <dsp:nvSpPr>
        <dsp:cNvPr id="0" name=""/>
        <dsp:cNvSpPr/>
      </dsp:nvSpPr>
      <dsp:spPr>
        <a:xfrm>
          <a:off x="5156132" y="1656574"/>
          <a:ext cx="907070" cy="103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62"/>
              </a:lnTo>
              <a:lnTo>
                <a:pt x="907070" y="52362"/>
              </a:lnTo>
              <a:lnTo>
                <a:pt x="907070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93099F-09B0-45B2-AA6D-64A68C5B6EE1}">
      <dsp:nvSpPr>
        <dsp:cNvPr id="0" name=""/>
        <dsp:cNvSpPr/>
      </dsp:nvSpPr>
      <dsp:spPr>
        <a:xfrm>
          <a:off x="4249062" y="2090319"/>
          <a:ext cx="453535" cy="103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62"/>
              </a:lnTo>
              <a:lnTo>
                <a:pt x="453535" y="52362"/>
              </a:lnTo>
              <a:lnTo>
                <a:pt x="453535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CF35DD-CCBD-4FF1-A561-6773EBD720E0}">
      <dsp:nvSpPr>
        <dsp:cNvPr id="0" name=""/>
        <dsp:cNvSpPr/>
      </dsp:nvSpPr>
      <dsp:spPr>
        <a:xfrm>
          <a:off x="3795526" y="2090319"/>
          <a:ext cx="453535" cy="103900"/>
        </a:xfrm>
        <a:custGeom>
          <a:avLst/>
          <a:gdLst/>
          <a:ahLst/>
          <a:cxnLst/>
          <a:rect l="0" t="0" r="0" b="0"/>
          <a:pathLst>
            <a:path>
              <a:moveTo>
                <a:pt x="453535" y="0"/>
              </a:moveTo>
              <a:lnTo>
                <a:pt x="453535" y="52362"/>
              </a:lnTo>
              <a:lnTo>
                <a:pt x="0" y="52362"/>
              </a:lnTo>
              <a:lnTo>
                <a:pt x="0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C44E4-ADA3-4A06-91A0-E4D74AB3101E}">
      <dsp:nvSpPr>
        <dsp:cNvPr id="0" name=""/>
        <dsp:cNvSpPr/>
      </dsp:nvSpPr>
      <dsp:spPr>
        <a:xfrm>
          <a:off x="4249062" y="1656574"/>
          <a:ext cx="907070" cy="103900"/>
        </a:xfrm>
        <a:custGeom>
          <a:avLst/>
          <a:gdLst/>
          <a:ahLst/>
          <a:cxnLst/>
          <a:rect l="0" t="0" r="0" b="0"/>
          <a:pathLst>
            <a:path>
              <a:moveTo>
                <a:pt x="907070" y="0"/>
              </a:moveTo>
              <a:lnTo>
                <a:pt x="907070" y="52362"/>
              </a:lnTo>
              <a:lnTo>
                <a:pt x="0" y="52362"/>
              </a:lnTo>
              <a:lnTo>
                <a:pt x="0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8DEC2-0E8A-48F5-BBA4-71E5BF8FC3D8}">
      <dsp:nvSpPr>
        <dsp:cNvPr id="0" name=""/>
        <dsp:cNvSpPr/>
      </dsp:nvSpPr>
      <dsp:spPr>
        <a:xfrm>
          <a:off x="3341991" y="1222830"/>
          <a:ext cx="1814141" cy="103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62"/>
              </a:lnTo>
              <a:lnTo>
                <a:pt x="1814141" y="52362"/>
              </a:lnTo>
              <a:lnTo>
                <a:pt x="1814141" y="1039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D62530-5B28-425A-BC02-E34319251B68}">
      <dsp:nvSpPr>
        <dsp:cNvPr id="0" name=""/>
        <dsp:cNvSpPr/>
      </dsp:nvSpPr>
      <dsp:spPr>
        <a:xfrm>
          <a:off x="2434920" y="2090319"/>
          <a:ext cx="453535" cy="103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62"/>
              </a:lnTo>
              <a:lnTo>
                <a:pt x="453535" y="52362"/>
              </a:lnTo>
              <a:lnTo>
                <a:pt x="453535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59DEBA-34E2-4DBD-A5A2-28D2B6BFC38A}">
      <dsp:nvSpPr>
        <dsp:cNvPr id="0" name=""/>
        <dsp:cNvSpPr/>
      </dsp:nvSpPr>
      <dsp:spPr>
        <a:xfrm>
          <a:off x="1981385" y="2090319"/>
          <a:ext cx="453535" cy="103900"/>
        </a:xfrm>
        <a:custGeom>
          <a:avLst/>
          <a:gdLst/>
          <a:ahLst/>
          <a:cxnLst/>
          <a:rect l="0" t="0" r="0" b="0"/>
          <a:pathLst>
            <a:path>
              <a:moveTo>
                <a:pt x="453535" y="0"/>
              </a:moveTo>
              <a:lnTo>
                <a:pt x="453535" y="52362"/>
              </a:lnTo>
              <a:lnTo>
                <a:pt x="0" y="52362"/>
              </a:lnTo>
              <a:lnTo>
                <a:pt x="0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76B3B4-AFA5-47D6-90E3-8BACBD8D4168}">
      <dsp:nvSpPr>
        <dsp:cNvPr id="0" name=""/>
        <dsp:cNvSpPr/>
      </dsp:nvSpPr>
      <dsp:spPr>
        <a:xfrm>
          <a:off x="1527850" y="1656574"/>
          <a:ext cx="907070" cy="103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62"/>
              </a:lnTo>
              <a:lnTo>
                <a:pt x="907070" y="52362"/>
              </a:lnTo>
              <a:lnTo>
                <a:pt x="907070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50D1E0-7F2E-426B-8C00-8AE85615FEAE}">
      <dsp:nvSpPr>
        <dsp:cNvPr id="0" name=""/>
        <dsp:cNvSpPr/>
      </dsp:nvSpPr>
      <dsp:spPr>
        <a:xfrm>
          <a:off x="620779" y="2090319"/>
          <a:ext cx="453535" cy="103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62"/>
              </a:lnTo>
              <a:lnTo>
                <a:pt x="453535" y="52362"/>
              </a:lnTo>
              <a:lnTo>
                <a:pt x="453535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A4CF92-AAEF-402E-A11E-284E0F3CBD39}">
      <dsp:nvSpPr>
        <dsp:cNvPr id="0" name=""/>
        <dsp:cNvSpPr/>
      </dsp:nvSpPr>
      <dsp:spPr>
        <a:xfrm>
          <a:off x="167244" y="2090319"/>
          <a:ext cx="453535" cy="103900"/>
        </a:xfrm>
        <a:custGeom>
          <a:avLst/>
          <a:gdLst/>
          <a:ahLst/>
          <a:cxnLst/>
          <a:rect l="0" t="0" r="0" b="0"/>
          <a:pathLst>
            <a:path>
              <a:moveTo>
                <a:pt x="453535" y="0"/>
              </a:moveTo>
              <a:lnTo>
                <a:pt x="453535" y="52362"/>
              </a:lnTo>
              <a:lnTo>
                <a:pt x="0" y="52362"/>
              </a:lnTo>
              <a:lnTo>
                <a:pt x="0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9DEF68-33FF-472B-9DEE-5655B74025FE}">
      <dsp:nvSpPr>
        <dsp:cNvPr id="0" name=""/>
        <dsp:cNvSpPr/>
      </dsp:nvSpPr>
      <dsp:spPr>
        <a:xfrm>
          <a:off x="620779" y="1656574"/>
          <a:ext cx="907070" cy="103900"/>
        </a:xfrm>
        <a:custGeom>
          <a:avLst/>
          <a:gdLst/>
          <a:ahLst/>
          <a:cxnLst/>
          <a:rect l="0" t="0" r="0" b="0"/>
          <a:pathLst>
            <a:path>
              <a:moveTo>
                <a:pt x="907070" y="0"/>
              </a:moveTo>
              <a:lnTo>
                <a:pt x="907070" y="52362"/>
              </a:lnTo>
              <a:lnTo>
                <a:pt x="0" y="52362"/>
              </a:lnTo>
              <a:lnTo>
                <a:pt x="0" y="103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ADE249-9F35-40DA-812D-4D3C01A47463}">
      <dsp:nvSpPr>
        <dsp:cNvPr id="0" name=""/>
        <dsp:cNvSpPr/>
      </dsp:nvSpPr>
      <dsp:spPr>
        <a:xfrm>
          <a:off x="1527850" y="1222830"/>
          <a:ext cx="1814141" cy="103900"/>
        </a:xfrm>
        <a:custGeom>
          <a:avLst/>
          <a:gdLst/>
          <a:ahLst/>
          <a:cxnLst/>
          <a:rect l="0" t="0" r="0" b="0"/>
          <a:pathLst>
            <a:path>
              <a:moveTo>
                <a:pt x="1814141" y="0"/>
              </a:moveTo>
              <a:lnTo>
                <a:pt x="1814141" y="52362"/>
              </a:lnTo>
              <a:lnTo>
                <a:pt x="0" y="52362"/>
              </a:lnTo>
              <a:lnTo>
                <a:pt x="0" y="1039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C2B84B-B849-4C9B-AE7E-39F88DDB38F4}">
      <dsp:nvSpPr>
        <dsp:cNvPr id="0" name=""/>
        <dsp:cNvSpPr/>
      </dsp:nvSpPr>
      <dsp:spPr>
        <a:xfrm>
          <a:off x="3177069" y="892986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CD1C2-E5E2-46C3-A1D7-E167CB2BBB25}">
      <dsp:nvSpPr>
        <dsp:cNvPr id="0" name=""/>
        <dsp:cNvSpPr/>
      </dsp:nvSpPr>
      <dsp:spPr>
        <a:xfrm>
          <a:off x="3506913" y="892161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3506913" y="892161"/>
        <a:ext cx="494765" cy="329843"/>
      </dsp:txXfrm>
    </dsp:sp>
    <dsp:sp modelId="{CAE55F1E-C19F-4B66-8D23-E23D61C8274A}">
      <dsp:nvSpPr>
        <dsp:cNvPr id="0" name=""/>
        <dsp:cNvSpPr/>
      </dsp:nvSpPr>
      <dsp:spPr>
        <a:xfrm>
          <a:off x="1362928" y="1326731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DE254B-AB07-4F15-B082-A60445A66A30}">
      <dsp:nvSpPr>
        <dsp:cNvPr id="0" name=""/>
        <dsp:cNvSpPr/>
      </dsp:nvSpPr>
      <dsp:spPr>
        <a:xfrm>
          <a:off x="1692772" y="1325906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0</a:t>
          </a:r>
        </a:p>
      </dsp:txBody>
      <dsp:txXfrm>
        <a:off x="1692772" y="1325906"/>
        <a:ext cx="494765" cy="329843"/>
      </dsp:txXfrm>
    </dsp:sp>
    <dsp:sp modelId="{F0378735-1767-4B95-A191-84FCF421923B}">
      <dsp:nvSpPr>
        <dsp:cNvPr id="0" name=""/>
        <dsp:cNvSpPr/>
      </dsp:nvSpPr>
      <dsp:spPr>
        <a:xfrm>
          <a:off x="455857" y="1760475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4564B-9AB7-4C8F-B8A8-39EFD12C3F04}">
      <dsp:nvSpPr>
        <dsp:cNvPr id="0" name=""/>
        <dsp:cNvSpPr/>
      </dsp:nvSpPr>
      <dsp:spPr>
        <a:xfrm>
          <a:off x="785701" y="1759651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00</a:t>
          </a:r>
        </a:p>
      </dsp:txBody>
      <dsp:txXfrm>
        <a:off x="785701" y="1759651"/>
        <a:ext cx="494765" cy="329843"/>
      </dsp:txXfrm>
    </dsp:sp>
    <dsp:sp modelId="{31378BE1-73BB-4FBA-8B37-26EFF9163B79}">
      <dsp:nvSpPr>
        <dsp:cNvPr id="0" name=""/>
        <dsp:cNvSpPr/>
      </dsp:nvSpPr>
      <dsp:spPr>
        <a:xfrm>
          <a:off x="2322" y="2194220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EC15E-51D7-4F26-8AFB-875D60F417CD}">
      <dsp:nvSpPr>
        <dsp:cNvPr id="0" name=""/>
        <dsp:cNvSpPr/>
      </dsp:nvSpPr>
      <dsp:spPr>
        <a:xfrm>
          <a:off x="332166" y="2193395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000</a:t>
          </a:r>
        </a:p>
      </dsp:txBody>
      <dsp:txXfrm>
        <a:off x="332166" y="2193395"/>
        <a:ext cx="494765" cy="329843"/>
      </dsp:txXfrm>
    </dsp:sp>
    <dsp:sp modelId="{E88FCE21-AB7D-4D6A-B05D-0EC880AD204C}">
      <dsp:nvSpPr>
        <dsp:cNvPr id="0" name=""/>
        <dsp:cNvSpPr/>
      </dsp:nvSpPr>
      <dsp:spPr>
        <a:xfrm>
          <a:off x="909392" y="2194220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53249-6B62-4A5D-8B52-79726E159038}">
      <dsp:nvSpPr>
        <dsp:cNvPr id="0" name=""/>
        <dsp:cNvSpPr/>
      </dsp:nvSpPr>
      <dsp:spPr>
        <a:xfrm>
          <a:off x="1239236" y="2193395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001</a:t>
          </a:r>
        </a:p>
      </dsp:txBody>
      <dsp:txXfrm>
        <a:off x="1239236" y="2193395"/>
        <a:ext cx="494765" cy="329843"/>
      </dsp:txXfrm>
    </dsp:sp>
    <dsp:sp modelId="{4233B3E3-6C67-4C0E-96E4-BB2B0B75586A}">
      <dsp:nvSpPr>
        <dsp:cNvPr id="0" name=""/>
        <dsp:cNvSpPr/>
      </dsp:nvSpPr>
      <dsp:spPr>
        <a:xfrm>
          <a:off x="2269998" y="1760475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73AE5-E6A9-41E4-8D16-336CA1EA5BD6}">
      <dsp:nvSpPr>
        <dsp:cNvPr id="0" name=""/>
        <dsp:cNvSpPr/>
      </dsp:nvSpPr>
      <dsp:spPr>
        <a:xfrm>
          <a:off x="2599842" y="1759651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01</a:t>
          </a:r>
        </a:p>
      </dsp:txBody>
      <dsp:txXfrm>
        <a:off x="2599842" y="1759651"/>
        <a:ext cx="494765" cy="329843"/>
      </dsp:txXfrm>
    </dsp:sp>
    <dsp:sp modelId="{70D74900-69E9-4856-A95D-89F5FDD3E9E4}">
      <dsp:nvSpPr>
        <dsp:cNvPr id="0" name=""/>
        <dsp:cNvSpPr/>
      </dsp:nvSpPr>
      <dsp:spPr>
        <a:xfrm>
          <a:off x="1816463" y="2194220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1D0709-7034-4610-9B77-E6FCB24CD992}">
      <dsp:nvSpPr>
        <dsp:cNvPr id="0" name=""/>
        <dsp:cNvSpPr/>
      </dsp:nvSpPr>
      <dsp:spPr>
        <a:xfrm>
          <a:off x="2146307" y="2193395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010</a:t>
          </a:r>
        </a:p>
      </dsp:txBody>
      <dsp:txXfrm>
        <a:off x="2146307" y="2193395"/>
        <a:ext cx="494765" cy="329843"/>
      </dsp:txXfrm>
    </dsp:sp>
    <dsp:sp modelId="{45356671-EB57-466D-8106-10BEE9E8A057}">
      <dsp:nvSpPr>
        <dsp:cNvPr id="0" name=""/>
        <dsp:cNvSpPr/>
      </dsp:nvSpPr>
      <dsp:spPr>
        <a:xfrm>
          <a:off x="2723534" y="2194220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799EC5-4B67-4BDB-B398-A17FE7C97B33}">
      <dsp:nvSpPr>
        <dsp:cNvPr id="0" name=""/>
        <dsp:cNvSpPr/>
      </dsp:nvSpPr>
      <dsp:spPr>
        <a:xfrm>
          <a:off x="3053378" y="2193395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011</a:t>
          </a:r>
        </a:p>
      </dsp:txBody>
      <dsp:txXfrm>
        <a:off x="3053378" y="2193395"/>
        <a:ext cx="494765" cy="329843"/>
      </dsp:txXfrm>
    </dsp:sp>
    <dsp:sp modelId="{A71313E5-2DD8-450D-AA94-93DCA40D8A75}">
      <dsp:nvSpPr>
        <dsp:cNvPr id="0" name=""/>
        <dsp:cNvSpPr/>
      </dsp:nvSpPr>
      <dsp:spPr>
        <a:xfrm>
          <a:off x="4991211" y="1326731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DD64E-BB9A-4F95-AFDF-7E283A8FB183}">
      <dsp:nvSpPr>
        <dsp:cNvPr id="0" name=""/>
        <dsp:cNvSpPr/>
      </dsp:nvSpPr>
      <dsp:spPr>
        <a:xfrm>
          <a:off x="5321054" y="1325906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</a:t>
          </a:r>
        </a:p>
      </dsp:txBody>
      <dsp:txXfrm>
        <a:off x="5321054" y="1325906"/>
        <a:ext cx="494765" cy="329843"/>
      </dsp:txXfrm>
    </dsp:sp>
    <dsp:sp modelId="{15D941F4-E666-404F-931A-47AFD41A8665}">
      <dsp:nvSpPr>
        <dsp:cNvPr id="0" name=""/>
        <dsp:cNvSpPr/>
      </dsp:nvSpPr>
      <dsp:spPr>
        <a:xfrm>
          <a:off x="4084140" y="1760475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2F8D6-541C-4DD8-9291-3393D2674493}">
      <dsp:nvSpPr>
        <dsp:cNvPr id="0" name=""/>
        <dsp:cNvSpPr/>
      </dsp:nvSpPr>
      <dsp:spPr>
        <a:xfrm>
          <a:off x="4413984" y="1759651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10</a:t>
          </a:r>
        </a:p>
      </dsp:txBody>
      <dsp:txXfrm>
        <a:off x="4413984" y="1759651"/>
        <a:ext cx="494765" cy="329843"/>
      </dsp:txXfrm>
    </dsp:sp>
    <dsp:sp modelId="{93ADDC6F-4833-4C9B-92F7-A997CCE88E51}">
      <dsp:nvSpPr>
        <dsp:cNvPr id="0" name=""/>
        <dsp:cNvSpPr/>
      </dsp:nvSpPr>
      <dsp:spPr>
        <a:xfrm>
          <a:off x="3630604" y="2194220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51619-78DA-4C06-9C09-3F241DBF9008}">
      <dsp:nvSpPr>
        <dsp:cNvPr id="0" name=""/>
        <dsp:cNvSpPr/>
      </dsp:nvSpPr>
      <dsp:spPr>
        <a:xfrm>
          <a:off x="3960448" y="2193395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100</a:t>
          </a:r>
        </a:p>
      </dsp:txBody>
      <dsp:txXfrm>
        <a:off x="3960448" y="2193395"/>
        <a:ext cx="494765" cy="329843"/>
      </dsp:txXfrm>
    </dsp:sp>
    <dsp:sp modelId="{D0A72916-F732-400C-840E-CDA1AE425116}">
      <dsp:nvSpPr>
        <dsp:cNvPr id="0" name=""/>
        <dsp:cNvSpPr/>
      </dsp:nvSpPr>
      <dsp:spPr>
        <a:xfrm>
          <a:off x="4537675" y="2194220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2574F-B20A-475F-A768-861106CDCC65}">
      <dsp:nvSpPr>
        <dsp:cNvPr id="0" name=""/>
        <dsp:cNvSpPr/>
      </dsp:nvSpPr>
      <dsp:spPr>
        <a:xfrm>
          <a:off x="4867519" y="2193395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101</a:t>
          </a:r>
        </a:p>
      </dsp:txBody>
      <dsp:txXfrm>
        <a:off x="4867519" y="2193395"/>
        <a:ext cx="494765" cy="329843"/>
      </dsp:txXfrm>
    </dsp:sp>
    <dsp:sp modelId="{F881A462-697D-49DF-BDAA-18C064836F11}">
      <dsp:nvSpPr>
        <dsp:cNvPr id="0" name=""/>
        <dsp:cNvSpPr/>
      </dsp:nvSpPr>
      <dsp:spPr>
        <a:xfrm>
          <a:off x="5898281" y="1760475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B5226-5E83-47F5-9BD1-8F12B789F2F2}">
      <dsp:nvSpPr>
        <dsp:cNvPr id="0" name=""/>
        <dsp:cNvSpPr/>
      </dsp:nvSpPr>
      <dsp:spPr>
        <a:xfrm>
          <a:off x="6228125" y="1759651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11</a:t>
          </a:r>
        </a:p>
      </dsp:txBody>
      <dsp:txXfrm>
        <a:off x="6228125" y="1759651"/>
        <a:ext cx="494765" cy="329843"/>
      </dsp:txXfrm>
    </dsp:sp>
    <dsp:sp modelId="{2E3CF932-03F3-4989-95E7-116137B538C2}">
      <dsp:nvSpPr>
        <dsp:cNvPr id="0" name=""/>
        <dsp:cNvSpPr/>
      </dsp:nvSpPr>
      <dsp:spPr>
        <a:xfrm>
          <a:off x="5444746" y="2194220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B69E45-5826-4EAF-861C-11CF6A4CD7AA}">
      <dsp:nvSpPr>
        <dsp:cNvPr id="0" name=""/>
        <dsp:cNvSpPr/>
      </dsp:nvSpPr>
      <dsp:spPr>
        <a:xfrm>
          <a:off x="5774590" y="2193395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110</a:t>
          </a:r>
        </a:p>
      </dsp:txBody>
      <dsp:txXfrm>
        <a:off x="5774590" y="2193395"/>
        <a:ext cx="494765" cy="329843"/>
      </dsp:txXfrm>
    </dsp:sp>
    <dsp:sp modelId="{D6909D42-8A14-495A-A4C8-AE9F17BF44B5}">
      <dsp:nvSpPr>
        <dsp:cNvPr id="0" name=""/>
        <dsp:cNvSpPr/>
      </dsp:nvSpPr>
      <dsp:spPr>
        <a:xfrm>
          <a:off x="6351817" y="2194220"/>
          <a:ext cx="329843" cy="329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D55A2-191E-4251-9468-D5A2F90E4FFA}">
      <dsp:nvSpPr>
        <dsp:cNvPr id="0" name=""/>
        <dsp:cNvSpPr/>
      </dsp:nvSpPr>
      <dsp:spPr>
        <a:xfrm>
          <a:off x="6681660" y="2193395"/>
          <a:ext cx="494765" cy="32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111</a:t>
          </a:r>
        </a:p>
      </dsp:txBody>
      <dsp:txXfrm>
        <a:off x="6681660" y="2193395"/>
        <a:ext cx="494765" cy="329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82953F-A1E4-4DF4-A807-F4AFCAB85AFA}">
      <dsp:nvSpPr>
        <dsp:cNvPr id="0" name=""/>
        <dsp:cNvSpPr/>
      </dsp:nvSpPr>
      <dsp:spPr>
        <a:xfrm>
          <a:off x="8881522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664349" y="76702"/>
              </a:lnTo>
              <a:lnTo>
                <a:pt x="664349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6901CA-99B0-4CB3-B0F4-A993BA6DE831}">
      <dsp:nvSpPr>
        <dsp:cNvPr id="0" name=""/>
        <dsp:cNvSpPr/>
      </dsp:nvSpPr>
      <dsp:spPr>
        <a:xfrm>
          <a:off x="8217173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664349" y="0"/>
              </a:moveTo>
              <a:lnTo>
                <a:pt x="664349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4F1DD8-D5E6-468A-99E5-4BD8DE9BD90E}">
      <dsp:nvSpPr>
        <dsp:cNvPr id="0" name=""/>
        <dsp:cNvSpPr/>
      </dsp:nvSpPr>
      <dsp:spPr>
        <a:xfrm>
          <a:off x="7552824" y="2100174"/>
          <a:ext cx="1328698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1328698" y="76702"/>
              </a:lnTo>
              <a:lnTo>
                <a:pt x="1328698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93099F-09B0-45B2-AA6D-64A68C5B6EE1}">
      <dsp:nvSpPr>
        <dsp:cNvPr id="0" name=""/>
        <dsp:cNvSpPr/>
      </dsp:nvSpPr>
      <dsp:spPr>
        <a:xfrm>
          <a:off x="6224126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664349" y="76702"/>
              </a:lnTo>
              <a:lnTo>
                <a:pt x="664349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CF35DD-CCBD-4FF1-A561-6773EBD720E0}">
      <dsp:nvSpPr>
        <dsp:cNvPr id="0" name=""/>
        <dsp:cNvSpPr/>
      </dsp:nvSpPr>
      <dsp:spPr>
        <a:xfrm>
          <a:off x="5559776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664349" y="0"/>
              </a:moveTo>
              <a:lnTo>
                <a:pt x="664349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C44E4-ADA3-4A06-91A0-E4D74AB3101E}">
      <dsp:nvSpPr>
        <dsp:cNvPr id="0" name=""/>
        <dsp:cNvSpPr/>
      </dsp:nvSpPr>
      <dsp:spPr>
        <a:xfrm>
          <a:off x="6224126" y="2100174"/>
          <a:ext cx="1328698" cy="152196"/>
        </a:xfrm>
        <a:custGeom>
          <a:avLst/>
          <a:gdLst/>
          <a:ahLst/>
          <a:cxnLst/>
          <a:rect l="0" t="0" r="0" b="0"/>
          <a:pathLst>
            <a:path>
              <a:moveTo>
                <a:pt x="1328698" y="0"/>
              </a:moveTo>
              <a:lnTo>
                <a:pt x="1328698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8DEC2-0E8A-48F5-BBA4-71E5BF8FC3D8}">
      <dsp:nvSpPr>
        <dsp:cNvPr id="0" name=""/>
        <dsp:cNvSpPr/>
      </dsp:nvSpPr>
      <dsp:spPr>
        <a:xfrm>
          <a:off x="4895427" y="1464815"/>
          <a:ext cx="2657396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2657396" y="76702"/>
              </a:lnTo>
              <a:lnTo>
                <a:pt x="2657396" y="1521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D62530-5B28-425A-BC02-E34319251B68}">
      <dsp:nvSpPr>
        <dsp:cNvPr id="0" name=""/>
        <dsp:cNvSpPr/>
      </dsp:nvSpPr>
      <dsp:spPr>
        <a:xfrm>
          <a:off x="3566729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664349" y="76702"/>
              </a:lnTo>
              <a:lnTo>
                <a:pt x="664349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59DEBA-34E2-4DBD-A5A2-28D2B6BFC38A}">
      <dsp:nvSpPr>
        <dsp:cNvPr id="0" name=""/>
        <dsp:cNvSpPr/>
      </dsp:nvSpPr>
      <dsp:spPr>
        <a:xfrm>
          <a:off x="2902380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664349" y="0"/>
              </a:moveTo>
              <a:lnTo>
                <a:pt x="664349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76B3B4-AFA5-47D6-90E3-8BACBD8D4168}">
      <dsp:nvSpPr>
        <dsp:cNvPr id="0" name=""/>
        <dsp:cNvSpPr/>
      </dsp:nvSpPr>
      <dsp:spPr>
        <a:xfrm>
          <a:off x="2238030" y="2100174"/>
          <a:ext cx="1328698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1328698" y="76702"/>
              </a:lnTo>
              <a:lnTo>
                <a:pt x="1328698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50D1E0-7F2E-426B-8C00-8AE85615FEAE}">
      <dsp:nvSpPr>
        <dsp:cNvPr id="0" name=""/>
        <dsp:cNvSpPr/>
      </dsp:nvSpPr>
      <dsp:spPr>
        <a:xfrm>
          <a:off x="909332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702"/>
              </a:lnTo>
              <a:lnTo>
                <a:pt x="664349" y="76702"/>
              </a:lnTo>
              <a:lnTo>
                <a:pt x="664349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A4CF92-AAEF-402E-A11E-284E0F3CBD39}">
      <dsp:nvSpPr>
        <dsp:cNvPr id="0" name=""/>
        <dsp:cNvSpPr/>
      </dsp:nvSpPr>
      <dsp:spPr>
        <a:xfrm>
          <a:off x="244983" y="2735534"/>
          <a:ext cx="664349" cy="152196"/>
        </a:xfrm>
        <a:custGeom>
          <a:avLst/>
          <a:gdLst/>
          <a:ahLst/>
          <a:cxnLst/>
          <a:rect l="0" t="0" r="0" b="0"/>
          <a:pathLst>
            <a:path>
              <a:moveTo>
                <a:pt x="664349" y="0"/>
              </a:moveTo>
              <a:lnTo>
                <a:pt x="664349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9DEF68-33FF-472B-9DEE-5655B74025FE}">
      <dsp:nvSpPr>
        <dsp:cNvPr id="0" name=""/>
        <dsp:cNvSpPr/>
      </dsp:nvSpPr>
      <dsp:spPr>
        <a:xfrm>
          <a:off x="909332" y="2100174"/>
          <a:ext cx="1328698" cy="152196"/>
        </a:xfrm>
        <a:custGeom>
          <a:avLst/>
          <a:gdLst/>
          <a:ahLst/>
          <a:cxnLst/>
          <a:rect l="0" t="0" r="0" b="0"/>
          <a:pathLst>
            <a:path>
              <a:moveTo>
                <a:pt x="1328698" y="0"/>
              </a:moveTo>
              <a:lnTo>
                <a:pt x="1328698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ADE249-9F35-40DA-812D-4D3C01A47463}">
      <dsp:nvSpPr>
        <dsp:cNvPr id="0" name=""/>
        <dsp:cNvSpPr/>
      </dsp:nvSpPr>
      <dsp:spPr>
        <a:xfrm>
          <a:off x="2238030" y="1464815"/>
          <a:ext cx="2657396" cy="152196"/>
        </a:xfrm>
        <a:custGeom>
          <a:avLst/>
          <a:gdLst/>
          <a:ahLst/>
          <a:cxnLst/>
          <a:rect l="0" t="0" r="0" b="0"/>
          <a:pathLst>
            <a:path>
              <a:moveTo>
                <a:pt x="2657396" y="0"/>
              </a:moveTo>
              <a:lnTo>
                <a:pt x="2657396" y="76702"/>
              </a:lnTo>
              <a:lnTo>
                <a:pt x="0" y="76702"/>
              </a:lnTo>
              <a:lnTo>
                <a:pt x="0" y="1521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C2B84B-B849-4C9B-AE7E-39F88DDB38F4}">
      <dsp:nvSpPr>
        <dsp:cNvPr id="0" name=""/>
        <dsp:cNvSpPr/>
      </dsp:nvSpPr>
      <dsp:spPr>
        <a:xfrm>
          <a:off x="4653846" y="981652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CD1C2-E5E2-46C3-A1D7-E167CB2BBB25}">
      <dsp:nvSpPr>
        <dsp:cNvPr id="0" name=""/>
        <dsp:cNvSpPr/>
      </dsp:nvSpPr>
      <dsp:spPr>
        <a:xfrm>
          <a:off x="5137009" y="980444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/>
        </a:p>
      </dsp:txBody>
      <dsp:txXfrm>
        <a:off x="5137009" y="980444"/>
        <a:ext cx="724744" cy="483163"/>
      </dsp:txXfrm>
    </dsp:sp>
    <dsp:sp modelId="{CAE55F1E-C19F-4B66-8D23-E23D61C8274A}">
      <dsp:nvSpPr>
        <dsp:cNvPr id="0" name=""/>
        <dsp:cNvSpPr/>
      </dsp:nvSpPr>
      <dsp:spPr>
        <a:xfrm>
          <a:off x="1996449" y="161701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DE254B-AB07-4F15-B082-A60445A66A30}">
      <dsp:nvSpPr>
        <dsp:cNvPr id="0" name=""/>
        <dsp:cNvSpPr/>
      </dsp:nvSpPr>
      <dsp:spPr>
        <a:xfrm>
          <a:off x="2479612" y="161580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</a:t>
          </a:r>
        </a:p>
      </dsp:txBody>
      <dsp:txXfrm>
        <a:off x="2479612" y="1615803"/>
        <a:ext cx="724744" cy="483163"/>
      </dsp:txXfrm>
    </dsp:sp>
    <dsp:sp modelId="{F0378735-1767-4B95-A191-84FCF421923B}">
      <dsp:nvSpPr>
        <dsp:cNvPr id="0" name=""/>
        <dsp:cNvSpPr/>
      </dsp:nvSpPr>
      <dsp:spPr>
        <a:xfrm>
          <a:off x="667750" y="225237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4564B-9AB7-4C8F-B8A8-39EFD12C3F04}">
      <dsp:nvSpPr>
        <dsp:cNvPr id="0" name=""/>
        <dsp:cNvSpPr/>
      </dsp:nvSpPr>
      <dsp:spPr>
        <a:xfrm>
          <a:off x="1150913" y="225116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00</a:t>
          </a:r>
        </a:p>
      </dsp:txBody>
      <dsp:txXfrm>
        <a:off x="1150913" y="2251163"/>
        <a:ext cx="724744" cy="483163"/>
      </dsp:txXfrm>
    </dsp:sp>
    <dsp:sp modelId="{31378BE1-73BB-4FBA-8B37-26EFF9163B79}">
      <dsp:nvSpPr>
        <dsp:cNvPr id="0" name=""/>
        <dsp:cNvSpPr/>
      </dsp:nvSpPr>
      <dsp:spPr>
        <a:xfrm>
          <a:off x="3401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EC15E-51D7-4F26-8AFB-875D60F417CD}">
      <dsp:nvSpPr>
        <dsp:cNvPr id="0" name=""/>
        <dsp:cNvSpPr/>
      </dsp:nvSpPr>
      <dsp:spPr>
        <a:xfrm>
          <a:off x="486564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000</a:t>
          </a:r>
        </a:p>
      </dsp:txBody>
      <dsp:txXfrm>
        <a:off x="486564" y="2886522"/>
        <a:ext cx="724744" cy="483163"/>
      </dsp:txXfrm>
    </dsp:sp>
    <dsp:sp modelId="{E88FCE21-AB7D-4D6A-B05D-0EC880AD204C}">
      <dsp:nvSpPr>
        <dsp:cNvPr id="0" name=""/>
        <dsp:cNvSpPr/>
      </dsp:nvSpPr>
      <dsp:spPr>
        <a:xfrm>
          <a:off x="1332100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53249-6B62-4A5D-8B52-79726E159038}">
      <dsp:nvSpPr>
        <dsp:cNvPr id="0" name=""/>
        <dsp:cNvSpPr/>
      </dsp:nvSpPr>
      <dsp:spPr>
        <a:xfrm>
          <a:off x="1815263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001</a:t>
          </a:r>
        </a:p>
      </dsp:txBody>
      <dsp:txXfrm>
        <a:off x="1815263" y="2886522"/>
        <a:ext cx="724744" cy="483163"/>
      </dsp:txXfrm>
    </dsp:sp>
    <dsp:sp modelId="{4233B3E3-6C67-4C0E-96E4-BB2B0B75586A}">
      <dsp:nvSpPr>
        <dsp:cNvPr id="0" name=""/>
        <dsp:cNvSpPr/>
      </dsp:nvSpPr>
      <dsp:spPr>
        <a:xfrm>
          <a:off x="3325147" y="225237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73AE5-E6A9-41E4-8D16-336CA1EA5BD6}">
      <dsp:nvSpPr>
        <dsp:cNvPr id="0" name=""/>
        <dsp:cNvSpPr/>
      </dsp:nvSpPr>
      <dsp:spPr>
        <a:xfrm>
          <a:off x="3808310" y="225116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01</a:t>
          </a:r>
        </a:p>
      </dsp:txBody>
      <dsp:txXfrm>
        <a:off x="3808310" y="2251163"/>
        <a:ext cx="724744" cy="483163"/>
      </dsp:txXfrm>
    </dsp:sp>
    <dsp:sp modelId="{70D74900-69E9-4856-A95D-89F5FDD3E9E4}">
      <dsp:nvSpPr>
        <dsp:cNvPr id="0" name=""/>
        <dsp:cNvSpPr/>
      </dsp:nvSpPr>
      <dsp:spPr>
        <a:xfrm>
          <a:off x="2660798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1D0709-7034-4610-9B77-E6FCB24CD992}">
      <dsp:nvSpPr>
        <dsp:cNvPr id="0" name=""/>
        <dsp:cNvSpPr/>
      </dsp:nvSpPr>
      <dsp:spPr>
        <a:xfrm>
          <a:off x="3143961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010</a:t>
          </a:r>
        </a:p>
      </dsp:txBody>
      <dsp:txXfrm>
        <a:off x="3143961" y="2886522"/>
        <a:ext cx="724744" cy="483163"/>
      </dsp:txXfrm>
    </dsp:sp>
    <dsp:sp modelId="{45356671-EB57-466D-8106-10BEE9E8A057}">
      <dsp:nvSpPr>
        <dsp:cNvPr id="0" name=""/>
        <dsp:cNvSpPr/>
      </dsp:nvSpPr>
      <dsp:spPr>
        <a:xfrm>
          <a:off x="3989496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799EC5-4B67-4BDB-B398-A17FE7C97B33}">
      <dsp:nvSpPr>
        <dsp:cNvPr id="0" name=""/>
        <dsp:cNvSpPr/>
      </dsp:nvSpPr>
      <dsp:spPr>
        <a:xfrm>
          <a:off x="4472660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011</a:t>
          </a:r>
        </a:p>
      </dsp:txBody>
      <dsp:txXfrm>
        <a:off x="4472660" y="2886522"/>
        <a:ext cx="724744" cy="483163"/>
      </dsp:txXfrm>
    </dsp:sp>
    <dsp:sp modelId="{A71313E5-2DD8-450D-AA94-93DCA40D8A75}">
      <dsp:nvSpPr>
        <dsp:cNvPr id="0" name=""/>
        <dsp:cNvSpPr/>
      </dsp:nvSpPr>
      <dsp:spPr>
        <a:xfrm>
          <a:off x="7311243" y="161701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DD64E-BB9A-4F95-AFDF-7E283A8FB183}">
      <dsp:nvSpPr>
        <dsp:cNvPr id="0" name=""/>
        <dsp:cNvSpPr/>
      </dsp:nvSpPr>
      <dsp:spPr>
        <a:xfrm>
          <a:off x="7794406" y="161580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</a:t>
          </a:r>
        </a:p>
      </dsp:txBody>
      <dsp:txXfrm>
        <a:off x="7794406" y="1615803"/>
        <a:ext cx="724744" cy="483163"/>
      </dsp:txXfrm>
    </dsp:sp>
    <dsp:sp modelId="{15D941F4-E666-404F-931A-47AFD41A8665}">
      <dsp:nvSpPr>
        <dsp:cNvPr id="0" name=""/>
        <dsp:cNvSpPr/>
      </dsp:nvSpPr>
      <dsp:spPr>
        <a:xfrm>
          <a:off x="5982544" y="225237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2F8D6-541C-4DD8-9291-3393D2674493}">
      <dsp:nvSpPr>
        <dsp:cNvPr id="0" name=""/>
        <dsp:cNvSpPr/>
      </dsp:nvSpPr>
      <dsp:spPr>
        <a:xfrm>
          <a:off x="6465707" y="225116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10</a:t>
          </a:r>
        </a:p>
      </dsp:txBody>
      <dsp:txXfrm>
        <a:off x="6465707" y="2251163"/>
        <a:ext cx="724744" cy="483163"/>
      </dsp:txXfrm>
    </dsp:sp>
    <dsp:sp modelId="{93ADDC6F-4833-4C9B-92F7-A997CCE88E51}">
      <dsp:nvSpPr>
        <dsp:cNvPr id="0" name=""/>
        <dsp:cNvSpPr/>
      </dsp:nvSpPr>
      <dsp:spPr>
        <a:xfrm>
          <a:off x="5318195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51619-78DA-4C06-9C09-3F241DBF9008}">
      <dsp:nvSpPr>
        <dsp:cNvPr id="0" name=""/>
        <dsp:cNvSpPr/>
      </dsp:nvSpPr>
      <dsp:spPr>
        <a:xfrm>
          <a:off x="5801358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100</a:t>
          </a:r>
        </a:p>
      </dsp:txBody>
      <dsp:txXfrm>
        <a:off x="5801358" y="2886522"/>
        <a:ext cx="724744" cy="483163"/>
      </dsp:txXfrm>
    </dsp:sp>
    <dsp:sp modelId="{D0A72916-F732-400C-840E-CDA1AE425116}">
      <dsp:nvSpPr>
        <dsp:cNvPr id="0" name=""/>
        <dsp:cNvSpPr/>
      </dsp:nvSpPr>
      <dsp:spPr>
        <a:xfrm>
          <a:off x="6646893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2574F-B20A-475F-A768-861106CDCC65}">
      <dsp:nvSpPr>
        <dsp:cNvPr id="0" name=""/>
        <dsp:cNvSpPr/>
      </dsp:nvSpPr>
      <dsp:spPr>
        <a:xfrm>
          <a:off x="7130056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101</a:t>
          </a:r>
        </a:p>
      </dsp:txBody>
      <dsp:txXfrm>
        <a:off x="7130056" y="2886522"/>
        <a:ext cx="724744" cy="483163"/>
      </dsp:txXfrm>
    </dsp:sp>
    <dsp:sp modelId="{F881A462-697D-49DF-BDAA-18C064836F11}">
      <dsp:nvSpPr>
        <dsp:cNvPr id="0" name=""/>
        <dsp:cNvSpPr/>
      </dsp:nvSpPr>
      <dsp:spPr>
        <a:xfrm>
          <a:off x="8639941" y="2252371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B5226-5E83-47F5-9BD1-8F12B789F2F2}">
      <dsp:nvSpPr>
        <dsp:cNvPr id="0" name=""/>
        <dsp:cNvSpPr/>
      </dsp:nvSpPr>
      <dsp:spPr>
        <a:xfrm>
          <a:off x="9123104" y="2251163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11</a:t>
          </a:r>
        </a:p>
      </dsp:txBody>
      <dsp:txXfrm>
        <a:off x="9123104" y="2251163"/>
        <a:ext cx="724744" cy="483163"/>
      </dsp:txXfrm>
    </dsp:sp>
    <dsp:sp modelId="{2E3CF932-03F3-4989-95E7-116137B538C2}">
      <dsp:nvSpPr>
        <dsp:cNvPr id="0" name=""/>
        <dsp:cNvSpPr/>
      </dsp:nvSpPr>
      <dsp:spPr>
        <a:xfrm>
          <a:off x="7975592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B69E45-5826-4EAF-861C-11CF6A4CD7AA}">
      <dsp:nvSpPr>
        <dsp:cNvPr id="0" name=""/>
        <dsp:cNvSpPr/>
      </dsp:nvSpPr>
      <dsp:spPr>
        <a:xfrm>
          <a:off x="8458755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110</a:t>
          </a:r>
        </a:p>
      </dsp:txBody>
      <dsp:txXfrm>
        <a:off x="8458755" y="2886522"/>
        <a:ext cx="724744" cy="483163"/>
      </dsp:txXfrm>
    </dsp:sp>
    <dsp:sp modelId="{D6909D42-8A14-495A-A4C8-AE9F17BF44B5}">
      <dsp:nvSpPr>
        <dsp:cNvPr id="0" name=""/>
        <dsp:cNvSpPr/>
      </dsp:nvSpPr>
      <dsp:spPr>
        <a:xfrm>
          <a:off x="9304290" y="2887730"/>
          <a:ext cx="483163" cy="4831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D55A2-191E-4251-9468-D5A2F90E4FFA}">
      <dsp:nvSpPr>
        <dsp:cNvPr id="0" name=""/>
        <dsp:cNvSpPr/>
      </dsp:nvSpPr>
      <dsp:spPr>
        <a:xfrm>
          <a:off x="9787453" y="2886522"/>
          <a:ext cx="724744" cy="483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111</a:t>
          </a:r>
        </a:p>
      </dsp:txBody>
      <dsp:txXfrm>
        <a:off x="9787453" y="2886522"/>
        <a:ext cx="724744" cy="4831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4E5D8-1FFD-42A0-A527-C72788E68B74}">
      <dsp:nvSpPr>
        <dsp:cNvPr id="0" name=""/>
        <dsp:cNvSpPr/>
      </dsp:nvSpPr>
      <dsp:spPr>
        <a:xfrm>
          <a:off x="7889670" y="2514831"/>
          <a:ext cx="91440" cy="1753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815B27-B934-465B-BA35-0DC73B5E1257}">
      <dsp:nvSpPr>
        <dsp:cNvPr id="0" name=""/>
        <dsp:cNvSpPr/>
      </dsp:nvSpPr>
      <dsp:spPr>
        <a:xfrm>
          <a:off x="7169801" y="1782649"/>
          <a:ext cx="765588" cy="1753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390"/>
              </a:lnTo>
              <a:lnTo>
                <a:pt x="765588" y="88390"/>
              </a:lnTo>
              <a:lnTo>
                <a:pt x="765588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D1FF4C-AFAF-4281-85D7-B6C0F16ACDB6}">
      <dsp:nvSpPr>
        <dsp:cNvPr id="0" name=""/>
        <dsp:cNvSpPr/>
      </dsp:nvSpPr>
      <dsp:spPr>
        <a:xfrm>
          <a:off x="6358492" y="2514831"/>
          <a:ext cx="91440" cy="1753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FCC03E-B3A9-4DC1-BFD7-2DF2B314AC92}">
      <dsp:nvSpPr>
        <dsp:cNvPr id="0" name=""/>
        <dsp:cNvSpPr/>
      </dsp:nvSpPr>
      <dsp:spPr>
        <a:xfrm>
          <a:off x="6404212" y="1782649"/>
          <a:ext cx="765588" cy="175389"/>
        </a:xfrm>
        <a:custGeom>
          <a:avLst/>
          <a:gdLst/>
          <a:ahLst/>
          <a:cxnLst/>
          <a:rect l="0" t="0" r="0" b="0"/>
          <a:pathLst>
            <a:path>
              <a:moveTo>
                <a:pt x="765588" y="0"/>
              </a:moveTo>
              <a:lnTo>
                <a:pt x="765588" y="88390"/>
              </a:lnTo>
              <a:lnTo>
                <a:pt x="0" y="88390"/>
              </a:lnTo>
              <a:lnTo>
                <a:pt x="0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9DFE61-CA37-4F86-A9B4-98309F2BAAE0}">
      <dsp:nvSpPr>
        <dsp:cNvPr id="0" name=""/>
        <dsp:cNvSpPr/>
      </dsp:nvSpPr>
      <dsp:spPr>
        <a:xfrm>
          <a:off x="4107445" y="1050468"/>
          <a:ext cx="3062355" cy="1753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390"/>
              </a:lnTo>
              <a:lnTo>
                <a:pt x="3062355" y="88390"/>
              </a:lnTo>
              <a:lnTo>
                <a:pt x="3062355" y="1753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A59819-3C4E-4309-9E06-09676EF1D9A6}">
      <dsp:nvSpPr>
        <dsp:cNvPr id="0" name=""/>
        <dsp:cNvSpPr/>
      </dsp:nvSpPr>
      <dsp:spPr>
        <a:xfrm>
          <a:off x="4827314" y="2514831"/>
          <a:ext cx="91440" cy="1753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108130-68C2-4685-92DD-5BDB87A259E0}">
      <dsp:nvSpPr>
        <dsp:cNvPr id="0" name=""/>
        <dsp:cNvSpPr/>
      </dsp:nvSpPr>
      <dsp:spPr>
        <a:xfrm>
          <a:off x="4107445" y="1782649"/>
          <a:ext cx="765588" cy="1753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390"/>
              </a:lnTo>
              <a:lnTo>
                <a:pt x="765588" y="88390"/>
              </a:lnTo>
              <a:lnTo>
                <a:pt x="765588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E4299C-B15D-4E2B-87C2-E4FB33680EA5}">
      <dsp:nvSpPr>
        <dsp:cNvPr id="0" name=""/>
        <dsp:cNvSpPr/>
      </dsp:nvSpPr>
      <dsp:spPr>
        <a:xfrm>
          <a:off x="3296136" y="2514831"/>
          <a:ext cx="91440" cy="1753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22355-8C2C-44E9-ACD5-3DADBD538E40}">
      <dsp:nvSpPr>
        <dsp:cNvPr id="0" name=""/>
        <dsp:cNvSpPr/>
      </dsp:nvSpPr>
      <dsp:spPr>
        <a:xfrm>
          <a:off x="3341856" y="1782649"/>
          <a:ext cx="765588" cy="175389"/>
        </a:xfrm>
        <a:custGeom>
          <a:avLst/>
          <a:gdLst/>
          <a:ahLst/>
          <a:cxnLst/>
          <a:rect l="0" t="0" r="0" b="0"/>
          <a:pathLst>
            <a:path>
              <a:moveTo>
                <a:pt x="765588" y="0"/>
              </a:moveTo>
              <a:lnTo>
                <a:pt x="765588" y="88390"/>
              </a:lnTo>
              <a:lnTo>
                <a:pt x="0" y="88390"/>
              </a:lnTo>
              <a:lnTo>
                <a:pt x="0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0A26E8-303C-41F2-AC8F-6A888CBA7A1C}">
      <dsp:nvSpPr>
        <dsp:cNvPr id="0" name=""/>
        <dsp:cNvSpPr/>
      </dsp:nvSpPr>
      <dsp:spPr>
        <a:xfrm>
          <a:off x="4061725" y="1050468"/>
          <a:ext cx="91440" cy="1753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53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91F485-A894-4BED-B276-29EBDE902CD0}">
      <dsp:nvSpPr>
        <dsp:cNvPr id="0" name=""/>
        <dsp:cNvSpPr/>
      </dsp:nvSpPr>
      <dsp:spPr>
        <a:xfrm>
          <a:off x="1764958" y="2514831"/>
          <a:ext cx="91440" cy="1753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61DBE-A19E-4156-A2A9-9A90DF9BDB48}">
      <dsp:nvSpPr>
        <dsp:cNvPr id="0" name=""/>
        <dsp:cNvSpPr/>
      </dsp:nvSpPr>
      <dsp:spPr>
        <a:xfrm>
          <a:off x="1045089" y="1782649"/>
          <a:ext cx="765588" cy="1753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390"/>
              </a:lnTo>
              <a:lnTo>
                <a:pt x="765588" y="88390"/>
              </a:lnTo>
              <a:lnTo>
                <a:pt x="765588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EE7484-5880-4C6F-8120-BBFFD598B36E}">
      <dsp:nvSpPr>
        <dsp:cNvPr id="0" name=""/>
        <dsp:cNvSpPr/>
      </dsp:nvSpPr>
      <dsp:spPr>
        <a:xfrm>
          <a:off x="233780" y="2514831"/>
          <a:ext cx="91440" cy="17538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9316B5-2EF0-47B8-A3EF-E37345106952}">
      <dsp:nvSpPr>
        <dsp:cNvPr id="0" name=""/>
        <dsp:cNvSpPr/>
      </dsp:nvSpPr>
      <dsp:spPr>
        <a:xfrm>
          <a:off x="279500" y="1782649"/>
          <a:ext cx="765588" cy="175389"/>
        </a:xfrm>
        <a:custGeom>
          <a:avLst/>
          <a:gdLst/>
          <a:ahLst/>
          <a:cxnLst/>
          <a:rect l="0" t="0" r="0" b="0"/>
          <a:pathLst>
            <a:path>
              <a:moveTo>
                <a:pt x="765588" y="0"/>
              </a:moveTo>
              <a:lnTo>
                <a:pt x="765588" y="88390"/>
              </a:lnTo>
              <a:lnTo>
                <a:pt x="0" y="88390"/>
              </a:lnTo>
              <a:lnTo>
                <a:pt x="0" y="17538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70A4B9-683C-4E4D-84BE-854CA55D0572}">
      <dsp:nvSpPr>
        <dsp:cNvPr id="0" name=""/>
        <dsp:cNvSpPr/>
      </dsp:nvSpPr>
      <dsp:spPr>
        <a:xfrm>
          <a:off x="1045089" y="1050468"/>
          <a:ext cx="3062355" cy="175389"/>
        </a:xfrm>
        <a:custGeom>
          <a:avLst/>
          <a:gdLst/>
          <a:ahLst/>
          <a:cxnLst/>
          <a:rect l="0" t="0" r="0" b="0"/>
          <a:pathLst>
            <a:path>
              <a:moveTo>
                <a:pt x="3062355" y="0"/>
              </a:moveTo>
              <a:lnTo>
                <a:pt x="3062355" y="88390"/>
              </a:lnTo>
              <a:lnTo>
                <a:pt x="0" y="88390"/>
              </a:lnTo>
              <a:lnTo>
                <a:pt x="0" y="1753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12420E-3229-4FAD-8518-A41D59FCF557}">
      <dsp:nvSpPr>
        <dsp:cNvPr id="0" name=""/>
        <dsp:cNvSpPr/>
      </dsp:nvSpPr>
      <dsp:spPr>
        <a:xfrm>
          <a:off x="3829049" y="493676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A8BD3-F23D-4125-95E7-EC90813AF5A1}">
      <dsp:nvSpPr>
        <dsp:cNvPr id="0" name=""/>
        <dsp:cNvSpPr/>
      </dsp:nvSpPr>
      <dsp:spPr>
        <a:xfrm>
          <a:off x="4385841" y="492284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4385841" y="492284"/>
        <a:ext cx="835187" cy="556791"/>
      </dsp:txXfrm>
    </dsp:sp>
    <dsp:sp modelId="{CBC13E2D-5EE4-4E4B-89FD-B709B910067F}">
      <dsp:nvSpPr>
        <dsp:cNvPr id="0" name=""/>
        <dsp:cNvSpPr/>
      </dsp:nvSpPr>
      <dsp:spPr>
        <a:xfrm>
          <a:off x="766693" y="1225857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AF13C-34DB-418E-86FF-20F869E2ADBD}">
      <dsp:nvSpPr>
        <dsp:cNvPr id="0" name=""/>
        <dsp:cNvSpPr/>
      </dsp:nvSpPr>
      <dsp:spPr>
        <a:xfrm>
          <a:off x="1323485" y="1224465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</a:t>
          </a:r>
        </a:p>
      </dsp:txBody>
      <dsp:txXfrm>
        <a:off x="1323485" y="1224465"/>
        <a:ext cx="835187" cy="556791"/>
      </dsp:txXfrm>
    </dsp:sp>
    <dsp:sp modelId="{B4EA551B-9DB1-40F7-A12A-1FB7DA6E0863}">
      <dsp:nvSpPr>
        <dsp:cNvPr id="0" name=""/>
        <dsp:cNvSpPr/>
      </dsp:nvSpPr>
      <dsp:spPr>
        <a:xfrm>
          <a:off x="1104" y="1958039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BCF2A-0C86-439E-8857-B3495C06637C}">
      <dsp:nvSpPr>
        <dsp:cNvPr id="0" name=""/>
        <dsp:cNvSpPr/>
      </dsp:nvSpPr>
      <dsp:spPr>
        <a:xfrm>
          <a:off x="557896" y="1956647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37</a:t>
          </a:r>
        </a:p>
      </dsp:txBody>
      <dsp:txXfrm>
        <a:off x="557896" y="1956647"/>
        <a:ext cx="835187" cy="556791"/>
      </dsp:txXfrm>
    </dsp:sp>
    <dsp:sp modelId="{99A5B314-38F0-4E28-A155-575E863F0294}">
      <dsp:nvSpPr>
        <dsp:cNvPr id="0" name=""/>
        <dsp:cNvSpPr/>
      </dsp:nvSpPr>
      <dsp:spPr>
        <a:xfrm>
          <a:off x="1104" y="2690220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BD2FC-3355-420B-B6EF-AF19D80E00D5}">
      <dsp:nvSpPr>
        <dsp:cNvPr id="0" name=""/>
        <dsp:cNvSpPr/>
      </dsp:nvSpPr>
      <dsp:spPr>
        <a:xfrm>
          <a:off x="557896" y="2688828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375</a:t>
          </a:r>
        </a:p>
      </dsp:txBody>
      <dsp:txXfrm>
        <a:off x="557896" y="2688828"/>
        <a:ext cx="835187" cy="556791"/>
      </dsp:txXfrm>
    </dsp:sp>
    <dsp:sp modelId="{BA97C414-1107-487E-ADFD-EE9DCE893874}">
      <dsp:nvSpPr>
        <dsp:cNvPr id="0" name=""/>
        <dsp:cNvSpPr/>
      </dsp:nvSpPr>
      <dsp:spPr>
        <a:xfrm>
          <a:off x="1532282" y="1958039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6CEB8-D371-4B80-BEC0-3C242F630220}">
      <dsp:nvSpPr>
        <dsp:cNvPr id="0" name=""/>
        <dsp:cNvSpPr/>
      </dsp:nvSpPr>
      <dsp:spPr>
        <a:xfrm>
          <a:off x="2089074" y="1956647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35</a:t>
          </a:r>
        </a:p>
      </dsp:txBody>
      <dsp:txXfrm>
        <a:off x="2089074" y="1956647"/>
        <a:ext cx="835187" cy="556791"/>
      </dsp:txXfrm>
    </dsp:sp>
    <dsp:sp modelId="{788938A7-9EEC-4D63-96DC-31C77D9F8553}">
      <dsp:nvSpPr>
        <dsp:cNvPr id="0" name=""/>
        <dsp:cNvSpPr/>
      </dsp:nvSpPr>
      <dsp:spPr>
        <a:xfrm>
          <a:off x="1532282" y="2690220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1FC54-563D-4898-8117-9ED3EC3EB77E}">
      <dsp:nvSpPr>
        <dsp:cNvPr id="0" name=""/>
        <dsp:cNvSpPr/>
      </dsp:nvSpPr>
      <dsp:spPr>
        <a:xfrm>
          <a:off x="2089074" y="2688828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357</a:t>
          </a:r>
          <a:endParaRPr lang="en-US" sz="2500" kern="1200" dirty="0"/>
        </a:p>
      </dsp:txBody>
      <dsp:txXfrm>
        <a:off x="2089074" y="2688828"/>
        <a:ext cx="835187" cy="556791"/>
      </dsp:txXfrm>
    </dsp:sp>
    <dsp:sp modelId="{8EBEEBAA-8AF0-4554-82B2-BCB084DAC53E}">
      <dsp:nvSpPr>
        <dsp:cNvPr id="0" name=""/>
        <dsp:cNvSpPr/>
      </dsp:nvSpPr>
      <dsp:spPr>
        <a:xfrm>
          <a:off x="3829049" y="1225857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72A88-CE9A-48CB-BEEE-F815E6ECD0AE}">
      <dsp:nvSpPr>
        <dsp:cNvPr id="0" name=""/>
        <dsp:cNvSpPr/>
      </dsp:nvSpPr>
      <dsp:spPr>
        <a:xfrm>
          <a:off x="4385841" y="1224465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7</a:t>
          </a:r>
        </a:p>
      </dsp:txBody>
      <dsp:txXfrm>
        <a:off x="4385841" y="1224465"/>
        <a:ext cx="835187" cy="556791"/>
      </dsp:txXfrm>
    </dsp:sp>
    <dsp:sp modelId="{B9750314-944E-48FC-8357-D25001F28597}">
      <dsp:nvSpPr>
        <dsp:cNvPr id="0" name=""/>
        <dsp:cNvSpPr/>
      </dsp:nvSpPr>
      <dsp:spPr>
        <a:xfrm>
          <a:off x="3063460" y="1958039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130A1-D6C9-4561-BEB3-FF12D702FCDA}">
      <dsp:nvSpPr>
        <dsp:cNvPr id="0" name=""/>
        <dsp:cNvSpPr/>
      </dsp:nvSpPr>
      <dsp:spPr>
        <a:xfrm>
          <a:off x="3620252" y="1956647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73</a:t>
          </a:r>
        </a:p>
      </dsp:txBody>
      <dsp:txXfrm>
        <a:off x="3620252" y="1956647"/>
        <a:ext cx="835187" cy="556791"/>
      </dsp:txXfrm>
    </dsp:sp>
    <dsp:sp modelId="{3C20F503-E1F6-4B59-B62A-C443B3A8E1A5}">
      <dsp:nvSpPr>
        <dsp:cNvPr id="0" name=""/>
        <dsp:cNvSpPr/>
      </dsp:nvSpPr>
      <dsp:spPr>
        <a:xfrm>
          <a:off x="3063460" y="2690220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DD4D4-1504-4A35-82D5-5BDFB04FE222}">
      <dsp:nvSpPr>
        <dsp:cNvPr id="0" name=""/>
        <dsp:cNvSpPr/>
      </dsp:nvSpPr>
      <dsp:spPr>
        <a:xfrm>
          <a:off x="3620252" y="2688828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735</a:t>
          </a:r>
        </a:p>
      </dsp:txBody>
      <dsp:txXfrm>
        <a:off x="3620252" y="2688828"/>
        <a:ext cx="835187" cy="556791"/>
      </dsp:txXfrm>
    </dsp:sp>
    <dsp:sp modelId="{2A61FD5E-AC9C-4FCF-A722-854CB37060D2}">
      <dsp:nvSpPr>
        <dsp:cNvPr id="0" name=""/>
        <dsp:cNvSpPr/>
      </dsp:nvSpPr>
      <dsp:spPr>
        <a:xfrm>
          <a:off x="4594638" y="1958039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6DB4A-38A8-48CB-9EDB-0D261A9861AA}">
      <dsp:nvSpPr>
        <dsp:cNvPr id="0" name=""/>
        <dsp:cNvSpPr/>
      </dsp:nvSpPr>
      <dsp:spPr>
        <a:xfrm>
          <a:off x="5151430" y="1956647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75</a:t>
          </a:r>
        </a:p>
      </dsp:txBody>
      <dsp:txXfrm>
        <a:off x="5151430" y="1956647"/>
        <a:ext cx="835187" cy="556791"/>
      </dsp:txXfrm>
    </dsp:sp>
    <dsp:sp modelId="{DF731BD0-BD1E-44FF-A5FA-B6EA99FD045C}">
      <dsp:nvSpPr>
        <dsp:cNvPr id="0" name=""/>
        <dsp:cNvSpPr/>
      </dsp:nvSpPr>
      <dsp:spPr>
        <a:xfrm>
          <a:off x="4594638" y="2690220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AE49F-9421-4881-ACEA-F526B758E9EC}">
      <dsp:nvSpPr>
        <dsp:cNvPr id="0" name=""/>
        <dsp:cNvSpPr/>
      </dsp:nvSpPr>
      <dsp:spPr>
        <a:xfrm>
          <a:off x="5151430" y="2688828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753</a:t>
          </a:r>
        </a:p>
      </dsp:txBody>
      <dsp:txXfrm>
        <a:off x="5151430" y="2688828"/>
        <a:ext cx="835187" cy="556791"/>
      </dsp:txXfrm>
    </dsp:sp>
    <dsp:sp modelId="{88262A11-1FF5-4CEE-BAEC-BAFB7A2E928A}">
      <dsp:nvSpPr>
        <dsp:cNvPr id="0" name=""/>
        <dsp:cNvSpPr/>
      </dsp:nvSpPr>
      <dsp:spPr>
        <a:xfrm>
          <a:off x="6891405" y="1225857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2D929-B5C7-4022-859F-D675411EECD9}">
      <dsp:nvSpPr>
        <dsp:cNvPr id="0" name=""/>
        <dsp:cNvSpPr/>
      </dsp:nvSpPr>
      <dsp:spPr>
        <a:xfrm>
          <a:off x="7448197" y="1224465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</a:t>
          </a:r>
        </a:p>
      </dsp:txBody>
      <dsp:txXfrm>
        <a:off x="7448197" y="1224465"/>
        <a:ext cx="835187" cy="556791"/>
      </dsp:txXfrm>
    </dsp:sp>
    <dsp:sp modelId="{4D48A904-A10D-4A37-8E18-994BAF32E606}">
      <dsp:nvSpPr>
        <dsp:cNvPr id="0" name=""/>
        <dsp:cNvSpPr/>
      </dsp:nvSpPr>
      <dsp:spPr>
        <a:xfrm>
          <a:off x="6125816" y="1958039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366CD-8656-4E27-A748-6D6A14A8F06F}">
      <dsp:nvSpPr>
        <dsp:cNvPr id="0" name=""/>
        <dsp:cNvSpPr/>
      </dsp:nvSpPr>
      <dsp:spPr>
        <a:xfrm>
          <a:off x="6682608" y="1956647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53</a:t>
          </a:r>
        </a:p>
      </dsp:txBody>
      <dsp:txXfrm>
        <a:off x="6682608" y="1956647"/>
        <a:ext cx="835187" cy="556791"/>
      </dsp:txXfrm>
    </dsp:sp>
    <dsp:sp modelId="{0B761406-5B59-441A-8A27-9BC0413170E0}">
      <dsp:nvSpPr>
        <dsp:cNvPr id="0" name=""/>
        <dsp:cNvSpPr/>
      </dsp:nvSpPr>
      <dsp:spPr>
        <a:xfrm>
          <a:off x="6125816" y="2690220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B070E-4678-44E4-B1D7-83FBE0D193DD}">
      <dsp:nvSpPr>
        <dsp:cNvPr id="0" name=""/>
        <dsp:cNvSpPr/>
      </dsp:nvSpPr>
      <dsp:spPr>
        <a:xfrm>
          <a:off x="6682608" y="2688828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537</a:t>
          </a:r>
        </a:p>
      </dsp:txBody>
      <dsp:txXfrm>
        <a:off x="6682608" y="2688828"/>
        <a:ext cx="835187" cy="556791"/>
      </dsp:txXfrm>
    </dsp:sp>
    <dsp:sp modelId="{D6DA52F5-6A13-4FB5-A03C-DF22D6B0BE5A}">
      <dsp:nvSpPr>
        <dsp:cNvPr id="0" name=""/>
        <dsp:cNvSpPr/>
      </dsp:nvSpPr>
      <dsp:spPr>
        <a:xfrm>
          <a:off x="7656994" y="1958039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17931-F96A-4C7A-9A3F-D8F6C8A0CA44}">
      <dsp:nvSpPr>
        <dsp:cNvPr id="0" name=""/>
        <dsp:cNvSpPr/>
      </dsp:nvSpPr>
      <dsp:spPr>
        <a:xfrm>
          <a:off x="8213786" y="1956647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57</a:t>
          </a:r>
        </a:p>
      </dsp:txBody>
      <dsp:txXfrm>
        <a:off x="8213786" y="1956647"/>
        <a:ext cx="835187" cy="556791"/>
      </dsp:txXfrm>
    </dsp:sp>
    <dsp:sp modelId="{2B5E4428-9F50-4770-BCE2-2D3F9E826097}">
      <dsp:nvSpPr>
        <dsp:cNvPr id="0" name=""/>
        <dsp:cNvSpPr/>
      </dsp:nvSpPr>
      <dsp:spPr>
        <a:xfrm>
          <a:off x="7656994" y="2690220"/>
          <a:ext cx="556791" cy="556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42561-A06C-434D-B4AD-CA5C88E6E36C}">
      <dsp:nvSpPr>
        <dsp:cNvPr id="0" name=""/>
        <dsp:cNvSpPr/>
      </dsp:nvSpPr>
      <dsp:spPr>
        <a:xfrm>
          <a:off x="8213786" y="2688828"/>
          <a:ext cx="835187" cy="556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573</a:t>
          </a:r>
        </a:p>
      </dsp:txBody>
      <dsp:txXfrm>
        <a:off x="8213786" y="2688828"/>
        <a:ext cx="835187" cy="5567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4E5D8-1FFD-42A0-A527-C72788E68B74}">
      <dsp:nvSpPr>
        <dsp:cNvPr id="0" name=""/>
        <dsp:cNvSpPr/>
      </dsp:nvSpPr>
      <dsp:spPr>
        <a:xfrm>
          <a:off x="5092783" y="1676886"/>
          <a:ext cx="91440" cy="1135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815B27-B934-465B-BA35-0DC73B5E1257}">
      <dsp:nvSpPr>
        <dsp:cNvPr id="0" name=""/>
        <dsp:cNvSpPr/>
      </dsp:nvSpPr>
      <dsp:spPr>
        <a:xfrm>
          <a:off x="4642752" y="1202768"/>
          <a:ext cx="495751" cy="113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236"/>
              </a:lnTo>
              <a:lnTo>
                <a:pt x="495751" y="57236"/>
              </a:lnTo>
              <a:lnTo>
                <a:pt x="495751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D1FF4C-AFAF-4281-85D7-B6C0F16ACDB6}">
      <dsp:nvSpPr>
        <dsp:cNvPr id="0" name=""/>
        <dsp:cNvSpPr/>
      </dsp:nvSpPr>
      <dsp:spPr>
        <a:xfrm>
          <a:off x="4101280" y="1676886"/>
          <a:ext cx="91440" cy="1135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FCC03E-B3A9-4DC1-BFD7-2DF2B314AC92}">
      <dsp:nvSpPr>
        <dsp:cNvPr id="0" name=""/>
        <dsp:cNvSpPr/>
      </dsp:nvSpPr>
      <dsp:spPr>
        <a:xfrm>
          <a:off x="4147000" y="1202768"/>
          <a:ext cx="495751" cy="113572"/>
        </a:xfrm>
        <a:custGeom>
          <a:avLst/>
          <a:gdLst/>
          <a:ahLst/>
          <a:cxnLst/>
          <a:rect l="0" t="0" r="0" b="0"/>
          <a:pathLst>
            <a:path>
              <a:moveTo>
                <a:pt x="495751" y="0"/>
              </a:moveTo>
              <a:lnTo>
                <a:pt x="495751" y="57236"/>
              </a:lnTo>
              <a:lnTo>
                <a:pt x="0" y="57236"/>
              </a:lnTo>
              <a:lnTo>
                <a:pt x="0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9DFE61-CA37-4F86-A9B4-98309F2BAAE0}">
      <dsp:nvSpPr>
        <dsp:cNvPr id="0" name=""/>
        <dsp:cNvSpPr/>
      </dsp:nvSpPr>
      <dsp:spPr>
        <a:xfrm>
          <a:off x="2659746" y="728649"/>
          <a:ext cx="1983005" cy="113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236"/>
              </a:lnTo>
              <a:lnTo>
                <a:pt x="1983005" y="57236"/>
              </a:lnTo>
              <a:lnTo>
                <a:pt x="1983005" y="1135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A59819-3C4E-4309-9E06-09676EF1D9A6}">
      <dsp:nvSpPr>
        <dsp:cNvPr id="0" name=""/>
        <dsp:cNvSpPr/>
      </dsp:nvSpPr>
      <dsp:spPr>
        <a:xfrm>
          <a:off x="3109777" y="1676886"/>
          <a:ext cx="91440" cy="1135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108130-68C2-4685-92DD-5BDB87A259E0}">
      <dsp:nvSpPr>
        <dsp:cNvPr id="0" name=""/>
        <dsp:cNvSpPr/>
      </dsp:nvSpPr>
      <dsp:spPr>
        <a:xfrm>
          <a:off x="2659746" y="1202768"/>
          <a:ext cx="495751" cy="113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236"/>
              </a:lnTo>
              <a:lnTo>
                <a:pt x="495751" y="57236"/>
              </a:lnTo>
              <a:lnTo>
                <a:pt x="495751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E4299C-B15D-4E2B-87C2-E4FB33680EA5}">
      <dsp:nvSpPr>
        <dsp:cNvPr id="0" name=""/>
        <dsp:cNvSpPr/>
      </dsp:nvSpPr>
      <dsp:spPr>
        <a:xfrm>
          <a:off x="2118274" y="1676886"/>
          <a:ext cx="91440" cy="1135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22355-8C2C-44E9-ACD5-3DADBD538E40}">
      <dsp:nvSpPr>
        <dsp:cNvPr id="0" name=""/>
        <dsp:cNvSpPr/>
      </dsp:nvSpPr>
      <dsp:spPr>
        <a:xfrm>
          <a:off x="2163994" y="1202768"/>
          <a:ext cx="495751" cy="113572"/>
        </a:xfrm>
        <a:custGeom>
          <a:avLst/>
          <a:gdLst/>
          <a:ahLst/>
          <a:cxnLst/>
          <a:rect l="0" t="0" r="0" b="0"/>
          <a:pathLst>
            <a:path>
              <a:moveTo>
                <a:pt x="495751" y="0"/>
              </a:moveTo>
              <a:lnTo>
                <a:pt x="495751" y="57236"/>
              </a:lnTo>
              <a:lnTo>
                <a:pt x="0" y="57236"/>
              </a:lnTo>
              <a:lnTo>
                <a:pt x="0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0A26E8-303C-41F2-AC8F-6A888CBA7A1C}">
      <dsp:nvSpPr>
        <dsp:cNvPr id="0" name=""/>
        <dsp:cNvSpPr/>
      </dsp:nvSpPr>
      <dsp:spPr>
        <a:xfrm>
          <a:off x="2614026" y="728649"/>
          <a:ext cx="91440" cy="1135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35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91F485-A894-4BED-B276-29EBDE902CD0}">
      <dsp:nvSpPr>
        <dsp:cNvPr id="0" name=""/>
        <dsp:cNvSpPr/>
      </dsp:nvSpPr>
      <dsp:spPr>
        <a:xfrm>
          <a:off x="1126771" y="1676886"/>
          <a:ext cx="91440" cy="1135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61DBE-A19E-4156-A2A9-9A90DF9BDB48}">
      <dsp:nvSpPr>
        <dsp:cNvPr id="0" name=""/>
        <dsp:cNvSpPr/>
      </dsp:nvSpPr>
      <dsp:spPr>
        <a:xfrm>
          <a:off x="676740" y="1202768"/>
          <a:ext cx="495751" cy="113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236"/>
              </a:lnTo>
              <a:lnTo>
                <a:pt x="495751" y="57236"/>
              </a:lnTo>
              <a:lnTo>
                <a:pt x="495751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EE7484-5880-4C6F-8120-BBFFD598B36E}">
      <dsp:nvSpPr>
        <dsp:cNvPr id="0" name=""/>
        <dsp:cNvSpPr/>
      </dsp:nvSpPr>
      <dsp:spPr>
        <a:xfrm>
          <a:off x="135268" y="1676886"/>
          <a:ext cx="91440" cy="1135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9316B5-2EF0-47B8-A3EF-E37345106952}">
      <dsp:nvSpPr>
        <dsp:cNvPr id="0" name=""/>
        <dsp:cNvSpPr/>
      </dsp:nvSpPr>
      <dsp:spPr>
        <a:xfrm>
          <a:off x="180988" y="1202768"/>
          <a:ext cx="495751" cy="113572"/>
        </a:xfrm>
        <a:custGeom>
          <a:avLst/>
          <a:gdLst/>
          <a:ahLst/>
          <a:cxnLst/>
          <a:rect l="0" t="0" r="0" b="0"/>
          <a:pathLst>
            <a:path>
              <a:moveTo>
                <a:pt x="495751" y="0"/>
              </a:moveTo>
              <a:lnTo>
                <a:pt x="495751" y="57236"/>
              </a:lnTo>
              <a:lnTo>
                <a:pt x="0" y="57236"/>
              </a:lnTo>
              <a:lnTo>
                <a:pt x="0" y="1135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70A4B9-683C-4E4D-84BE-854CA55D0572}">
      <dsp:nvSpPr>
        <dsp:cNvPr id="0" name=""/>
        <dsp:cNvSpPr/>
      </dsp:nvSpPr>
      <dsp:spPr>
        <a:xfrm>
          <a:off x="676740" y="728649"/>
          <a:ext cx="1983005" cy="113572"/>
        </a:xfrm>
        <a:custGeom>
          <a:avLst/>
          <a:gdLst/>
          <a:ahLst/>
          <a:cxnLst/>
          <a:rect l="0" t="0" r="0" b="0"/>
          <a:pathLst>
            <a:path>
              <a:moveTo>
                <a:pt x="1983005" y="0"/>
              </a:moveTo>
              <a:lnTo>
                <a:pt x="1983005" y="57236"/>
              </a:lnTo>
              <a:lnTo>
                <a:pt x="0" y="57236"/>
              </a:lnTo>
              <a:lnTo>
                <a:pt x="0" y="1135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12420E-3229-4FAD-8518-A41D59FCF557}">
      <dsp:nvSpPr>
        <dsp:cNvPr id="0" name=""/>
        <dsp:cNvSpPr/>
      </dsp:nvSpPr>
      <dsp:spPr>
        <a:xfrm>
          <a:off x="2479472" y="368102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A8BD3-F23D-4125-95E7-EC90813AF5A1}">
      <dsp:nvSpPr>
        <dsp:cNvPr id="0" name=""/>
        <dsp:cNvSpPr/>
      </dsp:nvSpPr>
      <dsp:spPr>
        <a:xfrm>
          <a:off x="2840019" y="367201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>
        <a:off x="2840019" y="367201"/>
        <a:ext cx="540819" cy="360546"/>
      </dsp:txXfrm>
    </dsp:sp>
    <dsp:sp modelId="{CBC13E2D-5EE4-4E4B-89FD-B709B910067F}">
      <dsp:nvSpPr>
        <dsp:cNvPr id="0" name=""/>
        <dsp:cNvSpPr/>
      </dsp:nvSpPr>
      <dsp:spPr>
        <a:xfrm>
          <a:off x="496466" y="842221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AF13C-34DB-418E-86FF-20F869E2ADBD}">
      <dsp:nvSpPr>
        <dsp:cNvPr id="0" name=""/>
        <dsp:cNvSpPr/>
      </dsp:nvSpPr>
      <dsp:spPr>
        <a:xfrm>
          <a:off x="857013" y="841320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</a:t>
          </a:r>
        </a:p>
      </dsp:txBody>
      <dsp:txXfrm>
        <a:off x="857013" y="841320"/>
        <a:ext cx="540819" cy="360546"/>
      </dsp:txXfrm>
    </dsp:sp>
    <dsp:sp modelId="{B4EA551B-9DB1-40F7-A12A-1FB7DA6E0863}">
      <dsp:nvSpPr>
        <dsp:cNvPr id="0" name=""/>
        <dsp:cNvSpPr/>
      </dsp:nvSpPr>
      <dsp:spPr>
        <a:xfrm>
          <a:off x="715" y="1316340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BCF2A-0C86-439E-8857-B3495C06637C}">
      <dsp:nvSpPr>
        <dsp:cNvPr id="0" name=""/>
        <dsp:cNvSpPr/>
      </dsp:nvSpPr>
      <dsp:spPr>
        <a:xfrm>
          <a:off x="361261" y="1315438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37</a:t>
          </a:r>
        </a:p>
      </dsp:txBody>
      <dsp:txXfrm>
        <a:off x="361261" y="1315438"/>
        <a:ext cx="540819" cy="360546"/>
      </dsp:txXfrm>
    </dsp:sp>
    <dsp:sp modelId="{99A5B314-38F0-4E28-A155-575E863F0294}">
      <dsp:nvSpPr>
        <dsp:cNvPr id="0" name=""/>
        <dsp:cNvSpPr/>
      </dsp:nvSpPr>
      <dsp:spPr>
        <a:xfrm>
          <a:off x="715" y="1790458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BD2FC-3355-420B-B6EF-AF19D80E00D5}">
      <dsp:nvSpPr>
        <dsp:cNvPr id="0" name=""/>
        <dsp:cNvSpPr/>
      </dsp:nvSpPr>
      <dsp:spPr>
        <a:xfrm>
          <a:off x="361261" y="1789557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375</a:t>
          </a:r>
        </a:p>
      </dsp:txBody>
      <dsp:txXfrm>
        <a:off x="361261" y="1789557"/>
        <a:ext cx="540819" cy="360546"/>
      </dsp:txXfrm>
    </dsp:sp>
    <dsp:sp modelId="{BA97C414-1107-487E-ADFD-EE9DCE893874}">
      <dsp:nvSpPr>
        <dsp:cNvPr id="0" name=""/>
        <dsp:cNvSpPr/>
      </dsp:nvSpPr>
      <dsp:spPr>
        <a:xfrm>
          <a:off x="992218" y="1316340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6CEB8-D371-4B80-BEC0-3C242F630220}">
      <dsp:nvSpPr>
        <dsp:cNvPr id="0" name=""/>
        <dsp:cNvSpPr/>
      </dsp:nvSpPr>
      <dsp:spPr>
        <a:xfrm>
          <a:off x="1352764" y="1315438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35</a:t>
          </a:r>
        </a:p>
      </dsp:txBody>
      <dsp:txXfrm>
        <a:off x="1352764" y="1315438"/>
        <a:ext cx="540819" cy="360546"/>
      </dsp:txXfrm>
    </dsp:sp>
    <dsp:sp modelId="{788938A7-9EEC-4D63-96DC-31C77D9F8553}">
      <dsp:nvSpPr>
        <dsp:cNvPr id="0" name=""/>
        <dsp:cNvSpPr/>
      </dsp:nvSpPr>
      <dsp:spPr>
        <a:xfrm>
          <a:off x="992218" y="1790458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1FC54-563D-4898-8117-9ED3EC3EB77E}">
      <dsp:nvSpPr>
        <dsp:cNvPr id="0" name=""/>
        <dsp:cNvSpPr/>
      </dsp:nvSpPr>
      <dsp:spPr>
        <a:xfrm>
          <a:off x="1352764" y="1789557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357</a:t>
          </a:r>
          <a:endParaRPr lang="en-US" sz="1600" kern="1200" dirty="0"/>
        </a:p>
      </dsp:txBody>
      <dsp:txXfrm>
        <a:off x="1352764" y="1789557"/>
        <a:ext cx="540819" cy="360546"/>
      </dsp:txXfrm>
    </dsp:sp>
    <dsp:sp modelId="{8EBEEBAA-8AF0-4554-82B2-BCB084DAC53E}">
      <dsp:nvSpPr>
        <dsp:cNvPr id="0" name=""/>
        <dsp:cNvSpPr/>
      </dsp:nvSpPr>
      <dsp:spPr>
        <a:xfrm>
          <a:off x="2479472" y="842221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72A88-CE9A-48CB-BEEE-F815E6ECD0AE}">
      <dsp:nvSpPr>
        <dsp:cNvPr id="0" name=""/>
        <dsp:cNvSpPr/>
      </dsp:nvSpPr>
      <dsp:spPr>
        <a:xfrm>
          <a:off x="2840019" y="841320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7</a:t>
          </a:r>
        </a:p>
      </dsp:txBody>
      <dsp:txXfrm>
        <a:off x="2840019" y="841320"/>
        <a:ext cx="540819" cy="360546"/>
      </dsp:txXfrm>
    </dsp:sp>
    <dsp:sp modelId="{B9750314-944E-48FC-8357-D25001F28597}">
      <dsp:nvSpPr>
        <dsp:cNvPr id="0" name=""/>
        <dsp:cNvSpPr/>
      </dsp:nvSpPr>
      <dsp:spPr>
        <a:xfrm>
          <a:off x="1983721" y="1316340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130A1-D6C9-4561-BEB3-FF12D702FCDA}">
      <dsp:nvSpPr>
        <dsp:cNvPr id="0" name=""/>
        <dsp:cNvSpPr/>
      </dsp:nvSpPr>
      <dsp:spPr>
        <a:xfrm>
          <a:off x="2344267" y="1315438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73</a:t>
          </a:r>
        </a:p>
      </dsp:txBody>
      <dsp:txXfrm>
        <a:off x="2344267" y="1315438"/>
        <a:ext cx="540819" cy="360546"/>
      </dsp:txXfrm>
    </dsp:sp>
    <dsp:sp modelId="{3C20F503-E1F6-4B59-B62A-C443B3A8E1A5}">
      <dsp:nvSpPr>
        <dsp:cNvPr id="0" name=""/>
        <dsp:cNvSpPr/>
      </dsp:nvSpPr>
      <dsp:spPr>
        <a:xfrm>
          <a:off x="1983721" y="1790458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DD4D4-1504-4A35-82D5-5BDFB04FE222}">
      <dsp:nvSpPr>
        <dsp:cNvPr id="0" name=""/>
        <dsp:cNvSpPr/>
      </dsp:nvSpPr>
      <dsp:spPr>
        <a:xfrm>
          <a:off x="2344267" y="1789557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735</a:t>
          </a:r>
        </a:p>
      </dsp:txBody>
      <dsp:txXfrm>
        <a:off x="2344267" y="1789557"/>
        <a:ext cx="540819" cy="360546"/>
      </dsp:txXfrm>
    </dsp:sp>
    <dsp:sp modelId="{2A61FD5E-AC9C-4FCF-A722-854CB37060D2}">
      <dsp:nvSpPr>
        <dsp:cNvPr id="0" name=""/>
        <dsp:cNvSpPr/>
      </dsp:nvSpPr>
      <dsp:spPr>
        <a:xfrm>
          <a:off x="2975224" y="1316340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6DB4A-38A8-48CB-9EDB-0D261A9861AA}">
      <dsp:nvSpPr>
        <dsp:cNvPr id="0" name=""/>
        <dsp:cNvSpPr/>
      </dsp:nvSpPr>
      <dsp:spPr>
        <a:xfrm>
          <a:off x="3335770" y="1315438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75</a:t>
          </a:r>
        </a:p>
      </dsp:txBody>
      <dsp:txXfrm>
        <a:off x="3335770" y="1315438"/>
        <a:ext cx="540819" cy="360546"/>
      </dsp:txXfrm>
    </dsp:sp>
    <dsp:sp modelId="{DF731BD0-BD1E-44FF-A5FA-B6EA99FD045C}">
      <dsp:nvSpPr>
        <dsp:cNvPr id="0" name=""/>
        <dsp:cNvSpPr/>
      </dsp:nvSpPr>
      <dsp:spPr>
        <a:xfrm>
          <a:off x="2975224" y="1790458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AE49F-9421-4881-ACEA-F526B758E9EC}">
      <dsp:nvSpPr>
        <dsp:cNvPr id="0" name=""/>
        <dsp:cNvSpPr/>
      </dsp:nvSpPr>
      <dsp:spPr>
        <a:xfrm>
          <a:off x="3335770" y="1789557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753</a:t>
          </a:r>
        </a:p>
      </dsp:txBody>
      <dsp:txXfrm>
        <a:off x="3335770" y="1789557"/>
        <a:ext cx="540819" cy="360546"/>
      </dsp:txXfrm>
    </dsp:sp>
    <dsp:sp modelId="{88262A11-1FF5-4CEE-BAEC-BAFB7A2E928A}">
      <dsp:nvSpPr>
        <dsp:cNvPr id="0" name=""/>
        <dsp:cNvSpPr/>
      </dsp:nvSpPr>
      <dsp:spPr>
        <a:xfrm>
          <a:off x="4462478" y="842221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2D929-B5C7-4022-859F-D675411EECD9}">
      <dsp:nvSpPr>
        <dsp:cNvPr id="0" name=""/>
        <dsp:cNvSpPr/>
      </dsp:nvSpPr>
      <dsp:spPr>
        <a:xfrm>
          <a:off x="4823025" y="841320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</a:t>
          </a:r>
        </a:p>
      </dsp:txBody>
      <dsp:txXfrm>
        <a:off x="4823025" y="841320"/>
        <a:ext cx="540819" cy="360546"/>
      </dsp:txXfrm>
    </dsp:sp>
    <dsp:sp modelId="{4D48A904-A10D-4A37-8E18-994BAF32E606}">
      <dsp:nvSpPr>
        <dsp:cNvPr id="0" name=""/>
        <dsp:cNvSpPr/>
      </dsp:nvSpPr>
      <dsp:spPr>
        <a:xfrm>
          <a:off x="3966727" y="1316340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366CD-8656-4E27-A748-6D6A14A8F06F}">
      <dsp:nvSpPr>
        <dsp:cNvPr id="0" name=""/>
        <dsp:cNvSpPr/>
      </dsp:nvSpPr>
      <dsp:spPr>
        <a:xfrm>
          <a:off x="4327273" y="1315438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53</a:t>
          </a:r>
        </a:p>
      </dsp:txBody>
      <dsp:txXfrm>
        <a:off x="4327273" y="1315438"/>
        <a:ext cx="540819" cy="360546"/>
      </dsp:txXfrm>
    </dsp:sp>
    <dsp:sp modelId="{0B761406-5B59-441A-8A27-9BC0413170E0}">
      <dsp:nvSpPr>
        <dsp:cNvPr id="0" name=""/>
        <dsp:cNvSpPr/>
      </dsp:nvSpPr>
      <dsp:spPr>
        <a:xfrm>
          <a:off x="3966727" y="1790458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B070E-4678-44E4-B1D7-83FBE0D193DD}">
      <dsp:nvSpPr>
        <dsp:cNvPr id="0" name=""/>
        <dsp:cNvSpPr/>
      </dsp:nvSpPr>
      <dsp:spPr>
        <a:xfrm>
          <a:off x="4327273" y="1789557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537</a:t>
          </a:r>
        </a:p>
      </dsp:txBody>
      <dsp:txXfrm>
        <a:off x="4327273" y="1789557"/>
        <a:ext cx="540819" cy="360546"/>
      </dsp:txXfrm>
    </dsp:sp>
    <dsp:sp modelId="{D6DA52F5-6A13-4FB5-A03C-DF22D6B0BE5A}">
      <dsp:nvSpPr>
        <dsp:cNvPr id="0" name=""/>
        <dsp:cNvSpPr/>
      </dsp:nvSpPr>
      <dsp:spPr>
        <a:xfrm>
          <a:off x="4958230" y="1316340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17931-F96A-4C7A-9A3F-D8F6C8A0CA44}">
      <dsp:nvSpPr>
        <dsp:cNvPr id="0" name=""/>
        <dsp:cNvSpPr/>
      </dsp:nvSpPr>
      <dsp:spPr>
        <a:xfrm>
          <a:off x="5318776" y="1315438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57</a:t>
          </a:r>
        </a:p>
      </dsp:txBody>
      <dsp:txXfrm>
        <a:off x="5318776" y="1315438"/>
        <a:ext cx="540819" cy="360546"/>
      </dsp:txXfrm>
    </dsp:sp>
    <dsp:sp modelId="{2B5E4428-9F50-4770-BCE2-2D3F9E826097}">
      <dsp:nvSpPr>
        <dsp:cNvPr id="0" name=""/>
        <dsp:cNvSpPr/>
      </dsp:nvSpPr>
      <dsp:spPr>
        <a:xfrm>
          <a:off x="4958230" y="1790458"/>
          <a:ext cx="360546" cy="360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42561-A06C-434D-B4AD-CA5C88E6E36C}">
      <dsp:nvSpPr>
        <dsp:cNvPr id="0" name=""/>
        <dsp:cNvSpPr/>
      </dsp:nvSpPr>
      <dsp:spPr>
        <a:xfrm>
          <a:off x="5318776" y="1789557"/>
          <a:ext cx="540819" cy="36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573</a:t>
          </a:r>
        </a:p>
      </dsp:txBody>
      <dsp:txXfrm>
        <a:off x="5318776" y="1789557"/>
        <a:ext cx="540819" cy="3605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B47B8-B779-4441-BA8B-3A385C97AE96}">
      <dsp:nvSpPr>
        <dsp:cNvPr id="0" name=""/>
        <dsp:cNvSpPr/>
      </dsp:nvSpPr>
      <dsp:spPr>
        <a:xfrm>
          <a:off x="6396677" y="1118504"/>
          <a:ext cx="2929929" cy="3356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36"/>
              </a:lnTo>
              <a:lnTo>
                <a:pt x="2929929" y="169136"/>
              </a:lnTo>
              <a:lnTo>
                <a:pt x="2929929" y="3356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0A26E8-303C-41F2-AC8F-6A888CBA7A1C}">
      <dsp:nvSpPr>
        <dsp:cNvPr id="0" name=""/>
        <dsp:cNvSpPr/>
      </dsp:nvSpPr>
      <dsp:spPr>
        <a:xfrm>
          <a:off x="6350957" y="1118504"/>
          <a:ext cx="91440" cy="3356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56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91F485-A894-4BED-B276-29EBDE902CD0}">
      <dsp:nvSpPr>
        <dsp:cNvPr id="0" name=""/>
        <dsp:cNvSpPr/>
      </dsp:nvSpPr>
      <dsp:spPr>
        <a:xfrm>
          <a:off x="4885992" y="3920583"/>
          <a:ext cx="91440" cy="3356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56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61DBE-A19E-4156-A2A9-9A90DF9BDB48}">
      <dsp:nvSpPr>
        <dsp:cNvPr id="0" name=""/>
        <dsp:cNvSpPr/>
      </dsp:nvSpPr>
      <dsp:spPr>
        <a:xfrm>
          <a:off x="3466747" y="2519544"/>
          <a:ext cx="1464964" cy="3356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36"/>
              </a:lnTo>
              <a:lnTo>
                <a:pt x="1464964" y="169136"/>
              </a:lnTo>
              <a:lnTo>
                <a:pt x="1464964" y="3356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EE7484-5880-4C6F-8120-BBFFD598B36E}">
      <dsp:nvSpPr>
        <dsp:cNvPr id="0" name=""/>
        <dsp:cNvSpPr/>
      </dsp:nvSpPr>
      <dsp:spPr>
        <a:xfrm>
          <a:off x="1956062" y="3920583"/>
          <a:ext cx="91440" cy="3356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56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9316B5-2EF0-47B8-A3EF-E37345106952}">
      <dsp:nvSpPr>
        <dsp:cNvPr id="0" name=""/>
        <dsp:cNvSpPr/>
      </dsp:nvSpPr>
      <dsp:spPr>
        <a:xfrm>
          <a:off x="2001782" y="2519544"/>
          <a:ext cx="1464964" cy="335610"/>
        </a:xfrm>
        <a:custGeom>
          <a:avLst/>
          <a:gdLst/>
          <a:ahLst/>
          <a:cxnLst/>
          <a:rect l="0" t="0" r="0" b="0"/>
          <a:pathLst>
            <a:path>
              <a:moveTo>
                <a:pt x="1464964" y="0"/>
              </a:moveTo>
              <a:lnTo>
                <a:pt x="1464964" y="169136"/>
              </a:lnTo>
              <a:lnTo>
                <a:pt x="0" y="169136"/>
              </a:lnTo>
              <a:lnTo>
                <a:pt x="0" y="3356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70A4B9-683C-4E4D-84BE-854CA55D0572}">
      <dsp:nvSpPr>
        <dsp:cNvPr id="0" name=""/>
        <dsp:cNvSpPr/>
      </dsp:nvSpPr>
      <dsp:spPr>
        <a:xfrm>
          <a:off x="3466747" y="1118504"/>
          <a:ext cx="2929929" cy="335610"/>
        </a:xfrm>
        <a:custGeom>
          <a:avLst/>
          <a:gdLst/>
          <a:ahLst/>
          <a:cxnLst/>
          <a:rect l="0" t="0" r="0" b="0"/>
          <a:pathLst>
            <a:path>
              <a:moveTo>
                <a:pt x="2929929" y="0"/>
              </a:moveTo>
              <a:lnTo>
                <a:pt x="2929929" y="169136"/>
              </a:lnTo>
              <a:lnTo>
                <a:pt x="0" y="169136"/>
              </a:lnTo>
              <a:lnTo>
                <a:pt x="0" y="3356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12420E-3229-4FAD-8518-A41D59FCF557}">
      <dsp:nvSpPr>
        <dsp:cNvPr id="0" name=""/>
        <dsp:cNvSpPr/>
      </dsp:nvSpPr>
      <dsp:spPr>
        <a:xfrm>
          <a:off x="5863962" y="53075"/>
          <a:ext cx="1065429" cy="10654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A8BD3-F23D-4125-95E7-EC90813AF5A1}">
      <dsp:nvSpPr>
        <dsp:cNvPr id="0" name=""/>
        <dsp:cNvSpPr/>
      </dsp:nvSpPr>
      <dsp:spPr>
        <a:xfrm>
          <a:off x="6929391" y="50412"/>
          <a:ext cx="1598143" cy="1065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/>
        </a:p>
      </dsp:txBody>
      <dsp:txXfrm>
        <a:off x="6929391" y="50412"/>
        <a:ext cx="1598143" cy="1065429"/>
      </dsp:txXfrm>
    </dsp:sp>
    <dsp:sp modelId="{CBC13E2D-5EE4-4E4B-89FD-B709B910067F}">
      <dsp:nvSpPr>
        <dsp:cNvPr id="0" name=""/>
        <dsp:cNvSpPr/>
      </dsp:nvSpPr>
      <dsp:spPr>
        <a:xfrm>
          <a:off x="2934032" y="1454115"/>
          <a:ext cx="1065429" cy="10654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AF13C-34DB-418E-86FF-20F869E2ADBD}">
      <dsp:nvSpPr>
        <dsp:cNvPr id="0" name=""/>
        <dsp:cNvSpPr/>
      </dsp:nvSpPr>
      <dsp:spPr>
        <a:xfrm>
          <a:off x="3797408" y="1451451"/>
          <a:ext cx="1598143" cy="1065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3</a:t>
          </a:r>
        </a:p>
      </dsp:txBody>
      <dsp:txXfrm>
        <a:off x="3797408" y="1451451"/>
        <a:ext cx="1598143" cy="1065429"/>
      </dsp:txXfrm>
    </dsp:sp>
    <dsp:sp modelId="{B4EA551B-9DB1-40F7-A12A-1FB7DA6E0863}">
      <dsp:nvSpPr>
        <dsp:cNvPr id="0" name=""/>
        <dsp:cNvSpPr/>
      </dsp:nvSpPr>
      <dsp:spPr>
        <a:xfrm>
          <a:off x="1469067" y="2855154"/>
          <a:ext cx="1065429" cy="10654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BCF2A-0C86-439E-8857-B3495C06637C}">
      <dsp:nvSpPr>
        <dsp:cNvPr id="0" name=""/>
        <dsp:cNvSpPr/>
      </dsp:nvSpPr>
      <dsp:spPr>
        <a:xfrm>
          <a:off x="2426190" y="2852490"/>
          <a:ext cx="1598143" cy="1065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37</a:t>
          </a:r>
        </a:p>
      </dsp:txBody>
      <dsp:txXfrm>
        <a:off x="2426190" y="2852490"/>
        <a:ext cx="1598143" cy="1065429"/>
      </dsp:txXfrm>
    </dsp:sp>
    <dsp:sp modelId="{99A5B314-38F0-4E28-A155-575E863F0294}">
      <dsp:nvSpPr>
        <dsp:cNvPr id="0" name=""/>
        <dsp:cNvSpPr/>
      </dsp:nvSpPr>
      <dsp:spPr>
        <a:xfrm>
          <a:off x="1469067" y="4256193"/>
          <a:ext cx="1065429" cy="10654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BD2FC-3355-420B-B6EF-AF19D80E00D5}">
      <dsp:nvSpPr>
        <dsp:cNvPr id="0" name=""/>
        <dsp:cNvSpPr/>
      </dsp:nvSpPr>
      <dsp:spPr>
        <a:xfrm>
          <a:off x="2426190" y="4253530"/>
          <a:ext cx="1598143" cy="1065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375</a:t>
          </a:r>
          <a:endParaRPr lang="en-US" sz="4900" kern="1200" dirty="0"/>
        </a:p>
      </dsp:txBody>
      <dsp:txXfrm>
        <a:off x="2426190" y="4253530"/>
        <a:ext cx="1598143" cy="1065429"/>
      </dsp:txXfrm>
    </dsp:sp>
    <dsp:sp modelId="{BA97C414-1107-487E-ADFD-EE9DCE893874}">
      <dsp:nvSpPr>
        <dsp:cNvPr id="0" name=""/>
        <dsp:cNvSpPr/>
      </dsp:nvSpPr>
      <dsp:spPr>
        <a:xfrm>
          <a:off x="4398997" y="2855154"/>
          <a:ext cx="1065429" cy="10654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6CEB8-D371-4B80-BEC0-3C242F630220}">
      <dsp:nvSpPr>
        <dsp:cNvPr id="0" name=""/>
        <dsp:cNvSpPr/>
      </dsp:nvSpPr>
      <dsp:spPr>
        <a:xfrm>
          <a:off x="5356120" y="2852490"/>
          <a:ext cx="1598143" cy="1065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35</a:t>
          </a:r>
        </a:p>
      </dsp:txBody>
      <dsp:txXfrm>
        <a:off x="5356120" y="2852490"/>
        <a:ext cx="1598143" cy="1065429"/>
      </dsp:txXfrm>
    </dsp:sp>
    <dsp:sp modelId="{788938A7-9EEC-4D63-96DC-31C77D9F8553}">
      <dsp:nvSpPr>
        <dsp:cNvPr id="0" name=""/>
        <dsp:cNvSpPr/>
      </dsp:nvSpPr>
      <dsp:spPr>
        <a:xfrm>
          <a:off x="4398997" y="4256193"/>
          <a:ext cx="1065429" cy="10654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1FC54-563D-4898-8117-9ED3EC3EB77E}">
      <dsp:nvSpPr>
        <dsp:cNvPr id="0" name=""/>
        <dsp:cNvSpPr/>
      </dsp:nvSpPr>
      <dsp:spPr>
        <a:xfrm>
          <a:off x="5480056" y="4253530"/>
          <a:ext cx="1598143" cy="1065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357</a:t>
          </a:r>
          <a:endParaRPr lang="en-US" sz="3600" kern="1200" dirty="0"/>
        </a:p>
      </dsp:txBody>
      <dsp:txXfrm>
        <a:off x="5480056" y="4253530"/>
        <a:ext cx="1598143" cy="1065429"/>
      </dsp:txXfrm>
    </dsp:sp>
    <dsp:sp modelId="{8EBEEBAA-8AF0-4554-82B2-BCB084DAC53E}">
      <dsp:nvSpPr>
        <dsp:cNvPr id="0" name=""/>
        <dsp:cNvSpPr/>
      </dsp:nvSpPr>
      <dsp:spPr>
        <a:xfrm>
          <a:off x="5863962" y="1454115"/>
          <a:ext cx="1065429" cy="10654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72A88-CE9A-48CB-BEEE-F815E6ECD0AE}">
      <dsp:nvSpPr>
        <dsp:cNvPr id="0" name=""/>
        <dsp:cNvSpPr/>
      </dsp:nvSpPr>
      <dsp:spPr>
        <a:xfrm>
          <a:off x="6929391" y="1451451"/>
          <a:ext cx="1598143" cy="1065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7</a:t>
          </a:r>
        </a:p>
      </dsp:txBody>
      <dsp:txXfrm>
        <a:off x="6929391" y="1451451"/>
        <a:ext cx="1598143" cy="1065429"/>
      </dsp:txXfrm>
    </dsp:sp>
    <dsp:sp modelId="{90EC10B9-3B17-4C68-8EBE-AFF957AE74D4}">
      <dsp:nvSpPr>
        <dsp:cNvPr id="0" name=""/>
        <dsp:cNvSpPr/>
      </dsp:nvSpPr>
      <dsp:spPr>
        <a:xfrm>
          <a:off x="8793892" y="1454115"/>
          <a:ext cx="1065429" cy="10654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434AD-9CB6-471B-80C4-F064F84FC42B}">
      <dsp:nvSpPr>
        <dsp:cNvPr id="0" name=""/>
        <dsp:cNvSpPr/>
      </dsp:nvSpPr>
      <dsp:spPr>
        <a:xfrm>
          <a:off x="9859321" y="1451451"/>
          <a:ext cx="1598143" cy="1065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5</a:t>
          </a:r>
        </a:p>
      </dsp:txBody>
      <dsp:txXfrm>
        <a:off x="9859321" y="1451451"/>
        <a:ext cx="1598143" cy="10654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CE96E-3E17-456F-8C0C-610974D456B9}" type="datetimeFigureOut">
              <a:rPr lang="en-US" smtClean="0"/>
              <a:t>1/31/25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E4EF5-8183-4D39-9B15-18831A73A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7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11 elements</a:t>
            </a:r>
          </a:p>
          <a:p>
            <a:r>
              <a:rPr lang="en-US" dirty="0" err="1"/>
              <a:t>push_back</a:t>
            </a:r>
            <a:r>
              <a:rPr lang="en-US" dirty="0"/>
              <a:t> here is not correct (adds one more element), so if v has 10 elements, and I want to update the last element to 9:</a:t>
            </a:r>
          </a:p>
          <a:p>
            <a:r>
              <a:rPr lang="en-US" dirty="0"/>
              <a:t>V[9] = 100;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E4EF5-8183-4D39-9B15-18831A73AEC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34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// to advance the iterator by n elements</a:t>
            </a:r>
          </a:p>
          <a:p>
            <a:r>
              <a:rPr lang="en-US" dirty="0"/>
              <a:t>std::set&lt;</a:t>
            </a:r>
            <a:r>
              <a:rPr lang="en-US" dirty="0">
                <a:effectLst/>
                <a:latin typeface="inherit"/>
              </a:rPr>
              <a:t>int</a:t>
            </a:r>
            <a:r>
              <a:rPr lang="en-US" dirty="0"/>
              <a:t>&gt;::iterator it = </a:t>
            </a:r>
            <a:r>
              <a:rPr lang="en-US" dirty="0" err="1"/>
              <a:t>my_set.</a:t>
            </a:r>
            <a:r>
              <a:rPr lang="en-US" dirty="0" err="1">
                <a:effectLst/>
                <a:latin typeface="inherit"/>
              </a:rPr>
              <a:t>begin</a:t>
            </a:r>
            <a:r>
              <a:rPr lang="en-US" dirty="0"/>
              <a:t>(); </a:t>
            </a:r>
          </a:p>
          <a:p>
            <a:r>
              <a:rPr lang="en-US" dirty="0"/>
              <a:t>std::</a:t>
            </a:r>
            <a:r>
              <a:rPr lang="en-US" dirty="0">
                <a:effectLst/>
                <a:latin typeface="inherit"/>
              </a:rPr>
              <a:t>advance</a:t>
            </a:r>
            <a:r>
              <a:rPr lang="en-US" dirty="0"/>
              <a:t>(it, n); </a:t>
            </a:r>
          </a:p>
          <a:p>
            <a:r>
              <a:rPr lang="en-US" dirty="0">
                <a:effectLst/>
                <a:latin typeface="inherit"/>
              </a:rPr>
              <a:t>int</a:t>
            </a:r>
            <a:r>
              <a:rPr lang="en-US" dirty="0"/>
              <a:t> x = *it;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E4EF5-8183-4D39-9B15-18831A73AEC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61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Implemented as balanced binary search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E4EF5-8183-4D39-9B15-18831A73AEC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94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E4EF5-8183-4D39-9B15-18831A73AEC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234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ar-SA" dirty="0"/>
              <a:t>         </a:t>
            </a:r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E4EF5-8183-4D39-9B15-18831A73AEC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20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E4EF5-8183-4D39-9B15-18831A73AEC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30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E4EF5-8183-4D39-9B15-18831A73AEC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68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CE4EF5-8183-4D39-9B15-18831A73AEC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62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E250-6358-4702-B4B0-D52C3C4D6E1F}" type="datetime1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3BA2D-4BED-4155-ACB7-3D7047638CBE}" type="datetime1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1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73D0-0175-498C-9B6B-7C3AC7140F57}" type="datetime1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6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9F04-0EFE-4ADB-B232-938D5F55C02B}" type="datetime1">
              <a:rPr lang="en-US" smtClean="0"/>
              <a:t>1/31/25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28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5CCA-685F-429B-8C53-F6B66FA89138}" type="datetime1">
              <a:rPr lang="en-US" smtClean="0"/>
              <a:t>1/31/25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4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DFB0-5BAD-474C-9CE0-3D984BA4FFA2}" type="datetime1">
              <a:rPr lang="en-US" smtClean="0"/>
              <a:t>1/31/25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3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546E-718E-49CE-9CE6-C3C3D07A087F}" type="datetime1">
              <a:rPr lang="en-US" smtClean="0"/>
              <a:t>1/31/25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2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4D128-1E08-438C-AA52-41A878EEBD4A}" type="datetime1">
              <a:rPr lang="en-US" smtClean="0"/>
              <a:t>1/31/25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6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0E1D3-2003-4F79-A419-AA21C859FD96}" type="datetime1">
              <a:rPr lang="en-US" smtClean="0"/>
              <a:t>1/31/25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4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500B2-9665-4990-9B87-A0A19781BD73}" type="datetime1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206DD-5881-415E-BE33-33D61E253042}" type="datetime1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5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8B412-6D21-417C-88EF-1466B782A829}" type="datetime1">
              <a:rPr lang="en-US" smtClean="0"/>
              <a:t>1/31/25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6D5E1-235F-477D-9CBB-332801280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32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notesSlide" Target="../notesSlides/notesSlide7.xml"/><Relationship Id="rId7" Type="http://schemas.openxmlformats.org/officeDocument/2006/relationships/diagramColors" Target="../diagrams/colors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6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notesSlide" Target="../notesSlides/notesSlide8.xml"/><Relationship Id="rId7" Type="http://schemas.openxmlformats.org/officeDocument/2006/relationships/diagramColors" Target="../diagrams/colors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87296"/>
            <a:ext cx="9144000" cy="2387600"/>
          </a:xfrm>
        </p:spPr>
        <p:txBody>
          <a:bodyPr/>
          <a:lstStyle/>
          <a:p>
            <a:r>
              <a:rPr lang="en-US" dirty="0"/>
              <a:t>Introduction to DSA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2769A-B6E8-4ABA-B536-30913266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C++ Review &amp; STL</a:t>
            </a:r>
          </a:p>
          <a:p>
            <a:r>
              <a:rPr lang="en-US" dirty="0"/>
              <a:t>Common Mistakes</a:t>
            </a:r>
          </a:p>
          <a:p>
            <a:r>
              <a:rPr lang="en-US" dirty="0"/>
              <a:t>Introduction to Problem Solving</a:t>
            </a:r>
          </a:p>
          <a:p>
            <a:r>
              <a:rPr lang="en-US" dirty="0"/>
              <a:t>Testing</a:t>
            </a:r>
          </a:p>
          <a:p>
            <a:r>
              <a:rPr lang="en-US" dirty="0"/>
              <a:t>Brute Force Algorithm and Recursion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528F2-6529-4A6F-80D2-DBE98AA6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02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C++ Review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Common Mistakes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Introduction to Problem Solving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Testing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Brute Force Algorithm and Recursion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619A1-537B-4837-AF68-8D6B2567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23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B6A2F-88E4-4065-94A3-D3D80985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AC75C-C80E-4E35-A991-12A7F4581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Basic Data types</a:t>
            </a:r>
          </a:p>
          <a:p>
            <a:pPr lvl="1"/>
            <a:r>
              <a:rPr lang="en-US" dirty="0"/>
              <a:t>int</a:t>
            </a:r>
          </a:p>
          <a:p>
            <a:pPr lvl="1"/>
            <a:r>
              <a:rPr lang="en-US" dirty="0"/>
              <a:t>float</a:t>
            </a:r>
          </a:p>
          <a:p>
            <a:pPr lvl="1"/>
            <a:r>
              <a:rPr lang="en-US" dirty="0"/>
              <a:t>double</a:t>
            </a:r>
          </a:p>
          <a:p>
            <a:pPr lvl="1"/>
            <a:r>
              <a:rPr lang="en-US" dirty="0"/>
              <a:t>char</a:t>
            </a:r>
          </a:p>
          <a:p>
            <a:pPr lvl="1"/>
            <a:r>
              <a:rPr lang="en-US" dirty="0"/>
              <a:t>bool</a:t>
            </a:r>
          </a:p>
          <a:p>
            <a:pPr lvl="1"/>
            <a:r>
              <a:rPr lang="en-US" dirty="0"/>
              <a:t>void</a:t>
            </a:r>
          </a:p>
          <a:p>
            <a:r>
              <a:rPr lang="en-US" dirty="0"/>
              <a:t>Pointers</a:t>
            </a:r>
          </a:p>
          <a:p>
            <a:pPr lvl="1"/>
            <a:r>
              <a:rPr lang="en-US" dirty="0"/>
              <a:t>int * </a:t>
            </a:r>
            <a:r>
              <a:rPr lang="en-US" dirty="0" err="1"/>
              <a:t>ptr</a:t>
            </a:r>
            <a:r>
              <a:rPr lang="en-US" dirty="0"/>
              <a:t> = new int;</a:t>
            </a:r>
          </a:p>
          <a:p>
            <a:pPr lvl="1"/>
            <a:r>
              <a:rPr lang="en-US" dirty="0"/>
              <a:t>int * </a:t>
            </a:r>
            <a:r>
              <a:rPr lang="en-US" dirty="0" err="1"/>
              <a:t>ptr</a:t>
            </a:r>
            <a:r>
              <a:rPr lang="en-US" dirty="0"/>
              <a:t> = new int[10];</a:t>
            </a:r>
          </a:p>
          <a:p>
            <a:pPr lvl="1"/>
            <a:r>
              <a:rPr lang="en-US" dirty="0"/>
              <a:t>int * </a:t>
            </a:r>
            <a:r>
              <a:rPr lang="en-US" dirty="0" err="1"/>
              <a:t>ptr</a:t>
            </a:r>
            <a:r>
              <a:rPr lang="en-US" dirty="0"/>
              <a:t> = &amp;x;</a:t>
            </a:r>
          </a:p>
          <a:p>
            <a:pPr lvl="1"/>
            <a:r>
              <a:rPr lang="en-US" dirty="0"/>
              <a:t>int x = *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914A3-1CD2-4A0F-AC5C-17EC676D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7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B6A2F-88E4-4065-94A3-D3D80985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AC75C-C80E-4E35-A991-12A7F4581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Conditions</a:t>
            </a:r>
          </a:p>
          <a:p>
            <a:r>
              <a:rPr lang="en-US" dirty="0"/>
              <a:t>For and While Loop</a:t>
            </a:r>
          </a:p>
          <a:p>
            <a:r>
              <a:rPr lang="en-US" dirty="0"/>
              <a:t>Arrays</a:t>
            </a:r>
          </a:p>
          <a:p>
            <a:pPr lvl="1"/>
            <a:r>
              <a:rPr lang="en-US" dirty="0"/>
              <a:t>int arr1 [10];</a:t>
            </a:r>
          </a:p>
          <a:p>
            <a:pPr lvl="1"/>
            <a:r>
              <a:rPr lang="en-US" dirty="0"/>
              <a:t>int * arr2 = new int[N];</a:t>
            </a:r>
          </a:p>
          <a:p>
            <a:r>
              <a:rPr lang="en-US" dirty="0"/>
              <a:t>Structs</a:t>
            </a:r>
          </a:p>
          <a:p>
            <a:r>
              <a:rPr lang="en-US" dirty="0"/>
              <a:t>Classes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75635-13D0-4AA1-A393-061E8CBE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4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E9F3-AE6C-4C31-94CD-644625AD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Passing Variables 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587EB-88C7-4180-BE5E-16BE73AEF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Passing by value </a:t>
            </a:r>
            <a:r>
              <a:rPr lang="en-US" dirty="0"/>
              <a:t>(Not recommended for large structures, check passing by constant reference)</a:t>
            </a:r>
          </a:p>
          <a:p>
            <a:pPr lvl="1"/>
            <a:r>
              <a:rPr lang="en-US" dirty="0"/>
              <a:t>int </a:t>
            </a:r>
            <a:r>
              <a:rPr lang="en-US" dirty="0" err="1"/>
              <a:t>func</a:t>
            </a:r>
            <a:r>
              <a:rPr lang="en-US" dirty="0"/>
              <a:t>(int x){</a:t>
            </a:r>
            <a:br>
              <a:rPr lang="en-US" dirty="0"/>
            </a:br>
            <a:r>
              <a:rPr lang="en-US" dirty="0"/>
              <a:t>	x++;</a:t>
            </a:r>
            <a:br>
              <a:rPr lang="en-US" dirty="0"/>
            </a:br>
            <a:r>
              <a:rPr lang="en-US" dirty="0"/>
              <a:t>	return x;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int x = 5;</a:t>
            </a:r>
            <a:br>
              <a:rPr lang="en-US" dirty="0"/>
            </a:b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func</a:t>
            </a:r>
            <a:r>
              <a:rPr lang="en-US" dirty="0"/>
              <a:t>(x); // printed 6, x is 5</a:t>
            </a:r>
          </a:p>
          <a:p>
            <a:r>
              <a:rPr lang="en-US" dirty="0">
                <a:solidFill>
                  <a:srgbClr val="C00000"/>
                </a:solidFill>
              </a:rPr>
              <a:t>Passing by reference</a:t>
            </a:r>
          </a:p>
          <a:p>
            <a:pPr lvl="1"/>
            <a:r>
              <a:rPr lang="en-US" dirty="0"/>
              <a:t>int </a:t>
            </a:r>
            <a:r>
              <a:rPr lang="en-US" dirty="0" err="1"/>
              <a:t>func</a:t>
            </a:r>
            <a:r>
              <a:rPr lang="en-US" dirty="0"/>
              <a:t>(int &amp; x){</a:t>
            </a:r>
            <a:br>
              <a:rPr lang="en-US" dirty="0"/>
            </a:br>
            <a:r>
              <a:rPr lang="en-US" dirty="0"/>
              <a:t>	x++;</a:t>
            </a:r>
            <a:br>
              <a:rPr lang="en-US" dirty="0"/>
            </a:br>
            <a:r>
              <a:rPr lang="en-US" dirty="0"/>
              <a:t>	return x;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int x = 5;</a:t>
            </a:r>
            <a:br>
              <a:rPr lang="en-US" dirty="0"/>
            </a:b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func</a:t>
            </a:r>
            <a:r>
              <a:rPr lang="en-US" dirty="0"/>
              <a:t>(x); // printed 6, x is 6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C499F-8E99-4FA8-8EB9-C001B50B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E9F3-AE6C-4C31-94CD-644625AD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Passing Variables 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587EB-88C7-4180-BE5E-16BE73AEF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Passing by pointer</a:t>
            </a:r>
          </a:p>
          <a:p>
            <a:pPr lvl="1"/>
            <a:r>
              <a:rPr lang="en-US" dirty="0"/>
              <a:t>int </a:t>
            </a:r>
            <a:r>
              <a:rPr lang="en-US" dirty="0" err="1"/>
              <a:t>func</a:t>
            </a:r>
            <a:r>
              <a:rPr lang="en-US" dirty="0"/>
              <a:t>(int * </a:t>
            </a:r>
            <a:r>
              <a:rPr lang="en-US" dirty="0" err="1"/>
              <a:t>ptr</a:t>
            </a:r>
            <a:r>
              <a:rPr lang="en-US" dirty="0"/>
              <a:t>){</a:t>
            </a:r>
            <a:br>
              <a:rPr lang="en-US" dirty="0"/>
            </a:br>
            <a:r>
              <a:rPr lang="en-US" dirty="0"/>
              <a:t>	(*</a:t>
            </a:r>
            <a:r>
              <a:rPr lang="en-US" dirty="0" err="1"/>
              <a:t>ptr</a:t>
            </a:r>
            <a:r>
              <a:rPr lang="en-US" dirty="0"/>
              <a:t>)++;</a:t>
            </a:r>
            <a:br>
              <a:rPr lang="en-US" dirty="0"/>
            </a:br>
            <a:r>
              <a:rPr lang="en-US" dirty="0"/>
              <a:t>	return *</a:t>
            </a:r>
            <a:r>
              <a:rPr lang="en-US" dirty="0" err="1"/>
              <a:t>ptr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int x = 5;</a:t>
            </a:r>
            <a:br>
              <a:rPr lang="en-US" dirty="0"/>
            </a:b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func</a:t>
            </a:r>
            <a:r>
              <a:rPr lang="en-US" dirty="0"/>
              <a:t>(&amp;x); // printed 6, x is 6</a:t>
            </a:r>
          </a:p>
          <a:p>
            <a:r>
              <a:rPr lang="en-US" dirty="0">
                <a:solidFill>
                  <a:srgbClr val="C00000"/>
                </a:solidFill>
              </a:rPr>
              <a:t>Passing by constant reference</a:t>
            </a:r>
          </a:p>
          <a:p>
            <a:pPr lvl="1"/>
            <a:r>
              <a:rPr lang="en-US" dirty="0"/>
              <a:t>int </a:t>
            </a:r>
            <a:r>
              <a:rPr lang="en-US" dirty="0" err="1"/>
              <a:t>func</a:t>
            </a:r>
            <a:r>
              <a:rPr lang="en-US" dirty="0"/>
              <a:t>(const int &amp; x){</a:t>
            </a:r>
            <a:br>
              <a:rPr lang="en-US" dirty="0"/>
            </a:br>
            <a:r>
              <a:rPr lang="en-US" dirty="0"/>
              <a:t>	return x+1;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int x = 5;</a:t>
            </a:r>
            <a:br>
              <a:rPr lang="en-US" dirty="0"/>
            </a:b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func</a:t>
            </a:r>
            <a:r>
              <a:rPr lang="en-US" dirty="0"/>
              <a:t>(x); // printed 6, x is 5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52EA0-AFE9-4E2D-8447-6C8BA5E5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3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953C-7920-4708-991B-8F49226C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Reading from stdin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AF9E-6975-462C-A497-3536A72AB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read the following input from stdin into 3 integers?</a:t>
            </a:r>
          </a:p>
          <a:p>
            <a:r>
              <a:rPr lang="en-US" dirty="0"/>
              <a:t>1 5 7</a:t>
            </a:r>
          </a:p>
          <a:p>
            <a:r>
              <a:rPr lang="en-US" dirty="0"/>
              <a:t>int a, b, c;</a:t>
            </a:r>
          </a:p>
          <a:p>
            <a:r>
              <a:rPr lang="en-US" dirty="0" err="1"/>
              <a:t>cin</a:t>
            </a:r>
            <a:r>
              <a:rPr lang="en-US" dirty="0"/>
              <a:t> &gt;&gt; a &gt;&gt; b &gt;&gt; c;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99BB2-D6C7-438C-B622-BE707192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6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Namespace </a:t>
            </a:r>
            <a:r>
              <a:rPr lang="en-US" dirty="0" err="1"/>
              <a:t>std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Including (</a:t>
            </a:r>
            <a:r>
              <a:rPr lang="en-US" dirty="0">
                <a:solidFill>
                  <a:srgbClr val="C00000"/>
                </a:solidFill>
              </a:rPr>
              <a:t>using namespace </a:t>
            </a:r>
            <a:r>
              <a:rPr lang="en-US" dirty="0" err="1">
                <a:solidFill>
                  <a:srgbClr val="C00000"/>
                </a:solidFill>
              </a:rPr>
              <a:t>std</a:t>
            </a:r>
            <a:r>
              <a:rPr lang="en-US" dirty="0">
                <a:solidFill>
                  <a:srgbClr val="C00000"/>
                </a:solidFill>
              </a:rPr>
              <a:t>;</a:t>
            </a:r>
            <a:r>
              <a:rPr lang="en-US" dirty="0"/>
              <a:t>) in your code simplifies your code.</a:t>
            </a:r>
          </a:p>
          <a:p>
            <a:r>
              <a:rPr lang="en-US" dirty="0"/>
              <a:t>Instead of having to write functions and variables like </a:t>
            </a:r>
            <a:r>
              <a:rPr lang="en-US" dirty="0" err="1">
                <a:solidFill>
                  <a:srgbClr val="C00000"/>
                </a:solidFill>
              </a:rPr>
              <a:t>std</a:t>
            </a:r>
            <a:r>
              <a:rPr lang="en-US" dirty="0">
                <a:solidFill>
                  <a:srgbClr val="C00000"/>
                </a:solidFill>
              </a:rPr>
              <a:t>::</a:t>
            </a:r>
            <a:r>
              <a:rPr lang="en-US" dirty="0" err="1">
                <a:solidFill>
                  <a:srgbClr val="C00000"/>
                </a:solidFill>
              </a:rPr>
              <a:t>cout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each time we directly write </a:t>
            </a:r>
            <a:r>
              <a:rPr lang="en-US" dirty="0" err="1">
                <a:solidFill>
                  <a:srgbClr val="C00000"/>
                </a:solidFill>
              </a:rPr>
              <a:t>cout</a:t>
            </a:r>
            <a:r>
              <a:rPr lang="en-US" dirty="0"/>
              <a:t>.</a:t>
            </a:r>
          </a:p>
          <a:p>
            <a:r>
              <a:rPr lang="en-US" dirty="0"/>
              <a:t>However, using namespace </a:t>
            </a:r>
            <a:r>
              <a:rPr lang="en-US" dirty="0" err="1"/>
              <a:t>std</a:t>
            </a:r>
            <a:r>
              <a:rPr lang="en-US" dirty="0"/>
              <a:t>; causes </a:t>
            </a:r>
            <a:r>
              <a:rPr lang="en-US" dirty="0">
                <a:solidFill>
                  <a:srgbClr val="C00000"/>
                </a:solidFill>
              </a:rPr>
              <a:t>a lot of variables and functions </a:t>
            </a:r>
            <a:r>
              <a:rPr lang="en-US" dirty="0"/>
              <a:t>to be included in the current namespace which sometimes lead to ambiguity.</a:t>
            </a:r>
          </a:p>
          <a:p>
            <a:r>
              <a:rPr lang="en-US" dirty="0"/>
              <a:t>It is a better practice to include the following code instead for each used </a:t>
            </a:r>
            <a:r>
              <a:rPr lang="en-US" dirty="0" err="1"/>
              <a:t>std</a:t>
            </a:r>
            <a:r>
              <a:rPr lang="en-US" dirty="0"/>
              <a:t> function, variable, or class.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using </a:t>
            </a:r>
            <a:r>
              <a:rPr lang="en-US" dirty="0" err="1">
                <a:solidFill>
                  <a:srgbClr val="C00000"/>
                </a:solidFill>
              </a:rPr>
              <a:t>std</a:t>
            </a:r>
            <a:r>
              <a:rPr lang="en-US" dirty="0">
                <a:solidFill>
                  <a:srgbClr val="C00000"/>
                </a:solidFill>
              </a:rPr>
              <a:t>::</a:t>
            </a:r>
            <a:r>
              <a:rPr lang="en-US" dirty="0" err="1">
                <a:solidFill>
                  <a:srgbClr val="C00000"/>
                </a:solidFill>
              </a:rPr>
              <a:t>cout</a:t>
            </a:r>
            <a:r>
              <a:rPr lang="en-US" dirty="0">
                <a:solidFill>
                  <a:srgbClr val="C00000"/>
                </a:solidFill>
              </a:rPr>
              <a:t>;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using </a:t>
            </a:r>
            <a:r>
              <a:rPr lang="en-US" dirty="0" err="1">
                <a:solidFill>
                  <a:srgbClr val="C00000"/>
                </a:solidFill>
              </a:rPr>
              <a:t>std</a:t>
            </a:r>
            <a:r>
              <a:rPr lang="en-US" dirty="0">
                <a:solidFill>
                  <a:srgbClr val="C00000"/>
                </a:solidFill>
              </a:rPr>
              <a:t>::</a:t>
            </a:r>
            <a:r>
              <a:rPr lang="en-US" dirty="0" err="1">
                <a:solidFill>
                  <a:srgbClr val="C00000"/>
                </a:solidFill>
              </a:rPr>
              <a:t>endl</a:t>
            </a:r>
            <a:r>
              <a:rPr lang="en-US" dirty="0">
                <a:solidFill>
                  <a:srgbClr val="C00000"/>
                </a:solidFill>
              </a:rPr>
              <a:t>;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using </a:t>
            </a:r>
            <a:r>
              <a:rPr lang="en-US" dirty="0" err="1">
                <a:solidFill>
                  <a:srgbClr val="C00000"/>
                </a:solidFill>
              </a:rPr>
              <a:t>std</a:t>
            </a:r>
            <a:r>
              <a:rPr lang="en-US" dirty="0">
                <a:solidFill>
                  <a:srgbClr val="C00000"/>
                </a:solidFill>
              </a:rPr>
              <a:t>::vector;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07F37-BC7F-4645-A56D-B2F349685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56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Standard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standard library offers </a:t>
            </a:r>
          </a:p>
          <a:p>
            <a:pPr lvl="1"/>
            <a:r>
              <a:rPr lang="en-US" dirty="0"/>
              <a:t>string classes</a:t>
            </a:r>
          </a:p>
          <a:p>
            <a:pPr lvl="1"/>
            <a:r>
              <a:rPr lang="en-US" dirty="0"/>
              <a:t>numeric classes</a:t>
            </a:r>
          </a:p>
          <a:p>
            <a:pPr lvl="1"/>
            <a:r>
              <a:rPr lang="en-US" dirty="0"/>
              <a:t>the standard version of stream I/O classes</a:t>
            </a:r>
          </a:p>
          <a:p>
            <a:pPr lvl="1"/>
            <a:r>
              <a:rPr lang="en-US" dirty="0"/>
              <a:t>basic memory allocation</a:t>
            </a:r>
          </a:p>
          <a:p>
            <a:pPr lvl="1"/>
            <a:r>
              <a:rPr lang="en-US" dirty="0"/>
              <a:t>exception classes</a:t>
            </a:r>
          </a:p>
          <a:p>
            <a:pPr lvl="1"/>
            <a:r>
              <a:rPr lang="en-US" dirty="0"/>
              <a:t>standard template library (STL)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AA0EE-90D3-4BEE-9C8E-B98B170E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10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05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Standard Template Library (STL)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STL contains a lot of useful </a:t>
            </a:r>
            <a:r>
              <a:rPr lang="en-US" dirty="0">
                <a:solidFill>
                  <a:srgbClr val="C00000"/>
                </a:solidFill>
              </a:rPr>
              <a:t>containers</a:t>
            </a:r>
            <a:r>
              <a:rPr lang="en-US" dirty="0"/>
              <a:t> such as:</a:t>
            </a:r>
          </a:p>
          <a:p>
            <a:pPr lvl="1"/>
            <a:r>
              <a:rPr lang="en-US" dirty="0"/>
              <a:t>pair, vector, stack, queue, </a:t>
            </a:r>
            <a:r>
              <a:rPr lang="en-US" dirty="0" err="1"/>
              <a:t>dequeu</a:t>
            </a:r>
            <a:r>
              <a:rPr lang="en-US" dirty="0"/>
              <a:t>, set, map, </a:t>
            </a:r>
            <a:r>
              <a:rPr lang="en-US" dirty="0" err="1"/>
              <a:t>bitset</a:t>
            </a:r>
            <a:r>
              <a:rPr lang="en-US" dirty="0"/>
              <a:t> (an array of bits where each bit takes only 1 bit in memory), </a:t>
            </a:r>
            <a:r>
              <a:rPr lang="en-US" dirty="0" err="1"/>
              <a:t>unordered_set</a:t>
            </a:r>
            <a:r>
              <a:rPr lang="en-US" dirty="0"/>
              <a:t> (C++11), </a:t>
            </a:r>
            <a:r>
              <a:rPr lang="en-US" dirty="0" err="1"/>
              <a:t>unordered_map</a:t>
            </a:r>
            <a:r>
              <a:rPr lang="en-US" dirty="0"/>
              <a:t> (C++11)</a:t>
            </a:r>
          </a:p>
          <a:p>
            <a:r>
              <a:rPr lang="en-US" dirty="0"/>
              <a:t>STL contains a lot of useful </a:t>
            </a:r>
            <a:r>
              <a:rPr lang="en-US" dirty="0">
                <a:solidFill>
                  <a:srgbClr val="C00000"/>
                </a:solidFill>
              </a:rPr>
              <a:t>algorithms</a:t>
            </a:r>
            <a:r>
              <a:rPr lang="en-US" dirty="0"/>
              <a:t> such as:</a:t>
            </a:r>
          </a:p>
          <a:p>
            <a:pPr lvl="1"/>
            <a:r>
              <a:rPr lang="en-US" dirty="0"/>
              <a:t>Sorting, Searching, Finding Maximum and Minimum</a:t>
            </a:r>
          </a:p>
          <a:p>
            <a:r>
              <a:rPr lang="en-US" dirty="0"/>
              <a:t>STL contains </a:t>
            </a:r>
            <a:r>
              <a:rPr lang="en-US" dirty="0">
                <a:solidFill>
                  <a:srgbClr val="C00000"/>
                </a:solidFill>
              </a:rPr>
              <a:t>Iterators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55428-6049-4E18-A8E1-A5E8F11F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11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260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E38FC-BC40-416F-8B96-A9A331E1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STL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9E2D8-0651-43EF-BAD6-D2BF8BB30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838" y="1616149"/>
            <a:ext cx="10895241" cy="474020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Iterators</a:t>
            </a:r>
            <a:r>
              <a:rPr lang="en-US" dirty="0"/>
              <a:t> are objects like </a:t>
            </a:r>
            <a:r>
              <a:rPr lang="en-US" dirty="0">
                <a:solidFill>
                  <a:srgbClr val="C00000"/>
                </a:solidFill>
              </a:rPr>
              <a:t>pointers</a:t>
            </a:r>
            <a:r>
              <a:rPr lang="en-US" dirty="0"/>
              <a:t> that are used to </a:t>
            </a:r>
            <a:r>
              <a:rPr lang="en-US" dirty="0">
                <a:solidFill>
                  <a:srgbClr val="C00000"/>
                </a:solidFill>
              </a:rPr>
              <a:t>access the elements of STL containers</a:t>
            </a:r>
            <a:r>
              <a:rPr lang="en-US" dirty="0"/>
              <a:t>.</a:t>
            </a:r>
          </a:p>
          <a:p>
            <a:r>
              <a:rPr lang="en-US" dirty="0"/>
              <a:t>To access the beginning of a vector:</a:t>
            </a:r>
          </a:p>
          <a:p>
            <a:pPr lvl="1"/>
            <a:r>
              <a:rPr lang="en-US" sz="2800" dirty="0"/>
              <a:t>vector&lt;int&gt; </a:t>
            </a:r>
            <a:r>
              <a:rPr lang="en-US" sz="2800" dirty="0" err="1"/>
              <a:t>vec</a:t>
            </a:r>
            <a:r>
              <a:rPr lang="en-US" sz="2800" dirty="0"/>
              <a:t>(5);</a:t>
            </a:r>
            <a:endParaRPr lang="en-US" sz="2800" dirty="0">
              <a:solidFill>
                <a:srgbClr val="C00000"/>
              </a:solidFill>
            </a:endParaRP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vector&lt;int&gt;::iterator it = </a:t>
            </a:r>
            <a:r>
              <a:rPr lang="en-US" sz="2800" dirty="0" err="1">
                <a:solidFill>
                  <a:srgbClr val="C00000"/>
                </a:solidFill>
              </a:rPr>
              <a:t>vec.begin</a:t>
            </a:r>
            <a:r>
              <a:rPr lang="en-US" sz="2800" dirty="0">
                <a:solidFill>
                  <a:srgbClr val="C00000"/>
                </a:solidFill>
              </a:rPr>
              <a:t>();</a:t>
            </a:r>
          </a:p>
          <a:p>
            <a:r>
              <a:rPr lang="en-US" dirty="0"/>
              <a:t>To move to the next item, simply increment the iterator: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it++;</a:t>
            </a:r>
          </a:p>
          <a:p>
            <a:r>
              <a:rPr lang="en-US" dirty="0"/>
              <a:t>Iterators support all operators that are supported by </a:t>
            </a:r>
            <a:r>
              <a:rPr lang="en-US" dirty="0">
                <a:solidFill>
                  <a:srgbClr val="C00000"/>
                </a:solidFill>
              </a:rPr>
              <a:t>pointers</a:t>
            </a:r>
            <a:r>
              <a:rPr lang="en-US" dirty="0"/>
              <a:t> such as </a:t>
            </a:r>
            <a:r>
              <a:rPr lang="en-US" dirty="0">
                <a:solidFill>
                  <a:srgbClr val="C00000"/>
                </a:solidFill>
              </a:rPr>
              <a:t>* and -&gt;</a:t>
            </a:r>
          </a:p>
          <a:p>
            <a:r>
              <a:rPr lang="en-US" dirty="0">
                <a:solidFill>
                  <a:srgbClr val="C00000"/>
                </a:solidFill>
              </a:rPr>
              <a:t>end()</a:t>
            </a:r>
            <a:r>
              <a:rPr lang="en-US" dirty="0"/>
              <a:t> function returns a pointer that </a:t>
            </a:r>
            <a:r>
              <a:rPr lang="en-US" dirty="0">
                <a:solidFill>
                  <a:srgbClr val="C00000"/>
                </a:solidFill>
              </a:rPr>
              <a:t>follows the last element</a:t>
            </a:r>
            <a:r>
              <a:rPr lang="en-US" dirty="0"/>
              <a:t>. It holds no value and </a:t>
            </a:r>
            <a:r>
              <a:rPr lang="en-US" dirty="0">
                <a:solidFill>
                  <a:srgbClr val="C00000"/>
                </a:solidFill>
              </a:rPr>
              <a:t>upon reaching it </a:t>
            </a:r>
            <a:r>
              <a:rPr lang="en-US" dirty="0"/>
              <a:t>this means that </a:t>
            </a:r>
            <a:r>
              <a:rPr lang="en-US" dirty="0">
                <a:solidFill>
                  <a:srgbClr val="C00000"/>
                </a:solidFill>
              </a:rPr>
              <a:t>one has finished iterating the container</a:t>
            </a:r>
            <a:r>
              <a:rPr lang="en-US" dirty="0"/>
              <a:t>.</a:t>
            </a:r>
          </a:p>
          <a:p>
            <a:r>
              <a:rPr lang="en-US" dirty="0"/>
              <a:t>To traverse a container in reverse order use </a:t>
            </a:r>
            <a:r>
              <a:rPr lang="en-US" dirty="0" err="1">
                <a:solidFill>
                  <a:srgbClr val="C00000"/>
                </a:solidFill>
              </a:rPr>
              <a:t>rbegin</a:t>
            </a:r>
            <a:r>
              <a:rPr lang="en-US" dirty="0">
                <a:solidFill>
                  <a:srgbClr val="C00000"/>
                </a:solidFill>
              </a:rPr>
              <a:t>()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rend()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67C6F-579C-483D-BE01-DED59AA0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4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9E2D8-0651-43EF-BAD6-D2BF8BB30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875" y="3354897"/>
            <a:ext cx="11706446" cy="3402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arr[] = { 0,1,2,3,4 };</a:t>
            </a:r>
          </a:p>
          <a:p>
            <a:pPr marL="0" indent="0">
              <a:buNone/>
            </a:pPr>
            <a:r>
              <a:rPr lang="sv-SE" sz="2000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sv-SE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sv-SE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 v(arr, arr + 5);</a:t>
            </a:r>
          </a:p>
          <a:p>
            <a:pPr marL="0" indent="0">
              <a:buNone/>
            </a:pPr>
            <a:r>
              <a:rPr lang="sv-SE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to print the vector in </a:t>
            </a:r>
            <a:r>
              <a:rPr lang="sv-SE" sz="2000" b="1" u="sng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forward</a:t>
            </a:r>
            <a:r>
              <a:rPr lang="sv-SE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direction: 01234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auto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it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v.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begin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(); it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!=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v.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end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(); it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++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//auto=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vector&lt;int&gt;::iterator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*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it;</a:t>
            </a:r>
          </a:p>
          <a:p>
            <a:pPr marL="0" indent="0">
              <a:buNone/>
            </a:pPr>
            <a:r>
              <a:rPr lang="sv-SE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to print the vector in </a:t>
            </a:r>
            <a:r>
              <a:rPr lang="sv-SE" sz="2000" b="1" u="sng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backward</a:t>
            </a:r>
            <a:r>
              <a:rPr lang="sv-SE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direction: 43210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auto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it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v.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rbegin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(); it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!=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v.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rend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(); it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++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//auto=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vector&lt;int&gt;::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reverse_iterator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*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it;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67C6F-579C-483D-BE01-DED59AA0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0FA717C-D266-C140-2E49-35B6865FE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0115"/>
              </p:ext>
            </p:extLst>
          </p:nvPr>
        </p:nvGraphicFramePr>
        <p:xfrm>
          <a:off x="3721650" y="1506059"/>
          <a:ext cx="4348715" cy="662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743">
                  <a:extLst>
                    <a:ext uri="{9D8B030D-6E8A-4147-A177-3AD203B41FA5}">
                      <a16:colId xmlns:a16="http://schemas.microsoft.com/office/drawing/2014/main" val="509885732"/>
                    </a:ext>
                  </a:extLst>
                </a:gridCol>
                <a:gridCol w="869743">
                  <a:extLst>
                    <a:ext uri="{9D8B030D-6E8A-4147-A177-3AD203B41FA5}">
                      <a16:colId xmlns:a16="http://schemas.microsoft.com/office/drawing/2014/main" val="2105064862"/>
                    </a:ext>
                  </a:extLst>
                </a:gridCol>
                <a:gridCol w="869743">
                  <a:extLst>
                    <a:ext uri="{9D8B030D-6E8A-4147-A177-3AD203B41FA5}">
                      <a16:colId xmlns:a16="http://schemas.microsoft.com/office/drawing/2014/main" val="3200527194"/>
                    </a:ext>
                  </a:extLst>
                </a:gridCol>
                <a:gridCol w="869743">
                  <a:extLst>
                    <a:ext uri="{9D8B030D-6E8A-4147-A177-3AD203B41FA5}">
                      <a16:colId xmlns:a16="http://schemas.microsoft.com/office/drawing/2014/main" val="3659986760"/>
                    </a:ext>
                  </a:extLst>
                </a:gridCol>
                <a:gridCol w="869743">
                  <a:extLst>
                    <a:ext uri="{9D8B030D-6E8A-4147-A177-3AD203B41FA5}">
                      <a16:colId xmlns:a16="http://schemas.microsoft.com/office/drawing/2014/main" val="4224466539"/>
                    </a:ext>
                  </a:extLst>
                </a:gridCol>
              </a:tblGrid>
              <a:tr h="6625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7789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C76FE84-F827-EC64-FAE1-02713F5CAC4C}"/>
              </a:ext>
            </a:extLst>
          </p:cNvPr>
          <p:cNvSpPr txBox="1"/>
          <p:nvPr/>
        </p:nvSpPr>
        <p:spPr>
          <a:xfrm>
            <a:off x="3317611" y="649715"/>
            <a:ext cx="1254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2060"/>
                </a:solidFill>
              </a:rPr>
              <a:t>v.begin</a:t>
            </a:r>
            <a:r>
              <a:rPr lang="en-US" sz="2400" dirty="0">
                <a:solidFill>
                  <a:srgbClr val="002060"/>
                </a:solidFill>
              </a:rPr>
              <a:t>()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38EA5D-F1E2-FBA4-0BE1-A3BCAB8ED568}"/>
              </a:ext>
            </a:extLst>
          </p:cNvPr>
          <p:cNvCxnSpPr>
            <a:cxnSpLocks/>
          </p:cNvCxnSpPr>
          <p:nvPr/>
        </p:nvCxnSpPr>
        <p:spPr>
          <a:xfrm>
            <a:off x="4136318" y="1111380"/>
            <a:ext cx="0" cy="394678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3A9805-52C4-DCDE-E538-BFCBB0C1F1C3}"/>
              </a:ext>
            </a:extLst>
          </p:cNvPr>
          <p:cNvSpPr txBox="1"/>
          <p:nvPr/>
        </p:nvSpPr>
        <p:spPr>
          <a:xfrm>
            <a:off x="7745678" y="667686"/>
            <a:ext cx="1039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2060"/>
                </a:solidFill>
              </a:rPr>
              <a:t>v.end</a:t>
            </a:r>
            <a:r>
              <a:rPr lang="en-US" sz="2400" dirty="0">
                <a:solidFill>
                  <a:srgbClr val="002060"/>
                </a:solidFill>
              </a:rPr>
              <a:t>()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B59F8A-B5FC-53A6-BF5E-9E8ABE02C94B}"/>
              </a:ext>
            </a:extLst>
          </p:cNvPr>
          <p:cNvCxnSpPr>
            <a:cxnSpLocks/>
          </p:cNvCxnSpPr>
          <p:nvPr/>
        </p:nvCxnSpPr>
        <p:spPr>
          <a:xfrm>
            <a:off x="8436796" y="1129351"/>
            <a:ext cx="0" cy="394678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E488D27-9F6E-7451-F17E-42F04A7A69DF}"/>
              </a:ext>
            </a:extLst>
          </p:cNvPr>
          <p:cNvSpPr txBox="1"/>
          <p:nvPr/>
        </p:nvSpPr>
        <p:spPr>
          <a:xfrm>
            <a:off x="7127001" y="2515914"/>
            <a:ext cx="1361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v.rbegin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()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4AD027-3E4D-DE99-DBA6-9900D7741098}"/>
              </a:ext>
            </a:extLst>
          </p:cNvPr>
          <p:cNvCxnSpPr>
            <a:cxnSpLocks/>
          </p:cNvCxnSpPr>
          <p:nvPr/>
        </p:nvCxnSpPr>
        <p:spPr>
          <a:xfrm flipV="1">
            <a:off x="7658629" y="2168626"/>
            <a:ext cx="0" cy="403075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E93EF7-25F9-D320-516C-C0E6573281FD}"/>
              </a:ext>
            </a:extLst>
          </p:cNvPr>
          <p:cNvSpPr txBox="1"/>
          <p:nvPr/>
        </p:nvSpPr>
        <p:spPr>
          <a:xfrm>
            <a:off x="2644894" y="2510458"/>
            <a:ext cx="1142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v.rend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()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1A4F4B-30AD-6F6F-AC95-A2DFD404E81C}"/>
              </a:ext>
            </a:extLst>
          </p:cNvPr>
          <p:cNvCxnSpPr>
            <a:cxnSpLocks/>
          </p:cNvCxnSpPr>
          <p:nvPr/>
        </p:nvCxnSpPr>
        <p:spPr>
          <a:xfrm flipV="1">
            <a:off x="3250951" y="2163170"/>
            <a:ext cx="0" cy="403075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7D7A220-E637-B3B3-4021-FB4192B3A961}"/>
              </a:ext>
            </a:extLst>
          </p:cNvPr>
          <p:cNvSpPr/>
          <p:nvPr/>
        </p:nvSpPr>
        <p:spPr>
          <a:xfrm>
            <a:off x="6368902" y="5733109"/>
            <a:ext cx="754912" cy="42313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7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E38FC-BC40-416F-8B96-A9A331E1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9E2D8-0651-43EF-BAD6-D2BF8BB30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pair&lt;int, char&gt; </a:t>
            </a:r>
            <a:r>
              <a:rPr lang="en-US" dirty="0"/>
              <a:t>p;</a:t>
            </a:r>
            <a:br>
              <a:rPr lang="en-US" dirty="0"/>
            </a:br>
            <a:r>
              <a:rPr lang="en-US" dirty="0" err="1"/>
              <a:t>p.</a:t>
            </a:r>
            <a:r>
              <a:rPr lang="en-US" dirty="0" err="1">
                <a:solidFill>
                  <a:srgbClr val="C00000"/>
                </a:solidFill>
              </a:rPr>
              <a:t>first</a:t>
            </a:r>
            <a:r>
              <a:rPr lang="en-US" dirty="0"/>
              <a:t> = 10;</a:t>
            </a:r>
            <a:br>
              <a:rPr lang="en-US" dirty="0"/>
            </a:br>
            <a:r>
              <a:rPr lang="en-US" dirty="0" err="1"/>
              <a:t>p.</a:t>
            </a:r>
            <a:r>
              <a:rPr lang="en-US" dirty="0" err="1">
                <a:solidFill>
                  <a:srgbClr val="C00000"/>
                </a:solidFill>
              </a:rPr>
              <a:t>second</a:t>
            </a:r>
            <a:r>
              <a:rPr lang="en-US" dirty="0"/>
              <a:t> ='K’;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C782C-895C-4B73-8A6E-5D54F5F0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4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F8C5-0209-4E16-BF62-B77AB41F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67" y="0"/>
            <a:ext cx="10515600" cy="1325563"/>
          </a:xfrm>
        </p:spPr>
        <p:txBody>
          <a:bodyPr/>
          <a:lstStyle/>
          <a:p>
            <a:r>
              <a:rPr lang="en-US" dirty="0"/>
              <a:t>C++ Review: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43935-76B2-40A4-A5A1-682A90792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811" y="1325562"/>
            <a:ext cx="11304184" cy="5404841"/>
          </a:xfrm>
        </p:spPr>
        <p:txBody>
          <a:bodyPr>
            <a:normAutofit/>
          </a:bodyPr>
          <a:lstStyle/>
          <a:p>
            <a:r>
              <a:rPr lang="en-US" dirty="0"/>
              <a:t>A vector is like a </a:t>
            </a:r>
            <a:r>
              <a:rPr lang="en-US" dirty="0">
                <a:solidFill>
                  <a:srgbClr val="C00000"/>
                </a:solidFill>
              </a:rPr>
              <a:t>dynamically allocated array</a:t>
            </a:r>
            <a:r>
              <a:rPr lang="en-US" dirty="0"/>
              <a:t>. </a:t>
            </a:r>
          </a:p>
          <a:p>
            <a:r>
              <a:rPr lang="en-US" dirty="0"/>
              <a:t>Its </a:t>
            </a:r>
            <a:r>
              <a:rPr lang="en-US" dirty="0">
                <a:solidFill>
                  <a:srgbClr val="C00000"/>
                </a:solidFill>
              </a:rPr>
              <a:t>allocation, deallocation and resizing</a:t>
            </a:r>
            <a:r>
              <a:rPr lang="en-US" dirty="0"/>
              <a:t> are handled </a:t>
            </a:r>
            <a:r>
              <a:rPr lang="en-US" dirty="0">
                <a:solidFill>
                  <a:srgbClr val="C00000"/>
                </a:solidFill>
              </a:rPr>
              <a:t>automatically</a:t>
            </a:r>
            <a:r>
              <a:rPr lang="en-US" dirty="0"/>
              <a:t>.</a:t>
            </a:r>
          </a:p>
          <a:p>
            <a:r>
              <a:rPr lang="en-US" u="sng" dirty="0"/>
              <a:t>The needed includes: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#include &lt;vector&gt;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using namespace std;</a:t>
            </a:r>
            <a:endParaRPr lang="en-US" u="sng" dirty="0">
              <a:solidFill>
                <a:srgbClr val="C00000"/>
              </a:solidFill>
            </a:endParaRPr>
          </a:p>
          <a:p>
            <a:r>
              <a:rPr lang="en-US" u="sng" dirty="0"/>
              <a:t>Creating a vector: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vector&lt;int&gt; v;		</a:t>
            </a:r>
            <a:r>
              <a:rPr lang="en-US" dirty="0">
                <a:solidFill>
                  <a:srgbClr val="00B050"/>
                </a:solidFill>
              </a:rPr>
              <a:t>// creates a vector with 0 elements</a:t>
            </a:r>
          </a:p>
          <a:p>
            <a:r>
              <a:rPr lang="en-US" dirty="0"/>
              <a:t>Adding item to vector: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v.push_back</a:t>
            </a:r>
            <a:r>
              <a:rPr lang="en-US" dirty="0">
                <a:solidFill>
                  <a:srgbClr val="C00000"/>
                </a:solidFill>
              </a:rPr>
              <a:t>(10);	</a:t>
            </a:r>
            <a:r>
              <a:rPr lang="en-US" dirty="0">
                <a:solidFill>
                  <a:srgbClr val="00B050"/>
                </a:solidFill>
              </a:rPr>
              <a:t>// add a new element at the end (now v has 1 element)</a:t>
            </a:r>
          </a:p>
          <a:p>
            <a:r>
              <a:rPr lang="en-US" dirty="0"/>
              <a:t>Accessing vector element: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cout</a:t>
            </a:r>
            <a:r>
              <a:rPr lang="en-US" dirty="0">
                <a:solidFill>
                  <a:srgbClr val="C00000"/>
                </a:solidFill>
              </a:rPr>
              <a:t> &lt;&lt; v[i];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494A5-E101-4F81-B798-30909794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1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F8C5-0209-4E16-BF62-B77AB41F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67" y="0"/>
            <a:ext cx="10515600" cy="1325563"/>
          </a:xfrm>
        </p:spPr>
        <p:txBody>
          <a:bodyPr/>
          <a:lstStyle/>
          <a:p>
            <a:r>
              <a:rPr lang="en-US" dirty="0"/>
              <a:t>C++ Review: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43935-76B2-40A4-A5A1-682A90792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811" y="1226634"/>
            <a:ext cx="11304184" cy="5503770"/>
          </a:xfrm>
        </p:spPr>
        <p:txBody>
          <a:bodyPr>
            <a:normAutofit/>
          </a:bodyPr>
          <a:lstStyle/>
          <a:p>
            <a:r>
              <a:rPr lang="en-US" dirty="0"/>
              <a:t>Iterating over vector (either using </a:t>
            </a:r>
            <a:r>
              <a:rPr lang="en-US" dirty="0">
                <a:solidFill>
                  <a:srgbClr val="C00000"/>
                </a:solidFill>
              </a:rPr>
              <a:t>indexes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iterators</a:t>
            </a:r>
            <a:r>
              <a:rPr lang="en-US" dirty="0"/>
              <a:t>):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for(int i = 0; i &lt; </a:t>
            </a:r>
            <a:r>
              <a:rPr lang="en-US" dirty="0" err="1">
                <a:solidFill>
                  <a:srgbClr val="0070C0"/>
                </a:solidFill>
              </a:rPr>
              <a:t>v.size</a:t>
            </a:r>
            <a:r>
              <a:rPr lang="en-US" dirty="0">
                <a:solidFill>
                  <a:srgbClr val="0070C0"/>
                </a:solidFill>
              </a:rPr>
              <a:t>();</a:t>
            </a:r>
            <a:r>
              <a:rPr lang="en-US" dirty="0">
                <a:solidFill>
                  <a:srgbClr val="C00000"/>
                </a:solidFill>
              </a:rPr>
              <a:t> i++)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 err="1">
                <a:solidFill>
                  <a:srgbClr val="C00000"/>
                </a:solidFill>
              </a:rPr>
              <a:t>cout</a:t>
            </a:r>
            <a:r>
              <a:rPr lang="en-US" dirty="0">
                <a:solidFill>
                  <a:srgbClr val="C00000"/>
                </a:solidFill>
              </a:rPr>
              <a:t> &lt;&lt; v[i] &lt;&lt; " ";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>
                <a:solidFill>
                  <a:srgbClr val="C00000"/>
                </a:solidFill>
              </a:rPr>
              <a:t>for(auto it = </a:t>
            </a:r>
            <a:r>
              <a:rPr lang="en-US" dirty="0" err="1">
                <a:solidFill>
                  <a:srgbClr val="0070C0"/>
                </a:solidFill>
              </a:rPr>
              <a:t>v.begin</a:t>
            </a:r>
            <a:r>
              <a:rPr lang="en-US" dirty="0">
                <a:solidFill>
                  <a:srgbClr val="0070C0"/>
                </a:solidFill>
              </a:rPr>
              <a:t>();</a:t>
            </a:r>
            <a:r>
              <a:rPr lang="en-US" dirty="0">
                <a:solidFill>
                  <a:srgbClr val="C00000"/>
                </a:solidFill>
              </a:rPr>
              <a:t> it != </a:t>
            </a:r>
            <a:r>
              <a:rPr lang="en-US" dirty="0" err="1">
                <a:solidFill>
                  <a:srgbClr val="0070C0"/>
                </a:solidFill>
              </a:rPr>
              <a:t>v.end</a:t>
            </a:r>
            <a:r>
              <a:rPr lang="en-US" dirty="0">
                <a:solidFill>
                  <a:srgbClr val="0070C0"/>
                </a:solidFill>
              </a:rPr>
              <a:t>();</a:t>
            </a:r>
            <a:r>
              <a:rPr lang="en-US" dirty="0">
                <a:solidFill>
                  <a:srgbClr val="C00000"/>
                </a:solidFill>
              </a:rPr>
              <a:t> it++)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 err="1">
                <a:solidFill>
                  <a:srgbClr val="C00000"/>
                </a:solidFill>
              </a:rPr>
              <a:t>cout</a:t>
            </a:r>
            <a:r>
              <a:rPr lang="en-US" dirty="0">
                <a:solidFill>
                  <a:srgbClr val="C00000"/>
                </a:solidFill>
              </a:rPr>
              <a:t> &lt;&lt; *it &lt;&lt; " ";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You can use your own struct/class in a vector.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vector&lt;</a:t>
            </a:r>
            <a:r>
              <a:rPr lang="en-US" dirty="0" err="1">
                <a:solidFill>
                  <a:srgbClr val="0070C0"/>
                </a:solidFill>
              </a:rPr>
              <a:t>mystruct</a:t>
            </a:r>
            <a:r>
              <a:rPr lang="en-US" dirty="0">
                <a:solidFill>
                  <a:srgbClr val="C00000"/>
                </a:solidFill>
              </a:rPr>
              <a:t>&gt; v;	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494A5-E101-4F81-B798-30909794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8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F8C5-0209-4E16-BF62-B77AB41F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81" y="-104518"/>
            <a:ext cx="10515600" cy="1325563"/>
          </a:xfrm>
        </p:spPr>
        <p:txBody>
          <a:bodyPr/>
          <a:lstStyle/>
          <a:p>
            <a:r>
              <a:rPr lang="en-US" dirty="0"/>
              <a:t>C++ Review: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43935-76B2-40A4-A5A1-682A90792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09" y="1169580"/>
            <a:ext cx="11685182" cy="5551895"/>
          </a:xfrm>
        </p:spPr>
        <p:txBody>
          <a:bodyPr>
            <a:normAutofit/>
          </a:bodyPr>
          <a:lstStyle/>
          <a:p>
            <a:r>
              <a:rPr lang="en-US" sz="2400" u="sng" dirty="0"/>
              <a:t>Initializing vector with 0 size: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vector&lt;int&gt; v2;		</a:t>
            </a:r>
            <a:r>
              <a:rPr lang="en-US" sz="2000" dirty="0">
                <a:solidFill>
                  <a:srgbClr val="00B050"/>
                </a:solidFill>
              </a:rPr>
              <a:t>// creates a vector with 0 elements</a:t>
            </a:r>
          </a:p>
          <a:p>
            <a:pPr lvl="1"/>
            <a:r>
              <a:rPr lang="en-US" sz="2100" dirty="0">
                <a:solidFill>
                  <a:srgbClr val="C00000"/>
                </a:solidFill>
              </a:rPr>
              <a:t>v2.push_back(3); 	</a:t>
            </a:r>
            <a:r>
              <a:rPr lang="en-US" dirty="0">
                <a:solidFill>
                  <a:srgbClr val="00B050"/>
                </a:solidFill>
              </a:rPr>
              <a:t>	</a:t>
            </a:r>
            <a:r>
              <a:rPr lang="en-US" sz="2100" dirty="0">
                <a:solidFill>
                  <a:srgbClr val="00B050"/>
                </a:solidFill>
              </a:rPr>
              <a:t>// now the vector has 1 element</a:t>
            </a:r>
          </a:p>
          <a:p>
            <a:r>
              <a:rPr lang="en-US" sz="2400" u="sng" dirty="0"/>
              <a:t>Initializing vector with a size: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vector&lt;int&gt; v2 (N);		</a:t>
            </a:r>
            <a:r>
              <a:rPr lang="en-US" sz="2000" dirty="0">
                <a:solidFill>
                  <a:srgbClr val="00B050"/>
                </a:solidFill>
              </a:rPr>
              <a:t>// creates a vector with N elements</a:t>
            </a:r>
            <a:endParaRPr lang="en-US" sz="2000" u="sng" dirty="0"/>
          </a:p>
          <a:p>
            <a:r>
              <a:rPr lang="en-US" sz="2400" u="sng" dirty="0"/>
              <a:t>Initializing vector with a size and value: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vector&lt;int&gt; v2(N, </a:t>
            </a:r>
            <a:r>
              <a:rPr lang="en-US" sz="2000" dirty="0" err="1">
                <a:solidFill>
                  <a:srgbClr val="C00000"/>
                </a:solidFill>
              </a:rPr>
              <a:t>val</a:t>
            </a:r>
            <a:r>
              <a:rPr lang="en-US" sz="2000" dirty="0">
                <a:solidFill>
                  <a:srgbClr val="C00000"/>
                </a:solidFill>
              </a:rPr>
              <a:t>);	</a:t>
            </a:r>
            <a:r>
              <a:rPr lang="en-US" sz="2000" dirty="0">
                <a:solidFill>
                  <a:srgbClr val="00B050"/>
                </a:solidFill>
              </a:rPr>
              <a:t>// creates a vector with </a:t>
            </a:r>
            <a:r>
              <a:rPr lang="en-US" sz="2000" b="1" dirty="0">
                <a:solidFill>
                  <a:srgbClr val="00B050"/>
                </a:solidFill>
              </a:rPr>
              <a:t>N</a:t>
            </a:r>
            <a:r>
              <a:rPr lang="en-US" sz="2000" dirty="0">
                <a:solidFill>
                  <a:srgbClr val="00B050"/>
                </a:solidFill>
              </a:rPr>
              <a:t> elements, 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				// each element has initial value: </a:t>
            </a:r>
            <a:r>
              <a:rPr lang="en-US" sz="2000" b="1" dirty="0" err="1">
                <a:solidFill>
                  <a:srgbClr val="00B050"/>
                </a:solidFill>
              </a:rPr>
              <a:t>val</a:t>
            </a:r>
            <a:endParaRPr lang="en-US" sz="2000" dirty="0">
              <a:solidFill>
                <a:srgbClr val="00B050"/>
              </a:solidFill>
            </a:endParaRPr>
          </a:p>
          <a:p>
            <a:r>
              <a:rPr lang="en-US" sz="2400" u="sng" dirty="0"/>
              <a:t>Initializing vector with an array:</a:t>
            </a:r>
            <a:endParaRPr lang="sv-SE" sz="2400" dirty="0"/>
          </a:p>
          <a:p>
            <a:pPr lvl="1"/>
            <a:r>
              <a:rPr lang="sv-SE" sz="2000" dirty="0">
                <a:solidFill>
                  <a:srgbClr val="C00000"/>
                </a:solidFill>
              </a:rPr>
              <a:t>int arr[] = { 0,1,2,3,4 };</a:t>
            </a:r>
          </a:p>
          <a:p>
            <a:pPr lvl="1"/>
            <a:r>
              <a:rPr lang="sv-SE" sz="2000" dirty="0">
                <a:solidFill>
                  <a:srgbClr val="C00000"/>
                </a:solidFill>
              </a:rPr>
              <a:t>vector&lt;int&gt; v (arr, arr + 5);   </a:t>
            </a:r>
            <a:r>
              <a:rPr lang="sv-SE" sz="2000" dirty="0">
                <a:solidFill>
                  <a:srgbClr val="00B050"/>
                </a:solidFill>
              </a:rPr>
              <a:t>// </a:t>
            </a:r>
            <a:r>
              <a:rPr lang="sv-SE" sz="2000" b="1" dirty="0">
                <a:solidFill>
                  <a:srgbClr val="00B050"/>
                </a:solidFill>
              </a:rPr>
              <a:t>arr</a:t>
            </a:r>
            <a:r>
              <a:rPr lang="sv-SE" sz="2000" dirty="0">
                <a:solidFill>
                  <a:srgbClr val="00B050"/>
                </a:solidFill>
              </a:rPr>
              <a:t> is a pointer to the first element (like the </a:t>
            </a:r>
            <a:r>
              <a:rPr lang="sv-SE" sz="2000" b="1" dirty="0">
                <a:solidFill>
                  <a:srgbClr val="00B050"/>
                </a:solidFill>
              </a:rPr>
              <a:t>begin() </a:t>
            </a:r>
            <a:r>
              <a:rPr lang="sv-SE" sz="2000" dirty="0">
                <a:solidFill>
                  <a:srgbClr val="00B050"/>
                </a:solidFill>
              </a:rPr>
              <a:t>but for arr), </a:t>
            </a:r>
          </a:p>
          <a:p>
            <a:pPr marL="457200" lvl="1" indent="0">
              <a:buNone/>
            </a:pPr>
            <a:r>
              <a:rPr lang="sv-SE" sz="2000" dirty="0">
                <a:solidFill>
                  <a:srgbClr val="00B050"/>
                </a:solidFill>
              </a:rPr>
              <a:t>			               // </a:t>
            </a:r>
            <a:r>
              <a:rPr lang="sv-SE" sz="2000" b="1" dirty="0">
                <a:solidFill>
                  <a:srgbClr val="00B050"/>
                </a:solidFill>
              </a:rPr>
              <a:t>arr+5 </a:t>
            </a:r>
            <a:r>
              <a:rPr lang="sv-SE" sz="2000" dirty="0">
                <a:solidFill>
                  <a:srgbClr val="00B050"/>
                </a:solidFill>
              </a:rPr>
              <a:t>is a pointer to the element after the last (like the </a:t>
            </a:r>
            <a:r>
              <a:rPr lang="sv-SE" sz="2000" b="1" dirty="0">
                <a:solidFill>
                  <a:srgbClr val="00B050"/>
                </a:solidFill>
              </a:rPr>
              <a:t>end() </a:t>
            </a:r>
            <a:r>
              <a:rPr lang="sv-SE" sz="2000" dirty="0">
                <a:solidFill>
                  <a:srgbClr val="00B050"/>
                </a:solidFill>
              </a:rPr>
              <a:t>but for arr)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E5E3F-202B-42FF-BC85-50E84042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95736-B990-3DBF-BC51-EC3AC6FB492C}"/>
              </a:ext>
            </a:extLst>
          </p:cNvPr>
          <p:cNvSpPr txBox="1"/>
          <p:nvPr/>
        </p:nvSpPr>
        <p:spPr>
          <a:xfrm>
            <a:off x="8084633" y="392742"/>
            <a:ext cx="3412273" cy="44319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rgbClr val="C00000"/>
              </a:solidFill>
            </a:endParaRPr>
          </a:p>
          <a:p>
            <a:pPr algn="ctr"/>
            <a:r>
              <a:rPr lang="en-US" sz="2400" dirty="0">
                <a:solidFill>
                  <a:srgbClr val="C00000"/>
                </a:solidFill>
              </a:rPr>
              <a:t>vector&lt;int&gt; v (10, 3);</a:t>
            </a:r>
          </a:p>
          <a:p>
            <a:pPr algn="ctr"/>
            <a:r>
              <a:rPr lang="en-US" sz="2400" dirty="0" err="1">
                <a:solidFill>
                  <a:srgbClr val="C00000"/>
                </a:solidFill>
              </a:rPr>
              <a:t>v.push_back</a:t>
            </a:r>
            <a:r>
              <a:rPr lang="en-US" sz="2400" dirty="0">
                <a:solidFill>
                  <a:srgbClr val="C00000"/>
                </a:solidFill>
              </a:rPr>
              <a:t>(5);</a:t>
            </a:r>
          </a:p>
          <a:p>
            <a:pPr algn="ctr"/>
            <a:endParaRPr lang="en-US" sz="2400" dirty="0">
              <a:solidFill>
                <a:srgbClr val="C00000"/>
              </a:solidFill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How many elements are there in this vector?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What is the correct way to update the value of last element to 100?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9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D3DC-F37A-47CD-8380-5B8E92EB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616" y="136525"/>
            <a:ext cx="10515600" cy="1325563"/>
          </a:xfrm>
        </p:spPr>
        <p:txBody>
          <a:bodyPr/>
          <a:lstStyle/>
          <a:p>
            <a:r>
              <a:rPr lang="en-US" dirty="0"/>
              <a:t>C++ Review: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08841-806E-47AB-B634-9CB5875B0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687" y="1338301"/>
            <a:ext cx="10915185" cy="50180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set is a </a:t>
            </a:r>
            <a:r>
              <a:rPr lang="en-US" dirty="0">
                <a:solidFill>
                  <a:srgbClr val="C00000"/>
                </a:solidFill>
              </a:rPr>
              <a:t>sorted</a:t>
            </a:r>
            <a:r>
              <a:rPr lang="en-US" dirty="0"/>
              <a:t> container containing </a:t>
            </a:r>
            <a:r>
              <a:rPr lang="en-US" dirty="0">
                <a:solidFill>
                  <a:srgbClr val="C00000"/>
                </a:solidFill>
              </a:rPr>
              <a:t>unique</a:t>
            </a:r>
            <a:r>
              <a:rPr lang="en-US" dirty="0"/>
              <a:t> keys whenever an item is inserted it is placed in a sorted manner.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 Sorted + Unique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Sets are implemented as </a:t>
            </a:r>
            <a:r>
              <a:rPr lang="en-US" dirty="0">
                <a:solidFill>
                  <a:srgbClr val="C00000"/>
                </a:solidFill>
              </a:rPr>
              <a:t>BSTs</a:t>
            </a:r>
            <a:r>
              <a:rPr lang="en-US" dirty="0"/>
              <a:t>. </a:t>
            </a:r>
          </a:p>
          <a:p>
            <a:r>
              <a:rPr lang="en-US" dirty="0"/>
              <a:t>They are very efficient for </a:t>
            </a:r>
            <a:r>
              <a:rPr lang="en-US" dirty="0">
                <a:solidFill>
                  <a:srgbClr val="C00000"/>
                </a:solidFill>
              </a:rPr>
              <a:t>search</a:t>
            </a:r>
            <a:r>
              <a:rPr lang="en-US" dirty="0"/>
              <a:t> operations. </a:t>
            </a:r>
            <a:r>
              <a:rPr lang="en-US" dirty="0">
                <a:solidFill>
                  <a:srgbClr val="C00000"/>
                </a:solidFill>
              </a:rPr>
              <a:t>O(</a:t>
            </a:r>
            <a:r>
              <a:rPr lang="en-US" dirty="0" err="1">
                <a:solidFill>
                  <a:srgbClr val="C00000"/>
                </a:solidFill>
              </a:rPr>
              <a:t>logn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set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myset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myset.insert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(2); </a:t>
            </a:r>
          </a:p>
          <a:p>
            <a:pPr lvl="1"/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myset.insert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(1);	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// inserts elements sorted, now </a:t>
            </a:r>
            <a:r>
              <a:rPr lang="en-US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myset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 = 1 2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set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&gt;::</a:t>
            </a:r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iterator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it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myset.find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(1);	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// find: binary search O(</a:t>
            </a:r>
            <a:r>
              <a:rPr lang="en-US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logn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(it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!=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myset.end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"Found value"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/>
              <a:t>To erase an element, use </a:t>
            </a:r>
            <a:r>
              <a:rPr lang="en-US" dirty="0" err="1">
                <a:solidFill>
                  <a:srgbClr val="C00000"/>
                </a:solidFill>
              </a:rPr>
              <a:t>myset.erase</a:t>
            </a:r>
            <a:r>
              <a:rPr lang="en-US" dirty="0">
                <a:solidFill>
                  <a:srgbClr val="C00000"/>
                </a:solidFill>
              </a:rPr>
              <a:t>(it)</a:t>
            </a:r>
            <a:r>
              <a:rPr lang="en-US" dirty="0"/>
              <a:t> or </a:t>
            </a:r>
            <a:r>
              <a:rPr lang="en-US" dirty="0" err="1">
                <a:solidFill>
                  <a:srgbClr val="C00000"/>
                </a:solidFill>
              </a:rPr>
              <a:t>myset.erase</a:t>
            </a:r>
            <a:r>
              <a:rPr lang="en-US" dirty="0">
                <a:solidFill>
                  <a:srgbClr val="C00000"/>
                </a:solidFill>
              </a:rPr>
              <a:t>(value)</a:t>
            </a:r>
            <a:r>
              <a:rPr lang="en-US" dirty="0"/>
              <a:t>.</a:t>
            </a:r>
          </a:p>
          <a:p>
            <a:r>
              <a:rPr lang="en-US" dirty="0"/>
              <a:t>You can </a:t>
            </a:r>
            <a:r>
              <a:rPr lang="en-US" dirty="0">
                <a:solidFill>
                  <a:srgbClr val="C00000"/>
                </a:solidFill>
              </a:rPr>
              <a:t>iterate</a:t>
            </a:r>
            <a:r>
              <a:rPr lang="en-US" dirty="0"/>
              <a:t> on a set using </a:t>
            </a:r>
            <a:r>
              <a:rPr lang="en-US" dirty="0">
                <a:solidFill>
                  <a:srgbClr val="C00000"/>
                </a:solidFill>
              </a:rPr>
              <a:t>iterators or reverse iterators </a:t>
            </a:r>
            <a:r>
              <a:rPr lang="en-US" dirty="0"/>
              <a:t>(</a:t>
            </a:r>
            <a:r>
              <a:rPr lang="en-US" strike="sngStrike" dirty="0">
                <a:solidFill>
                  <a:srgbClr val="C00000"/>
                </a:solidFill>
              </a:rPr>
              <a:t>not indexes</a:t>
            </a:r>
            <a:r>
              <a:rPr lang="en-US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77A64-5520-463F-B44F-09B6E64F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D3DC-F37A-47CD-8380-5B8E92EB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942" y="59741"/>
            <a:ext cx="10515600" cy="1325563"/>
          </a:xfrm>
        </p:spPr>
        <p:txBody>
          <a:bodyPr/>
          <a:lstStyle/>
          <a:p>
            <a:r>
              <a:rPr lang="en-US" dirty="0"/>
              <a:t>C++ Review: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08841-806E-47AB-B634-9CB5875B0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347" y="1228556"/>
            <a:ext cx="11876049" cy="5310356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map</a:t>
            </a:r>
            <a:r>
              <a:rPr lang="en-US" sz="2400" dirty="0"/>
              <a:t> is like a </a:t>
            </a:r>
            <a:r>
              <a:rPr lang="en-US" sz="2400" dirty="0">
                <a:solidFill>
                  <a:srgbClr val="C00000"/>
                </a:solidFill>
              </a:rPr>
              <a:t>set</a:t>
            </a:r>
            <a:r>
              <a:rPr lang="en-US" sz="2400" dirty="0"/>
              <a:t> however it has </a:t>
            </a:r>
            <a:r>
              <a:rPr lang="en-US" sz="2400" dirty="0">
                <a:solidFill>
                  <a:srgbClr val="C00000"/>
                </a:solidFill>
              </a:rPr>
              <a:t>a key and a value.</a:t>
            </a:r>
          </a:p>
          <a:p>
            <a:r>
              <a:rPr lang="en-US" sz="2400" u="sng" dirty="0">
                <a:solidFill>
                  <a:srgbClr val="C00000"/>
                </a:solidFill>
              </a:rPr>
              <a:t>Keys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inserted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0070C0"/>
                </a:solidFill>
              </a:rPr>
              <a:t>sorted and unique</a:t>
            </a:r>
            <a:r>
              <a:rPr lang="en-US" sz="2400" dirty="0">
                <a:solidFill>
                  <a:srgbClr val="C00000"/>
                </a:solidFill>
              </a:rPr>
              <a:t>.</a:t>
            </a:r>
          </a:p>
          <a:p>
            <a:r>
              <a:rPr lang="en-US" sz="2400" dirty="0"/>
              <a:t>We use </a:t>
            </a:r>
            <a:r>
              <a:rPr lang="en-US" sz="2400" dirty="0">
                <a:solidFill>
                  <a:srgbClr val="C00000"/>
                </a:solidFill>
              </a:rPr>
              <a:t>keys as indexes. Ex.: </a:t>
            </a:r>
            <a:r>
              <a:rPr lang="en-US" sz="2400" dirty="0">
                <a:solidFill>
                  <a:srgbClr val="002060"/>
                </a:solidFill>
              </a:rPr>
              <a:t>ages[“</a:t>
            </a:r>
            <a:r>
              <a:rPr lang="en-US" sz="2400" dirty="0" err="1">
                <a:solidFill>
                  <a:srgbClr val="002060"/>
                </a:solidFill>
              </a:rPr>
              <a:t>ali</a:t>
            </a:r>
            <a:r>
              <a:rPr lang="en-US" sz="2400" dirty="0">
                <a:solidFill>
                  <a:srgbClr val="002060"/>
                </a:solidFill>
              </a:rPr>
              <a:t>”] = 20;</a:t>
            </a:r>
          </a:p>
          <a:p>
            <a:r>
              <a:rPr lang="en-US" sz="2400" dirty="0"/>
              <a:t>Example:</a:t>
            </a:r>
          </a:p>
          <a:p>
            <a:pPr lvl="1"/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map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{key 100, value 0}</a:t>
            </a:r>
          </a:p>
          <a:p>
            <a:pPr lvl="1"/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5;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{100, 5}, the value will be updated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key = 1;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it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mymap.find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(key);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searches for key == 1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(it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mymap.end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())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if it is not found</a:t>
            </a:r>
            <a:b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		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key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insert it in the map {key 1, value 0}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		// now the map contains: {1,0} then {100,5}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sorted unique keys</a:t>
            </a:r>
            <a:endParaRPr lang="en-US" sz="18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[key]++;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increment the “value” of the element (key 1, value 1)</a:t>
            </a:r>
          </a:p>
          <a:p>
            <a:r>
              <a:rPr lang="en-US" sz="2400" dirty="0"/>
              <a:t>If you want the </a:t>
            </a:r>
            <a:r>
              <a:rPr lang="en-US" sz="2400" dirty="0">
                <a:solidFill>
                  <a:srgbClr val="C00000"/>
                </a:solidFill>
              </a:rPr>
              <a:t>key</a:t>
            </a:r>
            <a:r>
              <a:rPr lang="en-US" sz="2400" dirty="0"/>
              <a:t> of a set/map to be </a:t>
            </a:r>
            <a:r>
              <a:rPr lang="en-US" sz="2400" dirty="0">
                <a:solidFill>
                  <a:srgbClr val="C00000"/>
                </a:solidFill>
              </a:rPr>
              <a:t>your own struct</a:t>
            </a:r>
            <a:r>
              <a:rPr lang="en-US" sz="2400" dirty="0"/>
              <a:t>, you need to override the </a:t>
            </a:r>
            <a:r>
              <a:rPr lang="en-US" sz="2400" dirty="0">
                <a:solidFill>
                  <a:srgbClr val="C00000"/>
                </a:solidFill>
              </a:rPr>
              <a:t>&lt; operator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705B9-3447-434C-8715-0186F997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BDAA400-4492-067C-C987-18A98C272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188569"/>
              </p:ext>
            </p:extLst>
          </p:nvPr>
        </p:nvGraphicFramePr>
        <p:xfrm>
          <a:off x="7327680" y="1627777"/>
          <a:ext cx="4796884" cy="1150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221">
                  <a:extLst>
                    <a:ext uri="{9D8B030D-6E8A-4147-A177-3AD203B41FA5}">
                      <a16:colId xmlns:a16="http://schemas.microsoft.com/office/drawing/2014/main" val="1882071648"/>
                    </a:ext>
                  </a:extLst>
                </a:gridCol>
                <a:gridCol w="1199221">
                  <a:extLst>
                    <a:ext uri="{9D8B030D-6E8A-4147-A177-3AD203B41FA5}">
                      <a16:colId xmlns:a16="http://schemas.microsoft.com/office/drawing/2014/main" val="1904440197"/>
                    </a:ext>
                  </a:extLst>
                </a:gridCol>
                <a:gridCol w="1199221">
                  <a:extLst>
                    <a:ext uri="{9D8B030D-6E8A-4147-A177-3AD203B41FA5}">
                      <a16:colId xmlns:a16="http://schemas.microsoft.com/office/drawing/2014/main" val="1496793624"/>
                    </a:ext>
                  </a:extLst>
                </a:gridCol>
                <a:gridCol w="1199221">
                  <a:extLst>
                    <a:ext uri="{9D8B030D-6E8A-4147-A177-3AD203B41FA5}">
                      <a16:colId xmlns:a16="http://schemas.microsoft.com/office/drawing/2014/main" val="4067185151"/>
                    </a:ext>
                  </a:extLst>
                </a:gridCol>
              </a:tblGrid>
              <a:tr h="5752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“Ahmed”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“</a:t>
                      </a:r>
                      <a:r>
                        <a:rPr lang="en-US" sz="2000" dirty="0" err="1"/>
                        <a:t>ahmed</a:t>
                      </a:r>
                      <a:r>
                        <a:rPr lang="en-US" sz="2000" dirty="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“</a:t>
                      </a:r>
                      <a:r>
                        <a:rPr lang="en-US" sz="2000" dirty="0" err="1"/>
                        <a:t>ali</a:t>
                      </a:r>
                      <a:r>
                        <a:rPr lang="en-US" sz="2000" dirty="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“</a:t>
                      </a:r>
                      <a:r>
                        <a:rPr lang="en-US" sz="2000" dirty="0" err="1"/>
                        <a:t>ziad</a:t>
                      </a:r>
                      <a:r>
                        <a:rPr lang="en-US" sz="2000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78831"/>
                  </a:ext>
                </a:extLst>
              </a:tr>
              <a:tr h="5752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72452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B6D19E8-C754-09DB-A93E-D49539C29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8633"/>
              </p:ext>
            </p:extLst>
          </p:nvPr>
        </p:nvGraphicFramePr>
        <p:xfrm>
          <a:off x="6170431" y="1627776"/>
          <a:ext cx="1201854" cy="115041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201854">
                  <a:extLst>
                    <a:ext uri="{9D8B030D-6E8A-4147-A177-3AD203B41FA5}">
                      <a16:colId xmlns:a16="http://schemas.microsoft.com/office/drawing/2014/main" val="186039531"/>
                    </a:ext>
                  </a:extLst>
                </a:gridCol>
              </a:tblGrid>
              <a:tr h="5752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kern="1200" dirty="0">
                          <a:solidFill>
                            <a:srgbClr val="C00000"/>
                          </a:solidFill>
                        </a:rPr>
                        <a:t>Keys:</a:t>
                      </a:r>
                      <a:endParaRPr lang="en-US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45563"/>
                  </a:ext>
                </a:extLst>
              </a:tr>
              <a:tr h="5752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kern="1200" dirty="0">
                          <a:solidFill>
                            <a:srgbClr val="C00000"/>
                          </a:solidFill>
                        </a:rPr>
                        <a:t>Values:</a:t>
                      </a:r>
                      <a:endParaRPr lang="en-US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8738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4A8E26-3005-4C8E-B928-74AFEC54920B}"/>
              </a:ext>
            </a:extLst>
          </p:cNvPr>
          <p:cNvSpPr txBox="1"/>
          <p:nvPr/>
        </p:nvSpPr>
        <p:spPr>
          <a:xfrm>
            <a:off x="8556525" y="1057775"/>
            <a:ext cx="3008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map&lt;string, int&gt; ages;</a:t>
            </a:r>
          </a:p>
        </p:txBody>
      </p:sp>
    </p:spTree>
    <p:extLst>
      <p:ext uri="{BB962C8B-B14F-4D97-AF65-F5344CB8AC3E}">
        <p14:creationId xmlns:p14="http://schemas.microsoft.com/office/powerpoint/2010/main" val="273783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D3DC-F37A-47CD-8380-5B8E92EB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942" y="59741"/>
            <a:ext cx="10515600" cy="1325563"/>
          </a:xfrm>
        </p:spPr>
        <p:txBody>
          <a:bodyPr/>
          <a:lstStyle/>
          <a:p>
            <a:r>
              <a:rPr lang="en-US" dirty="0"/>
              <a:t>C++ Review: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08841-806E-47AB-B634-9CB5875B0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347" y="1228556"/>
            <a:ext cx="11876049" cy="5310356"/>
          </a:xfrm>
        </p:spPr>
        <p:txBody>
          <a:bodyPr>
            <a:normAutofit/>
          </a:bodyPr>
          <a:lstStyle/>
          <a:p>
            <a:r>
              <a:rPr lang="en-US" dirty="0"/>
              <a:t>Another Example: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map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mymap.insert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({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ziad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10 });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mymap.insert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({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ziad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5 });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will be </a:t>
            </a:r>
            <a:r>
              <a:rPr lang="en-US" sz="1800" b="1" u="sng" dirty="0">
                <a:solidFill>
                  <a:srgbClr val="00B050"/>
                </a:solidFill>
                <a:latin typeface="Consolas" panose="020B0609020204030204" pitchFamily="49" charset="0"/>
              </a:rPr>
              <a:t>ignored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, because “</a:t>
            </a:r>
            <a:r>
              <a:rPr lang="en-US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ziad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” already found.</a:t>
            </a:r>
            <a:endParaRPr lang="en-US" sz="24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mymap.insert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({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"Ahmed"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30 });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mymap.insert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({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ahmed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20 });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mymap.insert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({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ali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50 });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it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mymap.begin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 it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!=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mymap.end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 it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++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it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first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it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second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705B9-3447-434C-8715-0186F997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BDAA400-4492-067C-C987-18A98C272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602761"/>
              </p:ext>
            </p:extLst>
          </p:nvPr>
        </p:nvGraphicFramePr>
        <p:xfrm>
          <a:off x="7253249" y="1872323"/>
          <a:ext cx="4796884" cy="1150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221">
                  <a:extLst>
                    <a:ext uri="{9D8B030D-6E8A-4147-A177-3AD203B41FA5}">
                      <a16:colId xmlns:a16="http://schemas.microsoft.com/office/drawing/2014/main" val="1882071648"/>
                    </a:ext>
                  </a:extLst>
                </a:gridCol>
                <a:gridCol w="1199221">
                  <a:extLst>
                    <a:ext uri="{9D8B030D-6E8A-4147-A177-3AD203B41FA5}">
                      <a16:colId xmlns:a16="http://schemas.microsoft.com/office/drawing/2014/main" val="1904440197"/>
                    </a:ext>
                  </a:extLst>
                </a:gridCol>
                <a:gridCol w="1199221">
                  <a:extLst>
                    <a:ext uri="{9D8B030D-6E8A-4147-A177-3AD203B41FA5}">
                      <a16:colId xmlns:a16="http://schemas.microsoft.com/office/drawing/2014/main" val="1496793624"/>
                    </a:ext>
                  </a:extLst>
                </a:gridCol>
                <a:gridCol w="1199221">
                  <a:extLst>
                    <a:ext uri="{9D8B030D-6E8A-4147-A177-3AD203B41FA5}">
                      <a16:colId xmlns:a16="http://schemas.microsoft.com/office/drawing/2014/main" val="4067185151"/>
                    </a:ext>
                  </a:extLst>
                </a:gridCol>
              </a:tblGrid>
              <a:tr h="5752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“Ahmed”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“</a:t>
                      </a:r>
                      <a:r>
                        <a:rPr lang="en-US" sz="2000" dirty="0" err="1"/>
                        <a:t>ahmed</a:t>
                      </a:r>
                      <a:r>
                        <a:rPr lang="en-US" sz="2000" dirty="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“</a:t>
                      </a:r>
                      <a:r>
                        <a:rPr lang="en-US" sz="2000" dirty="0" err="1"/>
                        <a:t>ali</a:t>
                      </a:r>
                      <a:r>
                        <a:rPr lang="en-US" sz="2000" dirty="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“</a:t>
                      </a:r>
                      <a:r>
                        <a:rPr lang="en-US" sz="2000" dirty="0" err="1"/>
                        <a:t>ziad</a:t>
                      </a:r>
                      <a:r>
                        <a:rPr lang="en-US" sz="2000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78831"/>
                  </a:ext>
                </a:extLst>
              </a:tr>
              <a:tr h="5752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72452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B6D19E8-C754-09DB-A93E-D49539C292B4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872322"/>
          <a:ext cx="1201854" cy="115041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201854">
                  <a:extLst>
                    <a:ext uri="{9D8B030D-6E8A-4147-A177-3AD203B41FA5}">
                      <a16:colId xmlns:a16="http://schemas.microsoft.com/office/drawing/2014/main" val="186039531"/>
                    </a:ext>
                  </a:extLst>
                </a:gridCol>
              </a:tblGrid>
              <a:tr h="5752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kern="1200" dirty="0">
                          <a:solidFill>
                            <a:srgbClr val="C00000"/>
                          </a:solidFill>
                        </a:rPr>
                        <a:t>Keys:</a:t>
                      </a:r>
                      <a:endParaRPr lang="en-US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45563"/>
                  </a:ext>
                </a:extLst>
              </a:tr>
              <a:tr h="5752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kern="1200" dirty="0">
                          <a:solidFill>
                            <a:srgbClr val="C00000"/>
                          </a:solidFill>
                        </a:rPr>
                        <a:t>Values:</a:t>
                      </a:r>
                      <a:endParaRPr lang="en-US" sz="20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87388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B69207D7-A35B-2534-4762-3BA71557F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916" y="4105444"/>
            <a:ext cx="15049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3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FCE1-EBAB-41DD-ACEA-76EBEDE1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C++ Review: Other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68CC8-7B55-4D6A-B14A-FC51578C8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Multiset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multimap</a:t>
            </a:r>
            <a:r>
              <a:rPr lang="en-US" dirty="0"/>
              <a:t> are like set and map but </a:t>
            </a:r>
            <a:r>
              <a:rPr lang="en-US" dirty="0">
                <a:solidFill>
                  <a:srgbClr val="C00000"/>
                </a:solidFill>
              </a:rPr>
              <a:t>allow duplicate keys</a:t>
            </a:r>
            <a:r>
              <a:rPr lang="en-US" dirty="0"/>
              <a:t>.</a:t>
            </a:r>
          </a:p>
          <a:p>
            <a:r>
              <a:rPr lang="en-US" dirty="0" err="1">
                <a:solidFill>
                  <a:srgbClr val="C00000"/>
                </a:solidFill>
              </a:rPr>
              <a:t>Unordered_set</a:t>
            </a:r>
            <a:r>
              <a:rPr lang="en-US" dirty="0"/>
              <a:t>, </a:t>
            </a:r>
            <a:r>
              <a:rPr lang="en-US" dirty="0" err="1">
                <a:solidFill>
                  <a:srgbClr val="C00000"/>
                </a:solidFill>
              </a:rPr>
              <a:t>unordered_map</a:t>
            </a:r>
            <a:r>
              <a:rPr lang="en-US" dirty="0"/>
              <a:t> are like set and map but are </a:t>
            </a:r>
            <a:r>
              <a:rPr lang="en-US" dirty="0">
                <a:solidFill>
                  <a:srgbClr val="C00000"/>
                </a:solidFill>
              </a:rPr>
              <a:t>not ordered</a:t>
            </a:r>
            <a:r>
              <a:rPr lang="en-US" dirty="0"/>
              <a:t>. They are larger in size but </a:t>
            </a:r>
            <a:r>
              <a:rPr lang="en-US" dirty="0">
                <a:solidFill>
                  <a:srgbClr val="0070C0"/>
                </a:solidFill>
              </a:rPr>
              <a:t>faster in search</a:t>
            </a:r>
            <a:r>
              <a:rPr lang="en-US" dirty="0"/>
              <a:t>. </a:t>
            </a:r>
            <a:r>
              <a:rPr lang="en-US" dirty="0">
                <a:solidFill>
                  <a:srgbClr val="0070C0"/>
                </a:solidFill>
              </a:rPr>
              <a:t>O(1)</a:t>
            </a:r>
            <a:r>
              <a:rPr lang="en-US" dirty="0"/>
              <a:t>. They are implemented as </a:t>
            </a:r>
            <a:r>
              <a:rPr lang="en-US" dirty="0">
                <a:solidFill>
                  <a:srgbClr val="0070C0"/>
                </a:solidFill>
              </a:rPr>
              <a:t>hash tables</a:t>
            </a:r>
            <a:r>
              <a:rPr lang="en-US" dirty="0"/>
              <a:t>.</a:t>
            </a:r>
          </a:p>
          <a:p>
            <a:r>
              <a:rPr lang="en-US" dirty="0"/>
              <a:t>In order to use a custom class/struct as a key to an </a:t>
            </a:r>
            <a:r>
              <a:rPr lang="en-US" dirty="0" err="1">
                <a:solidFill>
                  <a:srgbClr val="C00000"/>
                </a:solidFill>
              </a:rPr>
              <a:t>unordered_map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you need to provide your own </a:t>
            </a:r>
            <a:r>
              <a:rPr lang="en-US" dirty="0">
                <a:solidFill>
                  <a:srgbClr val="C00000"/>
                </a:solidFill>
              </a:rPr>
              <a:t>hash function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96F59-610B-4079-A51C-A8AC34648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6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C3945-8003-4052-B89D-54E2AD2D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Sort and 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D96BE-7B07-4E1A-BD95-F4C393889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690688"/>
            <a:ext cx="11353800" cy="4351338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sort(</a:t>
            </a:r>
            <a:r>
              <a:rPr lang="en-US" dirty="0" err="1">
                <a:solidFill>
                  <a:srgbClr val="0070C0"/>
                </a:solidFill>
              </a:rPr>
              <a:t>startaddress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endaddress</a:t>
            </a:r>
            <a:r>
              <a:rPr lang="en-US" dirty="0">
                <a:solidFill>
                  <a:srgbClr val="0070C0"/>
                </a:solidFill>
              </a:rPr>
              <a:t>);  </a:t>
            </a:r>
            <a:r>
              <a:rPr lang="en-US" sz="2400" dirty="0">
                <a:solidFill>
                  <a:srgbClr val="00B050"/>
                </a:solidFill>
              </a:rPr>
              <a:t>// O(</a:t>
            </a:r>
            <a:r>
              <a:rPr lang="en-US" sz="2400" dirty="0" err="1">
                <a:solidFill>
                  <a:srgbClr val="00B050"/>
                </a:solidFill>
              </a:rPr>
              <a:t>nlogn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dirty="0"/>
              <a:t>Sorts a container that </a:t>
            </a:r>
            <a:r>
              <a:rPr lang="en-US" dirty="0">
                <a:solidFill>
                  <a:srgbClr val="002060"/>
                </a:solidFill>
              </a:rPr>
              <a:t>starts</a:t>
            </a:r>
            <a:r>
              <a:rPr lang="en-US" dirty="0"/>
              <a:t> at </a:t>
            </a:r>
            <a:r>
              <a:rPr lang="en-US" dirty="0" err="1">
                <a:solidFill>
                  <a:srgbClr val="C00000"/>
                </a:solidFill>
              </a:rPr>
              <a:t>startaddress</a:t>
            </a:r>
            <a:r>
              <a:rPr lang="en-US" dirty="0"/>
              <a:t> and </a:t>
            </a:r>
            <a:r>
              <a:rPr lang="en-US" dirty="0">
                <a:solidFill>
                  <a:srgbClr val="002060"/>
                </a:solidFill>
              </a:rPr>
              <a:t>ends</a:t>
            </a:r>
            <a:r>
              <a:rPr lang="en-US" dirty="0"/>
              <a:t> right </a:t>
            </a:r>
            <a:r>
              <a:rPr lang="en-US" dirty="0">
                <a:solidFill>
                  <a:srgbClr val="C00000"/>
                </a:solidFill>
              </a:rPr>
              <a:t>before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endaddress</a:t>
            </a:r>
            <a:r>
              <a:rPr lang="en-US" dirty="0"/>
              <a:t>.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sort( </a:t>
            </a:r>
            <a:r>
              <a:rPr lang="en-US" dirty="0" err="1">
                <a:solidFill>
                  <a:srgbClr val="C00000"/>
                </a:solidFill>
              </a:rPr>
              <a:t>myvec.begin</a:t>
            </a:r>
            <a:r>
              <a:rPr lang="en-US" dirty="0">
                <a:solidFill>
                  <a:srgbClr val="C00000"/>
                </a:solidFill>
              </a:rPr>
              <a:t>() , </a:t>
            </a:r>
            <a:r>
              <a:rPr lang="en-US" dirty="0" err="1">
                <a:solidFill>
                  <a:srgbClr val="C00000"/>
                </a:solidFill>
              </a:rPr>
              <a:t>myvec.end</a:t>
            </a:r>
            <a:r>
              <a:rPr lang="en-US" dirty="0">
                <a:solidFill>
                  <a:srgbClr val="C00000"/>
                </a:solidFill>
              </a:rPr>
              <a:t>() )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sort( </a:t>
            </a:r>
            <a:r>
              <a:rPr lang="en-US" dirty="0" err="1">
                <a:solidFill>
                  <a:srgbClr val="C00000"/>
                </a:solidFill>
              </a:rPr>
              <a:t>myarr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myarr</a:t>
            </a:r>
            <a:r>
              <a:rPr lang="en-US" dirty="0">
                <a:solidFill>
                  <a:srgbClr val="C00000"/>
                </a:solidFill>
              </a:rPr>
              <a:t> + </a:t>
            </a:r>
            <a:r>
              <a:rPr lang="en-US" dirty="0" err="1">
                <a:solidFill>
                  <a:srgbClr val="C00000"/>
                </a:solidFill>
              </a:rPr>
              <a:t>arrSize</a:t>
            </a:r>
            <a:r>
              <a:rPr lang="en-US" dirty="0">
                <a:solidFill>
                  <a:srgbClr val="C00000"/>
                </a:solidFill>
              </a:rPr>
              <a:t> )</a:t>
            </a:r>
          </a:p>
          <a:p>
            <a:r>
              <a:rPr lang="en-US" dirty="0" err="1">
                <a:solidFill>
                  <a:srgbClr val="0070C0"/>
                </a:solidFill>
              </a:rPr>
              <a:t>binary_search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startaddress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endaddress</a:t>
            </a:r>
            <a:r>
              <a:rPr lang="en-US" dirty="0">
                <a:solidFill>
                  <a:srgbClr val="0070C0"/>
                </a:solidFill>
              </a:rPr>
              <a:t>, value); </a:t>
            </a:r>
            <a:r>
              <a:rPr lang="en-US" sz="2400" dirty="0">
                <a:solidFill>
                  <a:srgbClr val="00B050"/>
                </a:solidFill>
              </a:rPr>
              <a:t>// O(</a:t>
            </a:r>
            <a:r>
              <a:rPr lang="en-US" sz="2400" dirty="0" err="1">
                <a:solidFill>
                  <a:srgbClr val="00B050"/>
                </a:solidFill>
              </a:rPr>
              <a:t>logn</a:t>
            </a:r>
            <a:r>
              <a:rPr lang="en-US" sz="2400" dirty="0">
                <a:solidFill>
                  <a:srgbClr val="00B050"/>
                </a:solidFill>
              </a:rPr>
              <a:t>) but must be sorted</a:t>
            </a:r>
            <a:br>
              <a:rPr lang="en-US" dirty="0"/>
            </a:br>
            <a:r>
              <a:rPr lang="en-US" dirty="0"/>
              <a:t>Finds value in a </a:t>
            </a:r>
            <a:r>
              <a:rPr lang="en-US" u="sng" dirty="0"/>
              <a:t>sorted</a:t>
            </a:r>
            <a:r>
              <a:rPr lang="en-US" dirty="0"/>
              <a:t> container using </a:t>
            </a:r>
            <a:r>
              <a:rPr lang="en-US" u="sng" dirty="0"/>
              <a:t>binary search</a:t>
            </a:r>
            <a:r>
              <a:rPr lang="en-US" dirty="0"/>
              <a:t>. </a:t>
            </a:r>
          </a:p>
          <a:p>
            <a:r>
              <a:rPr lang="en-US" dirty="0"/>
              <a:t>Check </a:t>
            </a:r>
            <a:r>
              <a:rPr lang="en-US" dirty="0" err="1">
                <a:solidFill>
                  <a:srgbClr val="C00000"/>
                </a:solidFill>
              </a:rPr>
              <a:t>lower_bound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upper_bound</a:t>
            </a:r>
            <a:r>
              <a:rPr lang="en-US" dirty="0">
                <a:solidFill>
                  <a:srgbClr val="C00000"/>
                </a:solidFill>
              </a:rPr>
              <a:t>, and find </a:t>
            </a:r>
            <a:r>
              <a:rPr lang="en-US" dirty="0"/>
              <a:t>functions as well.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AE11D-6B58-45B1-A78E-5F1BFC51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F0C6-0D04-4484-9360-D90F93D74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Trees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AC9E8-F066-449A-85CA-5CCC0B379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703" y="1690688"/>
            <a:ext cx="11920652" cy="4351338"/>
          </a:xfrm>
        </p:spPr>
        <p:txBody>
          <a:bodyPr>
            <a:normAutofit/>
          </a:bodyPr>
          <a:lstStyle/>
          <a:p>
            <a:r>
              <a:rPr lang="en-US" dirty="0"/>
              <a:t>Representation of Node: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struct Node {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int value;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Node * left, * right;  </a:t>
            </a:r>
            <a:r>
              <a:rPr lang="en-US" dirty="0">
                <a:solidFill>
                  <a:srgbClr val="00B050"/>
                </a:solidFill>
              </a:rPr>
              <a:t>// or </a:t>
            </a:r>
            <a:r>
              <a:rPr lang="en-US" b="1" u="sng" dirty="0">
                <a:solidFill>
                  <a:srgbClr val="00B050"/>
                </a:solidFill>
              </a:rPr>
              <a:t>vector&lt;Node*&gt; children;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if a general tree (&gt;2 children)</a:t>
            </a:r>
            <a:endParaRPr lang="en-US" sz="2000" dirty="0">
              <a:solidFill>
                <a:srgbClr val="00B050"/>
              </a:solidFill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   </a:t>
            </a:r>
            <a:r>
              <a:rPr lang="en-US" dirty="0">
                <a:solidFill>
                  <a:srgbClr val="C00000"/>
                </a:solidFill>
              </a:rPr>
              <a:t>};</a:t>
            </a:r>
          </a:p>
          <a:p>
            <a:r>
              <a:rPr lang="en-US" dirty="0"/>
              <a:t>Representation of Binary Tree: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struct </a:t>
            </a:r>
            <a:r>
              <a:rPr lang="en-US" dirty="0" err="1">
                <a:solidFill>
                  <a:srgbClr val="C00000"/>
                </a:solidFill>
              </a:rPr>
              <a:t>BinTree</a:t>
            </a:r>
            <a:r>
              <a:rPr lang="en-US" dirty="0">
                <a:solidFill>
                  <a:srgbClr val="C00000"/>
                </a:solidFill>
              </a:rPr>
              <a:t> {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        Node* root;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   };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76052-DC68-4812-9CC9-B5156EE47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5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F0C6-0D04-4484-9360-D90F93D7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60" y="98896"/>
            <a:ext cx="10515600" cy="1325563"/>
          </a:xfrm>
        </p:spPr>
        <p:txBody>
          <a:bodyPr/>
          <a:lstStyle/>
          <a:p>
            <a:r>
              <a:rPr lang="en-US" dirty="0"/>
              <a:t>C++ Review: Graphs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AC9E8-F066-449A-85CA-5CCC0B379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729" y="1502964"/>
            <a:ext cx="7938738" cy="5076770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/>
              <a:t>Representation 1: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struct Node {</a:t>
            </a:r>
            <a:br>
              <a:rPr lang="en-US" sz="2600" dirty="0">
                <a:solidFill>
                  <a:srgbClr val="C00000"/>
                </a:solidFill>
              </a:rPr>
            </a:br>
            <a:r>
              <a:rPr lang="en-US" sz="2600" dirty="0">
                <a:solidFill>
                  <a:srgbClr val="C00000"/>
                </a:solidFill>
              </a:rPr>
              <a:t>	int value;</a:t>
            </a:r>
            <a:br>
              <a:rPr lang="en-US" sz="2600" dirty="0">
                <a:solidFill>
                  <a:srgbClr val="C00000"/>
                </a:solidFill>
              </a:rPr>
            </a:br>
            <a:r>
              <a:rPr lang="en-US" sz="2600" dirty="0">
                <a:solidFill>
                  <a:srgbClr val="C00000"/>
                </a:solidFill>
              </a:rPr>
              <a:t>	vector&lt;Node*&gt; adjacent;</a:t>
            </a:r>
            <a:br>
              <a:rPr lang="en-US" sz="2600" dirty="0">
                <a:solidFill>
                  <a:srgbClr val="C00000"/>
                </a:solidFill>
              </a:rPr>
            </a:br>
            <a:r>
              <a:rPr lang="en-US" sz="2600" dirty="0">
                <a:solidFill>
                  <a:srgbClr val="C00000"/>
                </a:solidFill>
              </a:rPr>
              <a:t>};</a:t>
            </a:r>
          </a:p>
          <a:p>
            <a:r>
              <a:rPr lang="en-US" sz="3000" dirty="0"/>
              <a:t>Representation 2 (Adjacency Matrix):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vector&lt;int&gt; values (N);</a:t>
            </a:r>
            <a:br>
              <a:rPr lang="en-US" sz="2600" dirty="0">
                <a:solidFill>
                  <a:srgbClr val="C00000"/>
                </a:solidFill>
              </a:rPr>
            </a:br>
            <a:r>
              <a:rPr lang="en-US" sz="2600" dirty="0">
                <a:solidFill>
                  <a:srgbClr val="C00000"/>
                </a:solidFill>
              </a:rPr>
              <a:t>vector&lt;vector&lt;int&gt;&gt; </a:t>
            </a:r>
            <a:r>
              <a:rPr lang="en-US" sz="2600" dirty="0" err="1">
                <a:solidFill>
                  <a:srgbClr val="C00000"/>
                </a:solidFill>
              </a:rPr>
              <a:t>adjMatrix</a:t>
            </a:r>
            <a:r>
              <a:rPr lang="en-US" sz="2600" dirty="0">
                <a:solidFill>
                  <a:srgbClr val="C00000"/>
                </a:solidFill>
              </a:rPr>
              <a:t> (N, vector&lt;int&gt; (N, 0));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>
                <a:solidFill>
                  <a:srgbClr val="00B050"/>
                </a:solidFill>
              </a:rPr>
              <a:t>// n x n matrix with initial element value 0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sz="2600" dirty="0">
              <a:solidFill>
                <a:srgbClr val="C00000"/>
              </a:solidFill>
            </a:endParaRPr>
          </a:p>
          <a:p>
            <a:pPr lvl="1"/>
            <a:r>
              <a:rPr lang="en-US" sz="2600" dirty="0">
                <a:solidFill>
                  <a:srgbClr val="0070C0"/>
                </a:solidFill>
              </a:rPr>
              <a:t>In an unweighted graph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C00000"/>
                </a:solidFill>
              </a:rPr>
              <a:t>adjMatrix</a:t>
            </a:r>
            <a:r>
              <a:rPr lang="en-US" sz="2600" dirty="0">
                <a:solidFill>
                  <a:srgbClr val="C00000"/>
                </a:solidFill>
              </a:rPr>
              <a:t>[i][j] = 1 </a:t>
            </a:r>
            <a:br>
              <a:rPr lang="en-US" sz="2600" dirty="0">
                <a:solidFill>
                  <a:srgbClr val="C00000"/>
                </a:solidFill>
              </a:rPr>
            </a:br>
            <a:r>
              <a:rPr lang="en-US" sz="2600" dirty="0"/>
              <a:t>if there exists an edge from i to j.</a:t>
            </a:r>
          </a:p>
          <a:p>
            <a:pPr lvl="1"/>
            <a:r>
              <a:rPr lang="en-US" sz="2600" dirty="0">
                <a:solidFill>
                  <a:srgbClr val="0070C0"/>
                </a:solidFill>
              </a:rPr>
              <a:t>In a weighted graph </a:t>
            </a:r>
            <a:r>
              <a:rPr lang="en-US" sz="2600" dirty="0" err="1">
                <a:solidFill>
                  <a:srgbClr val="C00000"/>
                </a:solidFill>
              </a:rPr>
              <a:t>adjMatrix</a:t>
            </a:r>
            <a:r>
              <a:rPr lang="en-US" sz="2600" dirty="0">
                <a:solidFill>
                  <a:srgbClr val="C00000"/>
                </a:solidFill>
              </a:rPr>
              <a:t>[i][j] = W </a:t>
            </a:r>
            <a:br>
              <a:rPr lang="en-US" sz="2600" dirty="0">
                <a:solidFill>
                  <a:srgbClr val="C00000"/>
                </a:solidFill>
              </a:rPr>
            </a:br>
            <a:r>
              <a:rPr lang="en-US" sz="2600" dirty="0"/>
              <a:t>where W is the weight of the edge between i and j</a:t>
            </a:r>
          </a:p>
          <a:p>
            <a:pPr lvl="1"/>
            <a:r>
              <a:rPr lang="en-US" sz="2600" dirty="0">
                <a:solidFill>
                  <a:srgbClr val="0070C0"/>
                </a:solidFill>
              </a:rPr>
              <a:t>In an undirected graph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C00000"/>
                </a:solidFill>
              </a:rPr>
              <a:t>adjMatrix</a:t>
            </a:r>
            <a:r>
              <a:rPr lang="en-US" sz="2600" dirty="0">
                <a:solidFill>
                  <a:srgbClr val="C00000"/>
                </a:solidFill>
              </a:rPr>
              <a:t>[j][i] = </a:t>
            </a:r>
            <a:r>
              <a:rPr lang="en-US" dirty="0" err="1">
                <a:solidFill>
                  <a:srgbClr val="C00000"/>
                </a:solidFill>
              </a:rPr>
              <a:t>adjMatrix</a:t>
            </a:r>
            <a:r>
              <a:rPr lang="en-US" dirty="0">
                <a:solidFill>
                  <a:srgbClr val="C00000"/>
                </a:solidFill>
              </a:rPr>
              <a:t>[i][j] </a:t>
            </a:r>
            <a:br>
              <a:rPr lang="en-US" dirty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76052-DC68-4812-9CC9-B5156EE47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24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CF02C2-4057-DF9A-04F2-268E6AF9A26D}"/>
              </a:ext>
            </a:extLst>
          </p:cNvPr>
          <p:cNvSpPr/>
          <p:nvPr/>
        </p:nvSpPr>
        <p:spPr>
          <a:xfrm>
            <a:off x="8962168" y="1205338"/>
            <a:ext cx="657922" cy="538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EA7E67-5C37-53D2-89C6-55E245D54404}"/>
              </a:ext>
            </a:extLst>
          </p:cNvPr>
          <p:cNvSpPr/>
          <p:nvPr/>
        </p:nvSpPr>
        <p:spPr>
          <a:xfrm>
            <a:off x="9166605" y="2247977"/>
            <a:ext cx="657922" cy="538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30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D5F5C3-0DCB-C1AD-AFE6-34DEEF49AFEB}"/>
              </a:ext>
            </a:extLst>
          </p:cNvPr>
          <p:cNvSpPr/>
          <p:nvPr/>
        </p:nvSpPr>
        <p:spPr>
          <a:xfrm>
            <a:off x="10921994" y="2190499"/>
            <a:ext cx="657922" cy="538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40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CF139F-A6A0-F1E5-34E0-057AD5740D6C}"/>
              </a:ext>
            </a:extLst>
          </p:cNvPr>
          <p:cNvSpPr/>
          <p:nvPr/>
        </p:nvSpPr>
        <p:spPr>
          <a:xfrm>
            <a:off x="10890399" y="876087"/>
            <a:ext cx="657922" cy="538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20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A8662D-E7A0-5FC9-84C5-A3664EF84E04}"/>
              </a:ext>
            </a:extLst>
          </p:cNvPr>
          <p:cNvCxnSpPr>
            <a:stCxn id="5" idx="7"/>
            <a:endCxn id="8" idx="2"/>
          </p:cNvCxnSpPr>
          <p:nvPr/>
        </p:nvCxnSpPr>
        <p:spPr>
          <a:xfrm flipV="1">
            <a:off x="9523740" y="1145343"/>
            <a:ext cx="1366659" cy="138858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6D01B5-8796-22A5-F63E-7CE76CCF69EC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H="1" flipV="1">
            <a:off x="9291129" y="1743850"/>
            <a:ext cx="204437" cy="504127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81884E-DBAB-74A6-9932-5D8F5C62E3A3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9523740" y="1664987"/>
            <a:ext cx="1494604" cy="604375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DD9B46-FE03-0FA0-1BFF-8686AE51B169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824527" y="2517233"/>
            <a:ext cx="1193817" cy="132915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2F84F68C-DD98-5565-5892-11DB4A558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837406"/>
              </p:ext>
            </p:extLst>
          </p:nvPr>
        </p:nvGraphicFramePr>
        <p:xfrm>
          <a:off x="8422885" y="2963052"/>
          <a:ext cx="3142164" cy="515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541">
                  <a:extLst>
                    <a:ext uri="{9D8B030D-6E8A-4147-A177-3AD203B41FA5}">
                      <a16:colId xmlns:a16="http://schemas.microsoft.com/office/drawing/2014/main" val="2633220592"/>
                    </a:ext>
                  </a:extLst>
                </a:gridCol>
                <a:gridCol w="785541">
                  <a:extLst>
                    <a:ext uri="{9D8B030D-6E8A-4147-A177-3AD203B41FA5}">
                      <a16:colId xmlns:a16="http://schemas.microsoft.com/office/drawing/2014/main" val="84792690"/>
                    </a:ext>
                  </a:extLst>
                </a:gridCol>
                <a:gridCol w="785541">
                  <a:extLst>
                    <a:ext uri="{9D8B030D-6E8A-4147-A177-3AD203B41FA5}">
                      <a16:colId xmlns:a16="http://schemas.microsoft.com/office/drawing/2014/main" val="2053264988"/>
                    </a:ext>
                  </a:extLst>
                </a:gridCol>
                <a:gridCol w="785541">
                  <a:extLst>
                    <a:ext uri="{9D8B030D-6E8A-4147-A177-3AD203B41FA5}">
                      <a16:colId xmlns:a16="http://schemas.microsoft.com/office/drawing/2014/main" val="64188742"/>
                    </a:ext>
                  </a:extLst>
                </a:gridCol>
              </a:tblGrid>
              <a:tr h="515159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98660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FCF4D62-8CF2-BF81-1DAC-56CF10BFC1AC}"/>
              </a:ext>
            </a:extLst>
          </p:cNvPr>
          <p:cNvSpPr txBox="1"/>
          <p:nvPr/>
        </p:nvSpPr>
        <p:spPr>
          <a:xfrm>
            <a:off x="7409013" y="3035965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Values:</a:t>
            </a:r>
          </a:p>
        </p:txBody>
      </p: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01616D2A-FBEA-71DD-9435-440602A17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826055"/>
              </p:ext>
            </p:extLst>
          </p:nvPr>
        </p:nvGraphicFramePr>
        <p:xfrm>
          <a:off x="8453553" y="4247355"/>
          <a:ext cx="3134732" cy="2143308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783683">
                  <a:extLst>
                    <a:ext uri="{9D8B030D-6E8A-4147-A177-3AD203B41FA5}">
                      <a16:colId xmlns:a16="http://schemas.microsoft.com/office/drawing/2014/main" val="1618079188"/>
                    </a:ext>
                  </a:extLst>
                </a:gridCol>
                <a:gridCol w="783683">
                  <a:extLst>
                    <a:ext uri="{9D8B030D-6E8A-4147-A177-3AD203B41FA5}">
                      <a16:colId xmlns:a16="http://schemas.microsoft.com/office/drawing/2014/main" val="4049122352"/>
                    </a:ext>
                  </a:extLst>
                </a:gridCol>
                <a:gridCol w="783683">
                  <a:extLst>
                    <a:ext uri="{9D8B030D-6E8A-4147-A177-3AD203B41FA5}">
                      <a16:colId xmlns:a16="http://schemas.microsoft.com/office/drawing/2014/main" val="3524532788"/>
                    </a:ext>
                  </a:extLst>
                </a:gridCol>
                <a:gridCol w="783683">
                  <a:extLst>
                    <a:ext uri="{9D8B030D-6E8A-4147-A177-3AD203B41FA5}">
                      <a16:colId xmlns:a16="http://schemas.microsoft.com/office/drawing/2014/main" val="2350243159"/>
                    </a:ext>
                  </a:extLst>
                </a:gridCol>
              </a:tblGrid>
              <a:tr h="5358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19869"/>
                  </a:ext>
                </a:extLst>
              </a:tr>
              <a:tr h="5358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947079"/>
                  </a:ext>
                </a:extLst>
              </a:tr>
              <a:tr h="53582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909624"/>
                  </a:ext>
                </a:extLst>
              </a:tr>
              <a:tr h="5358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209941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5F8284F-028A-FC36-5040-536CC753D29D}"/>
              </a:ext>
            </a:extLst>
          </p:cNvPr>
          <p:cNvSpPr txBox="1"/>
          <p:nvPr/>
        </p:nvSpPr>
        <p:spPr>
          <a:xfrm>
            <a:off x="8910183" y="6395068"/>
            <a:ext cx="18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Adjacency Matrix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E898FA-97A4-CC5D-BFC6-79C6DD4345F5}"/>
              </a:ext>
            </a:extLst>
          </p:cNvPr>
          <p:cNvSpPr txBox="1"/>
          <p:nvPr/>
        </p:nvSpPr>
        <p:spPr>
          <a:xfrm>
            <a:off x="7216568" y="5134343"/>
            <a:ext cx="673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D85042-BA9A-332C-4FDD-F0F84CA832E9}"/>
              </a:ext>
            </a:extLst>
          </p:cNvPr>
          <p:cNvSpPr txBox="1"/>
          <p:nvPr/>
        </p:nvSpPr>
        <p:spPr>
          <a:xfrm>
            <a:off x="9761421" y="3458077"/>
            <a:ext cx="398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E09167EA-6329-17E5-D517-C1C4E535D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320242"/>
              </p:ext>
            </p:extLst>
          </p:nvPr>
        </p:nvGraphicFramePr>
        <p:xfrm>
          <a:off x="8021735" y="4265282"/>
          <a:ext cx="354380" cy="2091068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54380">
                  <a:extLst>
                    <a:ext uri="{9D8B030D-6E8A-4147-A177-3AD203B41FA5}">
                      <a16:colId xmlns:a16="http://schemas.microsoft.com/office/drawing/2014/main" val="3600116702"/>
                    </a:ext>
                  </a:extLst>
                </a:gridCol>
              </a:tblGrid>
              <a:tr h="5227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230485"/>
                  </a:ext>
                </a:extLst>
              </a:tr>
              <a:tr h="5227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417493"/>
                  </a:ext>
                </a:extLst>
              </a:tr>
              <a:tr h="5227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135439"/>
                  </a:ext>
                </a:extLst>
              </a:tr>
              <a:tr h="5227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860322"/>
                  </a:ext>
                </a:extLst>
              </a:tr>
            </a:tbl>
          </a:graphicData>
        </a:graphic>
      </p:graphicFrame>
      <p:graphicFrame>
        <p:nvGraphicFramePr>
          <p:cNvPr id="25" name="Table 25">
            <a:extLst>
              <a:ext uri="{FF2B5EF4-FFF2-40B4-BE49-F238E27FC236}">
                <a16:creationId xmlns:a16="http://schemas.microsoft.com/office/drawing/2014/main" id="{C7DEC7E3-A658-C233-13AD-56126E0EE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500502"/>
              </p:ext>
            </p:extLst>
          </p:nvPr>
        </p:nvGraphicFramePr>
        <p:xfrm>
          <a:off x="8414833" y="3813494"/>
          <a:ext cx="317345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363">
                  <a:extLst>
                    <a:ext uri="{9D8B030D-6E8A-4147-A177-3AD203B41FA5}">
                      <a16:colId xmlns:a16="http://schemas.microsoft.com/office/drawing/2014/main" val="1834007365"/>
                    </a:ext>
                  </a:extLst>
                </a:gridCol>
                <a:gridCol w="793363">
                  <a:extLst>
                    <a:ext uri="{9D8B030D-6E8A-4147-A177-3AD203B41FA5}">
                      <a16:colId xmlns:a16="http://schemas.microsoft.com/office/drawing/2014/main" val="693146769"/>
                    </a:ext>
                  </a:extLst>
                </a:gridCol>
                <a:gridCol w="793363">
                  <a:extLst>
                    <a:ext uri="{9D8B030D-6E8A-4147-A177-3AD203B41FA5}">
                      <a16:colId xmlns:a16="http://schemas.microsoft.com/office/drawing/2014/main" val="874806786"/>
                    </a:ext>
                  </a:extLst>
                </a:gridCol>
                <a:gridCol w="793363">
                  <a:extLst>
                    <a:ext uri="{9D8B030D-6E8A-4147-A177-3AD203B41FA5}">
                      <a16:colId xmlns:a16="http://schemas.microsoft.com/office/drawing/2014/main" val="61239322"/>
                    </a:ext>
                  </a:extLst>
                </a:gridCol>
              </a:tblGrid>
              <a:tr h="3099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25773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766A50F-6EB3-9CEF-86CF-53242991C7B0}"/>
              </a:ext>
            </a:extLst>
          </p:cNvPr>
          <p:cNvSpPr txBox="1"/>
          <p:nvPr/>
        </p:nvSpPr>
        <p:spPr>
          <a:xfrm>
            <a:off x="9178376" y="8745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933132-993B-5BF9-BFF6-F4A477ED5EFE}"/>
              </a:ext>
            </a:extLst>
          </p:cNvPr>
          <p:cNvSpPr txBox="1"/>
          <p:nvPr/>
        </p:nvSpPr>
        <p:spPr>
          <a:xfrm>
            <a:off x="11149375" y="5652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603BFD-C9C7-E5A6-124F-7E2737840084}"/>
              </a:ext>
            </a:extLst>
          </p:cNvPr>
          <p:cNvSpPr txBox="1"/>
          <p:nvPr/>
        </p:nvSpPr>
        <p:spPr>
          <a:xfrm>
            <a:off x="8876690" y="24058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72B8FB-66CF-3215-98B7-CC3281826B63}"/>
              </a:ext>
            </a:extLst>
          </p:cNvPr>
          <p:cNvSpPr txBox="1"/>
          <p:nvPr/>
        </p:nvSpPr>
        <p:spPr>
          <a:xfrm>
            <a:off x="11588285" y="23325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C7DE06-C0C9-C5CA-BF91-C6A44A2959BA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H="1" flipV="1">
            <a:off x="11219360" y="1414599"/>
            <a:ext cx="31595" cy="775900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99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F0C6-0D04-4484-9360-D90F93D7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60" y="24762"/>
            <a:ext cx="10515600" cy="1325563"/>
          </a:xfrm>
        </p:spPr>
        <p:txBody>
          <a:bodyPr/>
          <a:lstStyle/>
          <a:p>
            <a:r>
              <a:rPr lang="en-US" dirty="0"/>
              <a:t>C++ Review: Graphs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AC9E8-F066-449A-85CA-5CCC0B379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48" y="1802549"/>
            <a:ext cx="7089548" cy="4351338"/>
          </a:xfrm>
        </p:spPr>
        <p:txBody>
          <a:bodyPr>
            <a:normAutofit lnSpcReduction="10000"/>
          </a:bodyPr>
          <a:lstStyle/>
          <a:p>
            <a:r>
              <a:rPr lang="en-US" sz="3000" dirty="0"/>
              <a:t>Representation 3 (Adjacency List):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vector&lt;int&gt; values (N);</a:t>
            </a:r>
            <a:br>
              <a:rPr lang="en-US" sz="2600" dirty="0">
                <a:solidFill>
                  <a:srgbClr val="C00000"/>
                </a:solidFill>
              </a:rPr>
            </a:br>
            <a:r>
              <a:rPr lang="en-US" sz="2600" dirty="0">
                <a:solidFill>
                  <a:srgbClr val="C00000"/>
                </a:solidFill>
              </a:rPr>
              <a:t>vector&lt;vector&lt;int&gt;&gt; </a:t>
            </a:r>
            <a:r>
              <a:rPr lang="en-US" sz="2600" dirty="0" err="1">
                <a:solidFill>
                  <a:srgbClr val="C00000"/>
                </a:solidFill>
              </a:rPr>
              <a:t>adjList</a:t>
            </a:r>
            <a:r>
              <a:rPr lang="en-US" sz="2600" dirty="0">
                <a:solidFill>
                  <a:srgbClr val="C00000"/>
                </a:solidFill>
              </a:rPr>
              <a:t> (N, vector&lt;int&gt;());</a:t>
            </a:r>
          </a:p>
          <a:p>
            <a:pPr marL="457200" lvl="1" indent="0">
              <a:buNone/>
            </a:pPr>
            <a:r>
              <a:rPr lang="en-US" sz="2600" dirty="0">
                <a:solidFill>
                  <a:srgbClr val="C00000"/>
                </a:solidFill>
              </a:rPr>
              <a:t>    </a:t>
            </a:r>
            <a:r>
              <a:rPr lang="en-US" sz="2200" dirty="0">
                <a:solidFill>
                  <a:srgbClr val="00B050"/>
                </a:solidFill>
              </a:rPr>
              <a:t>// note that the 2</a:t>
            </a:r>
            <a:r>
              <a:rPr lang="en-US" sz="2200" baseline="30000" dirty="0">
                <a:solidFill>
                  <a:srgbClr val="00B050"/>
                </a:solidFill>
              </a:rPr>
              <a:t>nd</a:t>
            </a:r>
            <a:r>
              <a:rPr lang="en-US" sz="2200" dirty="0">
                <a:solidFill>
                  <a:srgbClr val="00B050"/>
                </a:solidFill>
              </a:rPr>
              <a:t> dimension has </a:t>
            </a:r>
            <a:r>
              <a:rPr lang="en-US" sz="2200" u="sng" dirty="0">
                <a:solidFill>
                  <a:srgbClr val="00B050"/>
                </a:solidFill>
              </a:rPr>
              <a:t>empty</a:t>
            </a:r>
            <a:r>
              <a:rPr lang="en-US" sz="2200" dirty="0">
                <a:solidFill>
                  <a:srgbClr val="00B050"/>
                </a:solidFill>
              </a:rPr>
              <a:t> vectors</a:t>
            </a:r>
          </a:p>
          <a:p>
            <a:pPr lvl="1"/>
            <a:endParaRPr lang="en-US" sz="2600" dirty="0">
              <a:solidFill>
                <a:srgbClr val="C00000"/>
              </a:solidFill>
            </a:endParaRPr>
          </a:p>
          <a:p>
            <a:pPr lvl="1"/>
            <a:r>
              <a:rPr lang="en-US" sz="2600" dirty="0"/>
              <a:t>We add </a:t>
            </a:r>
            <a:r>
              <a:rPr lang="en-US" sz="2600" dirty="0">
                <a:solidFill>
                  <a:srgbClr val="0070C0"/>
                </a:solidFill>
              </a:rPr>
              <a:t>index j to </a:t>
            </a:r>
            <a:r>
              <a:rPr lang="en-US" sz="2600" dirty="0" err="1">
                <a:solidFill>
                  <a:srgbClr val="0070C0"/>
                </a:solidFill>
              </a:rPr>
              <a:t>adjList</a:t>
            </a:r>
            <a:r>
              <a:rPr lang="en-US" sz="2600" dirty="0">
                <a:solidFill>
                  <a:srgbClr val="0070C0"/>
                </a:solidFill>
              </a:rPr>
              <a:t>[i] </a:t>
            </a:r>
            <a:r>
              <a:rPr lang="en-US" sz="2600" dirty="0"/>
              <a:t>(using </a:t>
            </a:r>
            <a:r>
              <a:rPr lang="en-US" sz="2600" dirty="0" err="1"/>
              <a:t>push_back</a:t>
            </a:r>
            <a:r>
              <a:rPr lang="en-US" sz="2600" dirty="0"/>
              <a:t>)</a:t>
            </a:r>
            <a:br>
              <a:rPr lang="en-US" sz="2600" dirty="0"/>
            </a:br>
            <a:r>
              <a:rPr lang="en-US" sz="2600" dirty="0"/>
              <a:t>if there exists an edge from i to j.</a:t>
            </a:r>
            <a:br>
              <a:rPr lang="en-US" sz="2600" dirty="0"/>
            </a:br>
            <a:r>
              <a:rPr lang="en-US" sz="2600" dirty="0" err="1">
                <a:solidFill>
                  <a:srgbClr val="C00000"/>
                </a:solidFill>
              </a:rPr>
              <a:t>adjList</a:t>
            </a:r>
            <a:r>
              <a:rPr lang="en-US" sz="2600" dirty="0">
                <a:solidFill>
                  <a:srgbClr val="C00000"/>
                </a:solidFill>
              </a:rPr>
              <a:t>[i].</a:t>
            </a:r>
            <a:r>
              <a:rPr lang="en-US" sz="2600" dirty="0" err="1">
                <a:solidFill>
                  <a:srgbClr val="C00000"/>
                </a:solidFill>
              </a:rPr>
              <a:t>push_back</a:t>
            </a:r>
            <a:r>
              <a:rPr lang="en-US" sz="2600" dirty="0">
                <a:solidFill>
                  <a:srgbClr val="C00000"/>
                </a:solidFill>
              </a:rPr>
              <a:t>(j);</a:t>
            </a:r>
          </a:p>
          <a:p>
            <a:pPr lvl="1"/>
            <a:r>
              <a:rPr lang="en-US" sz="2600" dirty="0"/>
              <a:t>We can make the list </a:t>
            </a:r>
            <a:r>
              <a:rPr lang="en-US" sz="2600" dirty="0">
                <a:solidFill>
                  <a:srgbClr val="0070C0"/>
                </a:solidFill>
              </a:rPr>
              <a:t>a list of pairs </a:t>
            </a:r>
            <a:r>
              <a:rPr lang="en-US" sz="2600" dirty="0"/>
              <a:t>if we need to add </a:t>
            </a:r>
            <a:r>
              <a:rPr lang="en-US" sz="2600" dirty="0">
                <a:solidFill>
                  <a:srgbClr val="0070C0"/>
                </a:solidFill>
              </a:rPr>
              <a:t>index and weight </a:t>
            </a:r>
            <a:r>
              <a:rPr lang="en-US" sz="2600" dirty="0"/>
              <a:t>for each edge.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69C7D-7611-45F1-9941-C2B1CD9C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25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0BAE7C-0006-5045-1D5B-EF54801D7DA4}"/>
              </a:ext>
            </a:extLst>
          </p:cNvPr>
          <p:cNvSpPr/>
          <p:nvPr/>
        </p:nvSpPr>
        <p:spPr>
          <a:xfrm>
            <a:off x="8962168" y="1205338"/>
            <a:ext cx="657922" cy="538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0A402F-827C-A08B-C92B-3B5B446810CB}"/>
              </a:ext>
            </a:extLst>
          </p:cNvPr>
          <p:cNvSpPr/>
          <p:nvPr/>
        </p:nvSpPr>
        <p:spPr>
          <a:xfrm>
            <a:off x="9166605" y="2247977"/>
            <a:ext cx="657922" cy="538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30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1F8A4B-3740-D472-77B8-0F5EA431099C}"/>
              </a:ext>
            </a:extLst>
          </p:cNvPr>
          <p:cNvSpPr/>
          <p:nvPr/>
        </p:nvSpPr>
        <p:spPr>
          <a:xfrm>
            <a:off x="10921994" y="2190499"/>
            <a:ext cx="657922" cy="538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40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BA2E7E-39F5-C8DF-3413-4604E20ECF7E}"/>
              </a:ext>
            </a:extLst>
          </p:cNvPr>
          <p:cNvSpPr/>
          <p:nvPr/>
        </p:nvSpPr>
        <p:spPr>
          <a:xfrm>
            <a:off x="10890399" y="876087"/>
            <a:ext cx="657922" cy="538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20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E742B5-2884-ACE0-DCD0-4973B66B62F2}"/>
              </a:ext>
            </a:extLst>
          </p:cNvPr>
          <p:cNvCxnSpPr>
            <a:stCxn id="5" idx="7"/>
            <a:endCxn id="8" idx="2"/>
          </p:cNvCxnSpPr>
          <p:nvPr/>
        </p:nvCxnSpPr>
        <p:spPr>
          <a:xfrm flipV="1">
            <a:off x="9523740" y="1145343"/>
            <a:ext cx="1366659" cy="138858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B4755F-EE03-EF9A-A8C4-152B18210BAD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H="1" flipV="1">
            <a:off x="9291129" y="1743850"/>
            <a:ext cx="204437" cy="504127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1EAC4-3093-8F70-902B-74810536116C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9523740" y="1664987"/>
            <a:ext cx="1494604" cy="604375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211DF9-BA03-DF5E-A304-3A3F8E57553E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9824527" y="2517233"/>
            <a:ext cx="1193817" cy="132915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8">
            <a:extLst>
              <a:ext uri="{FF2B5EF4-FFF2-40B4-BE49-F238E27FC236}">
                <a16:creationId xmlns:a16="http://schemas.microsoft.com/office/drawing/2014/main" id="{2F22CD7B-263E-2A0A-608B-E52272CD2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373876"/>
              </p:ext>
            </p:extLst>
          </p:nvPr>
        </p:nvGraphicFramePr>
        <p:xfrm>
          <a:off x="8422885" y="2963052"/>
          <a:ext cx="3142164" cy="515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541">
                  <a:extLst>
                    <a:ext uri="{9D8B030D-6E8A-4147-A177-3AD203B41FA5}">
                      <a16:colId xmlns:a16="http://schemas.microsoft.com/office/drawing/2014/main" val="2633220592"/>
                    </a:ext>
                  </a:extLst>
                </a:gridCol>
                <a:gridCol w="785541">
                  <a:extLst>
                    <a:ext uri="{9D8B030D-6E8A-4147-A177-3AD203B41FA5}">
                      <a16:colId xmlns:a16="http://schemas.microsoft.com/office/drawing/2014/main" val="84792690"/>
                    </a:ext>
                  </a:extLst>
                </a:gridCol>
                <a:gridCol w="785541">
                  <a:extLst>
                    <a:ext uri="{9D8B030D-6E8A-4147-A177-3AD203B41FA5}">
                      <a16:colId xmlns:a16="http://schemas.microsoft.com/office/drawing/2014/main" val="2053264988"/>
                    </a:ext>
                  </a:extLst>
                </a:gridCol>
                <a:gridCol w="785541">
                  <a:extLst>
                    <a:ext uri="{9D8B030D-6E8A-4147-A177-3AD203B41FA5}">
                      <a16:colId xmlns:a16="http://schemas.microsoft.com/office/drawing/2014/main" val="64188742"/>
                    </a:ext>
                  </a:extLst>
                </a:gridCol>
              </a:tblGrid>
              <a:tr h="515159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98660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EAD32E3-4BB1-F9CC-ED1F-2E71D381538E}"/>
              </a:ext>
            </a:extLst>
          </p:cNvPr>
          <p:cNvSpPr txBox="1"/>
          <p:nvPr/>
        </p:nvSpPr>
        <p:spPr>
          <a:xfrm>
            <a:off x="7409013" y="3035965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FBBB15-5404-FF32-E18F-A765255BC918}"/>
              </a:ext>
            </a:extLst>
          </p:cNvPr>
          <p:cNvSpPr txBox="1"/>
          <p:nvPr/>
        </p:nvSpPr>
        <p:spPr>
          <a:xfrm>
            <a:off x="9178376" y="8745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3F2396-8C55-E13F-C708-3CE80E179386}"/>
              </a:ext>
            </a:extLst>
          </p:cNvPr>
          <p:cNvSpPr txBox="1"/>
          <p:nvPr/>
        </p:nvSpPr>
        <p:spPr>
          <a:xfrm>
            <a:off x="11149375" y="5652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802B53-8F67-4421-9C0E-F8BFBC1CC808}"/>
              </a:ext>
            </a:extLst>
          </p:cNvPr>
          <p:cNvSpPr txBox="1"/>
          <p:nvPr/>
        </p:nvSpPr>
        <p:spPr>
          <a:xfrm>
            <a:off x="8876690" y="24058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B7CDC5-A655-82E7-04D9-9B41A4BEB2B6}"/>
              </a:ext>
            </a:extLst>
          </p:cNvPr>
          <p:cNvSpPr txBox="1"/>
          <p:nvPr/>
        </p:nvSpPr>
        <p:spPr>
          <a:xfrm>
            <a:off x="11588285" y="23325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C57E1F-21D8-9E74-1E3E-30000EA14489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H="1" flipV="1">
            <a:off x="11219360" y="1414599"/>
            <a:ext cx="31595" cy="775900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D267CF-61E4-00ED-4BB0-03683D4BF22B}"/>
              </a:ext>
            </a:extLst>
          </p:cNvPr>
          <p:cNvSpPr txBox="1"/>
          <p:nvPr/>
        </p:nvSpPr>
        <p:spPr>
          <a:xfrm>
            <a:off x="7216568" y="5134343"/>
            <a:ext cx="673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</a:t>
            </a:r>
          </a:p>
        </p:txBody>
      </p:sp>
      <p:graphicFrame>
        <p:nvGraphicFramePr>
          <p:cNvPr id="21" name="Table 24">
            <a:extLst>
              <a:ext uri="{FF2B5EF4-FFF2-40B4-BE49-F238E27FC236}">
                <a16:creationId xmlns:a16="http://schemas.microsoft.com/office/drawing/2014/main" id="{F2B64F5B-2780-4807-FD7B-B477E8714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503976"/>
              </p:ext>
            </p:extLst>
          </p:nvPr>
        </p:nvGraphicFramePr>
        <p:xfrm>
          <a:off x="7976220" y="4265282"/>
          <a:ext cx="399895" cy="2091068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99895">
                  <a:extLst>
                    <a:ext uri="{9D8B030D-6E8A-4147-A177-3AD203B41FA5}">
                      <a16:colId xmlns:a16="http://schemas.microsoft.com/office/drawing/2014/main" val="3600116702"/>
                    </a:ext>
                  </a:extLst>
                </a:gridCol>
              </a:tblGrid>
              <a:tr h="5227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230485"/>
                  </a:ext>
                </a:extLst>
              </a:tr>
              <a:tr h="5227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417493"/>
                  </a:ext>
                </a:extLst>
              </a:tr>
              <a:tr h="5227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135439"/>
                  </a:ext>
                </a:extLst>
              </a:tr>
              <a:tr h="5227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860322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AD01C9-35BA-837B-642E-C8A575579BB7}"/>
              </a:ext>
            </a:extLst>
          </p:cNvPr>
          <p:cNvCxnSpPr/>
          <p:nvPr/>
        </p:nvCxnSpPr>
        <p:spPr>
          <a:xfrm>
            <a:off x="8376115" y="4549698"/>
            <a:ext cx="39989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01EDE7-9931-9EF4-7657-23013245C7E5}"/>
              </a:ext>
            </a:extLst>
          </p:cNvPr>
          <p:cNvCxnSpPr/>
          <p:nvPr/>
        </p:nvCxnSpPr>
        <p:spPr>
          <a:xfrm>
            <a:off x="8376115" y="5047786"/>
            <a:ext cx="39989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603287-D8AF-7A71-AB2C-32F9B65A3BB1}"/>
              </a:ext>
            </a:extLst>
          </p:cNvPr>
          <p:cNvCxnSpPr/>
          <p:nvPr/>
        </p:nvCxnSpPr>
        <p:spPr>
          <a:xfrm>
            <a:off x="8363105" y="5583044"/>
            <a:ext cx="39989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A1A64F0-A9A5-9CF8-9166-AECA8502DF1E}"/>
              </a:ext>
            </a:extLst>
          </p:cNvPr>
          <p:cNvCxnSpPr/>
          <p:nvPr/>
        </p:nvCxnSpPr>
        <p:spPr>
          <a:xfrm>
            <a:off x="8363105" y="6073698"/>
            <a:ext cx="39989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5">
            <a:extLst>
              <a:ext uri="{FF2B5EF4-FFF2-40B4-BE49-F238E27FC236}">
                <a16:creationId xmlns:a16="http://schemas.microsoft.com/office/drawing/2014/main" id="{F8032728-B942-87D8-1671-9C093A3DA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600826"/>
              </p:ext>
            </p:extLst>
          </p:nvPr>
        </p:nvGraphicFramePr>
        <p:xfrm>
          <a:off x="8776010" y="4352782"/>
          <a:ext cx="1586726" cy="3657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793363">
                  <a:extLst>
                    <a:ext uri="{9D8B030D-6E8A-4147-A177-3AD203B41FA5}">
                      <a16:colId xmlns:a16="http://schemas.microsoft.com/office/drawing/2014/main" val="1834007365"/>
                    </a:ext>
                  </a:extLst>
                </a:gridCol>
                <a:gridCol w="793363">
                  <a:extLst>
                    <a:ext uri="{9D8B030D-6E8A-4147-A177-3AD203B41FA5}">
                      <a16:colId xmlns:a16="http://schemas.microsoft.com/office/drawing/2014/main" val="61239322"/>
                    </a:ext>
                  </a:extLst>
                </a:gridCol>
              </a:tblGrid>
              <a:tr h="3099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25773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8B6FB057-9876-82ED-D916-B3CBD68C429C}"/>
              </a:ext>
            </a:extLst>
          </p:cNvPr>
          <p:cNvSpPr txBox="1"/>
          <p:nvPr/>
        </p:nvSpPr>
        <p:spPr>
          <a:xfrm>
            <a:off x="8763000" y="4863120"/>
            <a:ext cx="1427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Empty vector</a:t>
            </a:r>
          </a:p>
        </p:txBody>
      </p:sp>
      <p:graphicFrame>
        <p:nvGraphicFramePr>
          <p:cNvPr id="30" name="Table 25">
            <a:extLst>
              <a:ext uri="{FF2B5EF4-FFF2-40B4-BE49-F238E27FC236}">
                <a16:creationId xmlns:a16="http://schemas.microsoft.com/office/drawing/2014/main" id="{649C0BF0-6DDB-6BED-9A1A-93BBC958C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168191"/>
              </p:ext>
            </p:extLst>
          </p:nvPr>
        </p:nvGraphicFramePr>
        <p:xfrm>
          <a:off x="8792578" y="5400164"/>
          <a:ext cx="1586726" cy="3657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793363">
                  <a:extLst>
                    <a:ext uri="{9D8B030D-6E8A-4147-A177-3AD203B41FA5}">
                      <a16:colId xmlns:a16="http://schemas.microsoft.com/office/drawing/2014/main" val="1834007365"/>
                    </a:ext>
                  </a:extLst>
                </a:gridCol>
                <a:gridCol w="793363">
                  <a:extLst>
                    <a:ext uri="{9D8B030D-6E8A-4147-A177-3AD203B41FA5}">
                      <a16:colId xmlns:a16="http://schemas.microsoft.com/office/drawing/2014/main" val="61239322"/>
                    </a:ext>
                  </a:extLst>
                </a:gridCol>
              </a:tblGrid>
              <a:tr h="3099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257734"/>
                  </a:ext>
                </a:extLst>
              </a:tr>
            </a:tbl>
          </a:graphicData>
        </a:graphic>
      </p:graphicFrame>
      <p:graphicFrame>
        <p:nvGraphicFramePr>
          <p:cNvPr id="31" name="Table 25">
            <a:extLst>
              <a:ext uri="{FF2B5EF4-FFF2-40B4-BE49-F238E27FC236}">
                <a16:creationId xmlns:a16="http://schemas.microsoft.com/office/drawing/2014/main" id="{1C17376C-6D3C-9A67-D22F-AFEA2AB99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704608"/>
              </p:ext>
            </p:extLst>
          </p:nvPr>
        </p:nvGraphicFramePr>
        <p:xfrm>
          <a:off x="8776010" y="5914074"/>
          <a:ext cx="793363" cy="3657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793363">
                  <a:extLst>
                    <a:ext uri="{9D8B030D-6E8A-4147-A177-3AD203B41FA5}">
                      <a16:colId xmlns:a16="http://schemas.microsoft.com/office/drawing/2014/main" val="1834007365"/>
                    </a:ext>
                  </a:extLst>
                </a:gridCol>
              </a:tblGrid>
              <a:tr h="3099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257734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B6CCB6A-1E38-B603-C5D9-3F36D2BAD38F}"/>
              </a:ext>
            </a:extLst>
          </p:cNvPr>
          <p:cNvSpPr txBox="1"/>
          <p:nvPr/>
        </p:nvSpPr>
        <p:spPr>
          <a:xfrm>
            <a:off x="9221904" y="3775460"/>
            <a:ext cx="398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389940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5A38F-CFC2-449F-81DE-1F7611797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Stack vs Heap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7FF6A-34D7-45B3-AA6E-1567B9F73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410" y="1825625"/>
            <a:ext cx="11645590" cy="4351338"/>
          </a:xfrm>
        </p:spPr>
        <p:txBody>
          <a:bodyPr/>
          <a:lstStyle/>
          <a:p>
            <a:r>
              <a:rPr lang="en-US" dirty="0"/>
              <a:t>All variables </a:t>
            </a:r>
            <a:r>
              <a:rPr lang="en-US" dirty="0">
                <a:solidFill>
                  <a:srgbClr val="C00000"/>
                </a:solidFill>
              </a:rPr>
              <a:t>allocated automatically </a:t>
            </a:r>
            <a:r>
              <a:rPr lang="en-US" dirty="0"/>
              <a:t>are stored in </a:t>
            </a:r>
            <a:r>
              <a:rPr lang="en-US" dirty="0">
                <a:solidFill>
                  <a:srgbClr val="C00000"/>
                </a:solidFill>
              </a:rPr>
              <a:t>stack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int x;</a:t>
            </a:r>
          </a:p>
          <a:p>
            <a:pPr lvl="1"/>
            <a:r>
              <a:rPr lang="en-US" dirty="0"/>
              <a:t>int </a:t>
            </a:r>
            <a:r>
              <a:rPr lang="en-US" dirty="0" err="1"/>
              <a:t>arr</a:t>
            </a:r>
            <a:r>
              <a:rPr lang="en-US" dirty="0"/>
              <a:t>[10];</a:t>
            </a:r>
          </a:p>
          <a:p>
            <a:pPr lvl="1"/>
            <a:r>
              <a:rPr lang="en-US" dirty="0"/>
              <a:t>int* </a:t>
            </a:r>
            <a:r>
              <a:rPr lang="en-US" dirty="0" err="1"/>
              <a:t>ptr</a:t>
            </a:r>
            <a:r>
              <a:rPr lang="en-US" dirty="0"/>
              <a:t> = &amp;x;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vector’s headers </a:t>
            </a:r>
            <a:r>
              <a:rPr lang="en-US" dirty="0"/>
              <a:t>are stored in </a:t>
            </a:r>
            <a:r>
              <a:rPr lang="en-US" dirty="0">
                <a:solidFill>
                  <a:srgbClr val="C00000"/>
                </a:solidFill>
              </a:rPr>
              <a:t>stack</a:t>
            </a:r>
            <a:r>
              <a:rPr lang="en-US" dirty="0"/>
              <a:t> but </a:t>
            </a:r>
            <a:r>
              <a:rPr lang="en-US" dirty="0">
                <a:solidFill>
                  <a:srgbClr val="0070C0"/>
                </a:solidFill>
              </a:rPr>
              <a:t>data</a:t>
            </a:r>
            <a:r>
              <a:rPr lang="en-US" dirty="0"/>
              <a:t> are allocated in </a:t>
            </a:r>
            <a:r>
              <a:rPr lang="en-US" dirty="0">
                <a:solidFill>
                  <a:srgbClr val="0070C0"/>
                </a:solidFill>
              </a:rPr>
              <a:t>heap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vector&lt;int&gt; v (100, 5); </a:t>
            </a:r>
            <a:r>
              <a:rPr lang="en-US" dirty="0"/>
              <a:t>// There are </a:t>
            </a:r>
            <a:r>
              <a:rPr lang="en-US" dirty="0">
                <a:solidFill>
                  <a:srgbClr val="0070C0"/>
                </a:solidFill>
              </a:rPr>
              <a:t>100 elements in heap </a:t>
            </a:r>
            <a:r>
              <a:rPr lang="en-US" dirty="0"/>
              <a:t>but vector header is in stack</a:t>
            </a:r>
          </a:p>
          <a:p>
            <a:r>
              <a:rPr lang="en-US" dirty="0"/>
              <a:t>When analyzing memory complexity sometimes we differentiate between </a:t>
            </a:r>
            <a:r>
              <a:rPr lang="en-US" dirty="0">
                <a:solidFill>
                  <a:srgbClr val="C00000"/>
                </a:solidFill>
              </a:rPr>
              <a:t>stack complexity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heap complexity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C5BCA-BD12-47C3-92CC-D566D096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0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348BA-286F-45A5-9F21-CB284893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Stack vs Heap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97496-29F0-4371-8445-82E6A4DC5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happens when you call a function?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Function parameters </a:t>
            </a:r>
            <a:r>
              <a:rPr lang="en-US" sz="2600" dirty="0"/>
              <a:t>are pushed to the </a:t>
            </a:r>
            <a:r>
              <a:rPr lang="en-US" sz="2600" dirty="0">
                <a:solidFill>
                  <a:srgbClr val="C00000"/>
                </a:solidFill>
              </a:rPr>
              <a:t>stack</a:t>
            </a:r>
            <a:r>
              <a:rPr lang="en-US" sz="2600" dirty="0"/>
              <a:t>. </a:t>
            </a:r>
          </a:p>
          <a:p>
            <a:pPr lvl="1"/>
            <a:r>
              <a:rPr lang="en-US" sz="2600" dirty="0"/>
              <a:t>The following function will cause a </a:t>
            </a:r>
            <a:r>
              <a:rPr lang="en-US" sz="2600" b="1" dirty="0">
                <a:solidFill>
                  <a:srgbClr val="C00000"/>
                </a:solidFill>
              </a:rPr>
              <a:t>stack overflow </a:t>
            </a:r>
            <a:r>
              <a:rPr lang="en-US" sz="2600" dirty="0"/>
              <a:t>although it does not allocate any memory because it does </a:t>
            </a:r>
            <a:r>
              <a:rPr lang="en-US" sz="2600" dirty="0">
                <a:solidFill>
                  <a:srgbClr val="0070C0"/>
                </a:solidFill>
              </a:rPr>
              <a:t>not have an exit condition</a:t>
            </a:r>
            <a:r>
              <a:rPr lang="en-US" sz="2600" dirty="0"/>
              <a:t>.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void f(){</a:t>
            </a:r>
            <a:br>
              <a:rPr lang="en-US" sz="2600" dirty="0">
                <a:solidFill>
                  <a:srgbClr val="C00000"/>
                </a:solidFill>
              </a:rPr>
            </a:br>
            <a:r>
              <a:rPr lang="en-US" sz="2600" dirty="0">
                <a:solidFill>
                  <a:srgbClr val="C00000"/>
                </a:solidFill>
              </a:rPr>
              <a:t>	f();</a:t>
            </a:r>
            <a:br>
              <a:rPr lang="en-US" sz="2600" dirty="0">
                <a:solidFill>
                  <a:srgbClr val="C00000"/>
                </a:solidFill>
              </a:rPr>
            </a:br>
            <a:r>
              <a:rPr lang="en-US" sz="2600" dirty="0">
                <a:solidFill>
                  <a:srgbClr val="C00000"/>
                </a:solidFill>
              </a:rPr>
              <a:t>}</a:t>
            </a:r>
          </a:p>
          <a:p>
            <a:r>
              <a:rPr lang="en-US" dirty="0">
                <a:solidFill>
                  <a:srgbClr val="C00000"/>
                </a:solidFill>
              </a:rPr>
              <a:t>N function calls </a:t>
            </a:r>
            <a:r>
              <a:rPr lang="en-US" dirty="0"/>
              <a:t>are equivalent to </a:t>
            </a:r>
            <a:r>
              <a:rPr lang="en-US" dirty="0">
                <a:solidFill>
                  <a:srgbClr val="C00000"/>
                </a:solidFill>
              </a:rPr>
              <a:t>O(N) stack space complexity</a:t>
            </a:r>
            <a:r>
              <a:rPr lang="en-US" dirty="0"/>
              <a:t>.</a:t>
            </a:r>
          </a:p>
          <a:p>
            <a:r>
              <a:rPr lang="en-US" dirty="0"/>
              <a:t>Creating </a:t>
            </a:r>
            <a:r>
              <a:rPr lang="en-US" dirty="0">
                <a:solidFill>
                  <a:srgbClr val="C00000"/>
                </a:solidFill>
              </a:rPr>
              <a:t>an array of size N </a:t>
            </a:r>
            <a:r>
              <a:rPr lang="en-US" dirty="0">
                <a:solidFill>
                  <a:srgbClr val="0070C0"/>
                </a:solidFill>
              </a:rPr>
              <a:t>automatically</a:t>
            </a:r>
            <a:r>
              <a:rPr lang="en-US" dirty="0"/>
              <a:t> is equivalent to </a:t>
            </a:r>
            <a:r>
              <a:rPr lang="en-US" dirty="0">
                <a:solidFill>
                  <a:srgbClr val="C00000"/>
                </a:solidFill>
              </a:rPr>
              <a:t>O(N) stack space complexity</a:t>
            </a:r>
            <a:r>
              <a:rPr lang="en-US" dirty="0"/>
              <a:t>.</a:t>
            </a:r>
          </a:p>
          <a:p>
            <a:r>
              <a:rPr lang="en-US" dirty="0"/>
              <a:t>Creating </a:t>
            </a:r>
            <a:r>
              <a:rPr lang="en-US" dirty="0">
                <a:solidFill>
                  <a:srgbClr val="C00000"/>
                </a:solidFill>
              </a:rPr>
              <a:t>an array of size N </a:t>
            </a:r>
            <a:r>
              <a:rPr lang="en-US" dirty="0">
                <a:solidFill>
                  <a:srgbClr val="0070C0"/>
                </a:solidFill>
              </a:rPr>
              <a:t>dynamically</a:t>
            </a:r>
            <a:r>
              <a:rPr lang="en-US" dirty="0"/>
              <a:t> is equivalent to </a:t>
            </a:r>
            <a:r>
              <a:rPr lang="en-US" dirty="0">
                <a:solidFill>
                  <a:srgbClr val="C00000"/>
                </a:solidFill>
              </a:rPr>
              <a:t>O(N) heap space </a:t>
            </a:r>
            <a:r>
              <a:rPr lang="en-US" dirty="0"/>
              <a:t>complexity.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613FE-4FD1-4D1D-825D-9807CCFE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6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058" y="202151"/>
            <a:ext cx="10515600" cy="1325563"/>
          </a:xfrm>
        </p:spPr>
        <p:txBody>
          <a:bodyPr/>
          <a:lstStyle/>
          <a:p>
            <a:r>
              <a:rPr lang="en-US" dirty="0"/>
              <a:t>C++ Review: Other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5152"/>
            <a:ext cx="10515600" cy="5193761"/>
          </a:xfrm>
        </p:spPr>
        <p:txBody>
          <a:bodyPr>
            <a:normAutofit/>
          </a:bodyPr>
          <a:lstStyle/>
          <a:p>
            <a:r>
              <a:rPr lang="en-US" dirty="0"/>
              <a:t>When using </a:t>
            </a:r>
            <a:r>
              <a:rPr lang="en-US" dirty="0">
                <a:solidFill>
                  <a:srgbClr val="C00000"/>
                </a:solidFill>
              </a:rPr>
              <a:t>vector</a:t>
            </a:r>
            <a:r>
              <a:rPr lang="en-US" dirty="0"/>
              <a:t> it is </a:t>
            </a:r>
            <a:r>
              <a:rPr lang="en-US" u="sng" dirty="0"/>
              <a:t>faster</a:t>
            </a:r>
            <a:r>
              <a:rPr lang="en-US" dirty="0"/>
              <a:t> to:</a:t>
            </a:r>
          </a:p>
          <a:p>
            <a:pPr lvl="1"/>
            <a:r>
              <a:rPr lang="en-US" dirty="0"/>
              <a:t>Initialize </a:t>
            </a:r>
            <a:r>
              <a:rPr lang="en-US" dirty="0">
                <a:solidFill>
                  <a:srgbClr val="C00000"/>
                </a:solidFill>
              </a:rPr>
              <a:t>array size </a:t>
            </a:r>
            <a:r>
              <a:rPr lang="en-US" dirty="0"/>
              <a:t>on creation to avoid resizing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C00000"/>
                </a:solidFill>
              </a:rPr>
              <a:t>indexing (</a:t>
            </a:r>
            <a:r>
              <a:rPr lang="en-US" dirty="0" err="1">
                <a:solidFill>
                  <a:srgbClr val="C00000"/>
                </a:solidFill>
              </a:rPr>
              <a:t>arr</a:t>
            </a:r>
            <a:r>
              <a:rPr lang="en-US" dirty="0">
                <a:solidFill>
                  <a:srgbClr val="C00000"/>
                </a:solidFill>
              </a:rPr>
              <a:t>[</a:t>
            </a:r>
            <a:r>
              <a:rPr lang="en-US" dirty="0" err="1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]) </a:t>
            </a:r>
            <a:r>
              <a:rPr lang="en-US" dirty="0"/>
              <a:t>instead </a:t>
            </a:r>
            <a:r>
              <a:rPr lang="en-US" dirty="0" err="1">
                <a:solidFill>
                  <a:srgbClr val="C00000"/>
                </a:solidFill>
              </a:rPr>
              <a:t>push_back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insert</a:t>
            </a:r>
            <a:r>
              <a:rPr lang="en-US" dirty="0"/>
              <a:t> functions</a:t>
            </a:r>
          </a:p>
          <a:p>
            <a:r>
              <a:rPr lang="en-US" dirty="0"/>
              <a:t>When </a:t>
            </a:r>
            <a:r>
              <a:rPr lang="en-US" dirty="0">
                <a:solidFill>
                  <a:srgbClr val="C00000"/>
                </a:solidFill>
              </a:rPr>
              <a:t>passing vectors, maps, sets, strings, or any container </a:t>
            </a:r>
            <a:r>
              <a:rPr lang="en-US" dirty="0"/>
              <a:t>to a function, it is faster to pass them by </a:t>
            </a:r>
            <a:r>
              <a:rPr lang="en-US" dirty="0">
                <a:solidFill>
                  <a:srgbClr val="C00000"/>
                </a:solidFill>
              </a:rPr>
              <a:t>reference or constant by reference</a:t>
            </a:r>
            <a:r>
              <a:rPr lang="en-US" dirty="0"/>
              <a:t>. This </a:t>
            </a:r>
            <a:r>
              <a:rPr lang="en-US" dirty="0">
                <a:solidFill>
                  <a:srgbClr val="0070C0"/>
                </a:solidFill>
              </a:rPr>
              <a:t>avoids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copying of a large vector </a:t>
            </a:r>
            <a:r>
              <a:rPr lang="en-US" dirty="0"/>
              <a:t>with each call and can solve a lot </a:t>
            </a:r>
            <a:r>
              <a:rPr lang="en-US" dirty="0">
                <a:solidFill>
                  <a:srgbClr val="C00000"/>
                </a:solidFill>
              </a:rPr>
              <a:t>of timeout issues</a:t>
            </a:r>
            <a:r>
              <a:rPr lang="en-US" dirty="0"/>
              <a:t>.</a:t>
            </a:r>
          </a:p>
          <a:p>
            <a:r>
              <a:rPr lang="en-US" dirty="0"/>
              <a:t>When you face a </a:t>
            </a:r>
            <a:r>
              <a:rPr lang="en-US" dirty="0">
                <a:solidFill>
                  <a:srgbClr val="C00000"/>
                </a:solidFill>
              </a:rPr>
              <a:t>segmentation fault </a:t>
            </a:r>
            <a:r>
              <a:rPr lang="en-US" dirty="0"/>
              <a:t>use a </a:t>
            </a:r>
            <a:r>
              <a:rPr lang="en-US" dirty="0">
                <a:solidFill>
                  <a:srgbClr val="C00000"/>
                </a:solidFill>
              </a:rPr>
              <a:t>debugger</a:t>
            </a:r>
            <a:r>
              <a:rPr lang="en-US" dirty="0"/>
              <a:t> to identify where and why it is occurring.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0A032-F596-4111-A06E-D214EBA3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28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277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C++ Review</a:t>
            </a:r>
          </a:p>
          <a:p>
            <a:r>
              <a:rPr lang="en-US" dirty="0"/>
              <a:t>Common Mistakes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Introduction to Problem Solving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Testing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Brute Force Algorithm and Recursion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8BD42-C84B-4410-93F4-3F9936C9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281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Mistakes: Integer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925" y="3487372"/>
            <a:ext cx="2309446" cy="258811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a = 50000;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b = 50000;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a * b;</a:t>
            </a:r>
          </a:p>
          <a:p>
            <a:pPr marL="0" indent="0">
              <a:buNone/>
            </a:pPr>
            <a:r>
              <a:rPr lang="en-US" dirty="0"/>
              <a:t>-1794967296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408485" y="3487372"/>
            <a:ext cx="3012831" cy="2588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a = 50000;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b = 50000;</a:t>
            </a:r>
          </a:p>
          <a:p>
            <a:pPr marL="0" indent="0">
              <a:buNone/>
            </a:pPr>
            <a:r>
              <a:rPr lang="en-US" dirty="0"/>
              <a:t>long </a:t>
            </a:r>
            <a:r>
              <a:rPr lang="en-US" dirty="0" err="1"/>
              <a:t>long</a:t>
            </a:r>
            <a:r>
              <a:rPr lang="en-US" dirty="0"/>
              <a:t> c = a * b;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c;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-1794967296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70430" y="3487372"/>
            <a:ext cx="4683370" cy="2588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a = 50000;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b = 50000;</a:t>
            </a:r>
          </a:p>
          <a:p>
            <a:pPr marL="0" indent="0">
              <a:buNone/>
            </a:pPr>
            <a:r>
              <a:rPr lang="en-US" dirty="0"/>
              <a:t>long </a:t>
            </a:r>
            <a:r>
              <a:rPr lang="en-US" dirty="0" err="1"/>
              <a:t>long</a:t>
            </a:r>
            <a:r>
              <a:rPr lang="en-US" dirty="0"/>
              <a:t> c = (long long)a * b;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c;</a:t>
            </a:r>
          </a:p>
          <a:p>
            <a:pPr marL="0" indent="0">
              <a:buNone/>
            </a:pPr>
            <a:r>
              <a:rPr lang="en-US" dirty="0"/>
              <a:t>2500000000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731719"/>
            <a:ext cx="10515600" cy="12312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C00000"/>
                </a:solidFill>
              </a:rPr>
              <a:t>int</a:t>
            </a:r>
            <a:r>
              <a:rPr lang="en-US" dirty="0"/>
              <a:t> is 32 bits. Takes a value between -2147483648 and 2147483647 </a:t>
            </a:r>
          </a:p>
          <a:p>
            <a:r>
              <a:rPr lang="en-US" dirty="0">
                <a:solidFill>
                  <a:srgbClr val="C00000"/>
                </a:solidFill>
              </a:rPr>
              <a:t>long </a:t>
            </a:r>
            <a:r>
              <a:rPr lang="en-US" dirty="0" err="1">
                <a:solidFill>
                  <a:srgbClr val="C00000"/>
                </a:solidFill>
              </a:rPr>
              <a:t>long</a:t>
            </a:r>
            <a:r>
              <a:rPr lang="en-US" dirty="0"/>
              <a:t> is 64 bits. Takes a value between -(2^63) to (2^63)-1</a:t>
            </a:r>
          </a:p>
          <a:p>
            <a:r>
              <a:rPr lang="en-US" dirty="0">
                <a:solidFill>
                  <a:srgbClr val="7030A0"/>
                </a:solidFill>
              </a:rPr>
              <a:t>Tip: use long </a:t>
            </a:r>
            <a:r>
              <a:rPr lang="en-US" dirty="0" err="1">
                <a:solidFill>
                  <a:srgbClr val="7030A0"/>
                </a:solidFill>
              </a:rPr>
              <a:t>long</a:t>
            </a:r>
            <a:r>
              <a:rPr lang="en-US" dirty="0">
                <a:solidFill>
                  <a:srgbClr val="7030A0"/>
                </a:solidFill>
              </a:rPr>
              <a:t> if your numbers are more than 9 digits (10^9).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7F7CE-FF24-4FE4-9D59-32D80615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30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532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Mistakes: Exceeding Time Limit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925" y="3487372"/>
            <a:ext cx="4806596" cy="25881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Example: Assume algorithm 1 </a:t>
            </a:r>
            <a:br>
              <a:rPr lang="en-US" dirty="0"/>
            </a:br>
            <a:r>
              <a:rPr lang="en-US" dirty="0"/>
              <a:t>has </a:t>
            </a:r>
            <a:r>
              <a:rPr lang="en-US" dirty="0">
                <a:solidFill>
                  <a:srgbClr val="C00000"/>
                </a:solidFill>
              </a:rPr>
              <a:t>O(N^2) complexity</a:t>
            </a:r>
          </a:p>
          <a:p>
            <a:r>
              <a:rPr lang="en-US" dirty="0">
                <a:solidFill>
                  <a:srgbClr val="00B050"/>
                </a:solidFill>
              </a:rPr>
              <a:t>If max N is 10^3, </a:t>
            </a:r>
            <a:br>
              <a:rPr lang="en-US" dirty="0"/>
            </a:br>
            <a:r>
              <a:rPr lang="en-US" dirty="0"/>
              <a:t>then you can use algorithm 1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because 10^6 is within time bounds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731719"/>
            <a:ext cx="10687492" cy="15324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Modern computers are quite fast and can process up to </a:t>
            </a:r>
            <a:r>
              <a:rPr lang="en-US" i="1" dirty="0"/>
              <a:t>≈ </a:t>
            </a:r>
            <a:r>
              <a:rPr lang="en-US" dirty="0"/>
              <a:t>100</a:t>
            </a:r>
            <a:r>
              <a:rPr lang="en-US" i="1" dirty="0"/>
              <a:t>M </a:t>
            </a:r>
            <a:r>
              <a:rPr lang="en-US" dirty="0"/>
              <a:t>(or </a:t>
            </a:r>
            <a:r>
              <a:rPr lang="en-US" dirty="0">
                <a:solidFill>
                  <a:srgbClr val="C00000"/>
                </a:solidFill>
              </a:rPr>
              <a:t>10^8</a:t>
            </a:r>
            <a:r>
              <a:rPr lang="en-US" dirty="0"/>
              <a:t>) operations in a </a:t>
            </a:r>
            <a:r>
              <a:rPr lang="en-US" dirty="0">
                <a:solidFill>
                  <a:srgbClr val="C00000"/>
                </a:solidFill>
              </a:rPr>
              <a:t>few seconds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avoid exceeding 10^8 complexity to stay within time bounds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Tip: think for a faster algorithm if the algorithm complexity exceeds (10^8).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2979A2-F0DE-4243-A363-4AAA742B9A3F}"/>
              </a:ext>
            </a:extLst>
          </p:cNvPr>
          <p:cNvSpPr txBox="1">
            <a:spLocks/>
          </p:cNvSpPr>
          <p:nvPr/>
        </p:nvSpPr>
        <p:spPr>
          <a:xfrm>
            <a:off x="5656521" y="3487371"/>
            <a:ext cx="4806596" cy="25881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If max N is 10^5, </a:t>
            </a:r>
            <a:br>
              <a:rPr lang="en-US" dirty="0"/>
            </a:br>
            <a:r>
              <a:rPr lang="en-US" dirty="0"/>
              <a:t>then you need to think of a faster algorithms, </a:t>
            </a:r>
            <a:br>
              <a:rPr lang="en-US" dirty="0"/>
            </a:br>
            <a:r>
              <a:rPr lang="en-US" dirty="0"/>
              <a:t>for example: O(N) or O(N log N)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09BA7-A8E1-4797-9D82-651B9272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31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949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Mistakes: Undefined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Incorrect Indexing of an array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int</a:t>
            </a:r>
            <a:r>
              <a:rPr lang="en-US" dirty="0">
                <a:solidFill>
                  <a:srgbClr val="C00000"/>
                </a:solidFill>
              </a:rPr>
              <a:t> a[10];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a[-1] = 0; a[10] = 0;</a:t>
            </a:r>
          </a:p>
          <a:p>
            <a:r>
              <a:rPr lang="en-US" dirty="0"/>
              <a:t>Using local variable without assignment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int</a:t>
            </a:r>
            <a:r>
              <a:rPr lang="en-US" dirty="0">
                <a:solidFill>
                  <a:srgbClr val="C00000"/>
                </a:solidFill>
              </a:rPr>
              <a:t> a;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a++;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cout</a:t>
            </a:r>
            <a:r>
              <a:rPr lang="en-US" dirty="0">
                <a:solidFill>
                  <a:srgbClr val="C00000"/>
                </a:solidFill>
              </a:rPr>
              <a:t> &lt;&lt; a;</a:t>
            </a:r>
          </a:p>
          <a:p>
            <a:r>
              <a:rPr lang="en-US" dirty="0">
                <a:solidFill>
                  <a:srgbClr val="C00000"/>
                </a:solidFill>
              </a:rPr>
              <a:t>Non void </a:t>
            </a:r>
            <a:r>
              <a:rPr lang="en-US" dirty="0"/>
              <a:t>function </a:t>
            </a:r>
            <a:r>
              <a:rPr lang="en-US" dirty="0">
                <a:solidFill>
                  <a:srgbClr val="C00000"/>
                </a:solidFill>
              </a:rPr>
              <a:t>without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return</a:t>
            </a:r>
          </a:p>
          <a:p>
            <a:r>
              <a:rPr lang="en-US" dirty="0"/>
              <a:t>When using a </a:t>
            </a:r>
            <a:r>
              <a:rPr lang="en-US" dirty="0">
                <a:solidFill>
                  <a:srgbClr val="C00000"/>
                </a:solidFill>
              </a:rPr>
              <a:t>map</a:t>
            </a:r>
            <a:r>
              <a:rPr lang="en-US" dirty="0"/>
              <a:t> calling </a:t>
            </a:r>
            <a:r>
              <a:rPr lang="en-US" dirty="0" err="1">
                <a:solidFill>
                  <a:srgbClr val="C00000"/>
                </a:solidFill>
              </a:rPr>
              <a:t>mymap</a:t>
            </a:r>
            <a:r>
              <a:rPr lang="en-US" dirty="0">
                <a:solidFill>
                  <a:srgbClr val="C00000"/>
                </a:solidFill>
              </a:rPr>
              <a:t>[key]++ </a:t>
            </a:r>
            <a:r>
              <a:rPr lang="en-US" dirty="0"/>
              <a:t>when </a:t>
            </a:r>
            <a:r>
              <a:rPr lang="en-US" dirty="0">
                <a:solidFill>
                  <a:srgbClr val="C00000"/>
                </a:solidFill>
              </a:rPr>
              <a:t>key does not exist </a:t>
            </a:r>
            <a:r>
              <a:rPr lang="en-US" dirty="0"/>
              <a:t>in the map causes </a:t>
            </a:r>
            <a:r>
              <a:rPr lang="en-US" u="sng" dirty="0"/>
              <a:t>undefined behavior</a:t>
            </a:r>
            <a:r>
              <a:rPr lang="en-US" dirty="0"/>
              <a:t>.</a:t>
            </a:r>
          </a:p>
          <a:p>
            <a:r>
              <a:rPr lang="en-US" dirty="0"/>
              <a:t>A lot of </a:t>
            </a:r>
            <a:r>
              <a:rPr lang="en-US" dirty="0">
                <a:solidFill>
                  <a:srgbClr val="C00000"/>
                </a:solidFill>
              </a:rPr>
              <a:t>undefined behavior </a:t>
            </a:r>
            <a:r>
              <a:rPr lang="en-US" dirty="0"/>
              <a:t>can be captured by </a:t>
            </a:r>
            <a:r>
              <a:rPr lang="en-US" dirty="0">
                <a:solidFill>
                  <a:srgbClr val="C00000"/>
                </a:solidFill>
              </a:rPr>
              <a:t>warnings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C47F6-2868-47F4-B110-4B0A70CC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32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261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Mistakes: Unnecessary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</a:t>
            </a:r>
            <a:r>
              <a:rPr lang="en-US" dirty="0">
                <a:solidFill>
                  <a:srgbClr val="C00000"/>
                </a:solidFill>
              </a:rPr>
              <a:t>output format</a:t>
            </a:r>
            <a:r>
              <a:rPr lang="en-US" dirty="0"/>
              <a:t> should </a:t>
            </a:r>
            <a:r>
              <a:rPr lang="en-US" u="sng" dirty="0"/>
              <a:t>exactly match</a:t>
            </a:r>
            <a:r>
              <a:rPr lang="en-US" dirty="0"/>
              <a:t> the problem specification.</a:t>
            </a:r>
          </a:p>
          <a:p>
            <a:r>
              <a:rPr lang="en-US" dirty="0"/>
              <a:t>If the required output is one number you should only output one number.</a:t>
            </a:r>
          </a:p>
          <a:p>
            <a:r>
              <a:rPr lang="en-US" dirty="0"/>
              <a:t>If you need to input data use </a:t>
            </a:r>
            <a:r>
              <a:rPr lang="en-US" dirty="0" err="1"/>
              <a:t>cin</a:t>
            </a:r>
            <a:r>
              <a:rPr lang="en-US" dirty="0"/>
              <a:t> only. Do not output </a:t>
            </a:r>
            <a:r>
              <a:rPr lang="en-US" dirty="0">
                <a:solidFill>
                  <a:srgbClr val="C00000"/>
                </a:solidFill>
              </a:rPr>
              <a:t>“please input x”,</a:t>
            </a:r>
            <a:r>
              <a:rPr lang="en-US" dirty="0"/>
              <a:t> this will cause you to get a </a:t>
            </a:r>
            <a:r>
              <a:rPr lang="en-US" u="sng" dirty="0"/>
              <a:t>wrong answer</a:t>
            </a:r>
            <a:r>
              <a:rPr lang="en-US" dirty="0"/>
              <a:t> even if your answer is right.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F5C8D-3043-4E28-BB6D-DE205AA0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33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25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C++ Review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Common Mistakes</a:t>
            </a:r>
          </a:p>
          <a:p>
            <a:r>
              <a:rPr lang="en-US" dirty="0"/>
              <a:t>Introduction to Problem Solving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Testing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Brute Force Algorithm and Recursion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350BD-82BD-408A-9DEE-09149084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0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Precisely formulated problems</a:t>
            </a:r>
          </a:p>
          <a:p>
            <a:r>
              <a:rPr lang="en-US" dirty="0"/>
              <a:t>Specific input and output format</a:t>
            </a:r>
          </a:p>
          <a:p>
            <a:r>
              <a:rPr lang="en-US" dirty="0"/>
              <a:t>Constrained time and memory</a:t>
            </a:r>
          </a:p>
          <a:p>
            <a:r>
              <a:rPr lang="en-US" dirty="0"/>
              <a:t>Requires knowledge of a specific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A7D24-6911-485C-A07E-E689EA1E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35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759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steps</a:t>
            </a:r>
          </a:p>
          <a:p>
            <a:pPr lvl="1"/>
            <a:r>
              <a:rPr lang="en-US" dirty="0"/>
              <a:t>Read data in </a:t>
            </a:r>
            <a:r>
              <a:rPr lang="en-US" dirty="0">
                <a:solidFill>
                  <a:srgbClr val="00B050"/>
                </a:solidFill>
              </a:rPr>
              <a:t>the specified format</a:t>
            </a:r>
          </a:p>
          <a:p>
            <a:pPr lvl="1"/>
            <a:r>
              <a:rPr lang="en-US" dirty="0"/>
              <a:t>Run your chosen algorithm</a:t>
            </a:r>
          </a:p>
          <a:p>
            <a:pPr lvl="1"/>
            <a:r>
              <a:rPr lang="en-US" dirty="0"/>
              <a:t>Output data in </a:t>
            </a:r>
            <a:r>
              <a:rPr lang="en-US" dirty="0">
                <a:solidFill>
                  <a:srgbClr val="C00000"/>
                </a:solidFill>
              </a:rPr>
              <a:t>the specified format</a:t>
            </a:r>
          </a:p>
          <a:p>
            <a:r>
              <a:rPr lang="en-US" dirty="0"/>
              <a:t>Code is then run by the judge against </a:t>
            </a:r>
            <a:r>
              <a:rPr lang="en-US" dirty="0">
                <a:solidFill>
                  <a:srgbClr val="C00000"/>
                </a:solidFill>
              </a:rPr>
              <a:t>multiple test cases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B6132-0F59-4385-A724-3977185B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36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78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Judge Verdict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Compilation Error (CE)</a:t>
            </a:r>
          </a:p>
          <a:p>
            <a:r>
              <a:rPr lang="en-US" dirty="0"/>
              <a:t>Runtime Error (RTE)</a:t>
            </a:r>
          </a:p>
          <a:p>
            <a:r>
              <a:rPr lang="en-US" dirty="0"/>
              <a:t>Time Limit Exceeded (TLE)</a:t>
            </a:r>
          </a:p>
          <a:p>
            <a:r>
              <a:rPr lang="en-US" dirty="0"/>
              <a:t>Memory Limit Exceeded (MLE)</a:t>
            </a:r>
          </a:p>
          <a:p>
            <a:r>
              <a:rPr lang="en-US" dirty="0"/>
              <a:t>Wrong Answer (WA)</a:t>
            </a:r>
          </a:p>
          <a:p>
            <a:r>
              <a:rPr lang="en-US" dirty="0">
                <a:solidFill>
                  <a:srgbClr val="00B050"/>
                </a:solidFill>
              </a:rPr>
              <a:t>Accepted (AC)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0396C-BE9F-4575-8217-C9F8F03B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37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748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cases are strictly formatted as specified in the problem. </a:t>
            </a:r>
          </a:p>
          <a:p>
            <a:r>
              <a:rPr lang="en-US" dirty="0">
                <a:solidFill>
                  <a:srgbClr val="C00000"/>
                </a:solidFill>
              </a:rPr>
              <a:t>The range of each parameter</a:t>
            </a:r>
            <a:r>
              <a:rPr lang="en-US" dirty="0"/>
              <a:t> is specified in the problem.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No need </a:t>
            </a:r>
            <a:r>
              <a:rPr lang="en-US" dirty="0"/>
              <a:t>to make </a:t>
            </a:r>
            <a:r>
              <a:rPr lang="en-US" dirty="0">
                <a:solidFill>
                  <a:srgbClr val="C00000"/>
                </a:solidFill>
              </a:rPr>
              <a:t>validation</a:t>
            </a:r>
            <a:r>
              <a:rPr lang="en-US" dirty="0"/>
              <a:t> of the entered parameters that they are in range</a:t>
            </a:r>
          </a:p>
          <a:p>
            <a:r>
              <a:rPr lang="en-US" dirty="0">
                <a:solidFill>
                  <a:srgbClr val="C00000"/>
                </a:solidFill>
              </a:rPr>
              <a:t>Do not make any assumptions </a:t>
            </a:r>
            <a:r>
              <a:rPr lang="en-US" dirty="0"/>
              <a:t>that are not given in the problem.</a:t>
            </a:r>
          </a:p>
          <a:p>
            <a:pPr lvl="1"/>
            <a:r>
              <a:rPr lang="en-US" dirty="0"/>
              <a:t>For example, if the input array of a test case is: </a:t>
            </a:r>
            <a:r>
              <a:rPr lang="en-US" dirty="0">
                <a:solidFill>
                  <a:srgbClr val="0070C0"/>
                </a:solidFill>
              </a:rPr>
              <a:t>10  30  50  90</a:t>
            </a:r>
          </a:p>
          <a:p>
            <a:pPr lvl="1"/>
            <a:r>
              <a:rPr lang="en-US" u="sng" dirty="0">
                <a:solidFill>
                  <a:srgbClr val="C00000"/>
                </a:solidFill>
              </a:rPr>
              <a:t>Don’t</a:t>
            </a:r>
            <a:r>
              <a:rPr lang="en-US" dirty="0">
                <a:solidFill>
                  <a:srgbClr val="C00000"/>
                </a:solidFill>
              </a:rPr>
              <a:t> assume the array is entered sorted, unless this is stated explicitly in the problem description.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20CBB-CD57-4BE9-9051-15100685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38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714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23" y="136525"/>
            <a:ext cx="10515600" cy="1325563"/>
          </a:xfrm>
        </p:spPr>
        <p:txBody>
          <a:bodyPr/>
          <a:lstStyle/>
          <a:p>
            <a:r>
              <a:rPr lang="en-US" dirty="0"/>
              <a:t>Problem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9070"/>
            <a:ext cx="10515600" cy="48478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Find Maximum Number</a:t>
            </a:r>
          </a:p>
          <a:p>
            <a:pPr marL="0" indent="0">
              <a:buNone/>
            </a:pPr>
            <a:r>
              <a:rPr lang="en-US" sz="1800" dirty="0"/>
              <a:t>You are given a list of numbers. Find and print the </a:t>
            </a:r>
            <a:r>
              <a:rPr lang="en-US" sz="1800" dirty="0">
                <a:solidFill>
                  <a:srgbClr val="C00000"/>
                </a:solidFill>
              </a:rPr>
              <a:t>maximum</a:t>
            </a:r>
            <a:r>
              <a:rPr lang="en-US" sz="1800" dirty="0"/>
              <a:t> of these numbers.</a:t>
            </a:r>
          </a:p>
          <a:p>
            <a:pPr marL="0" indent="0">
              <a:buNone/>
            </a:pPr>
            <a:r>
              <a:rPr lang="en-US" sz="1800" b="1" dirty="0"/>
              <a:t>Input Format</a:t>
            </a:r>
          </a:p>
          <a:p>
            <a:pPr marL="0" indent="0">
              <a:buNone/>
            </a:pPr>
            <a:r>
              <a:rPr lang="en-US" sz="1800" dirty="0"/>
              <a:t>One line containing N which is the length of the list</a:t>
            </a:r>
          </a:p>
          <a:p>
            <a:pPr marL="0" indent="0">
              <a:buNone/>
            </a:pPr>
            <a:r>
              <a:rPr lang="en-US" sz="1800" dirty="0"/>
              <a:t>One line containing N numbers separated by spaces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</a:rPr>
              <a:t>N is between 1 and 10^8</a:t>
            </a:r>
            <a:r>
              <a:rPr lang="en-US" sz="1800" dirty="0"/>
              <a:t>. </a:t>
            </a:r>
            <a:r>
              <a:rPr lang="en-US" sz="1800" dirty="0">
                <a:solidFill>
                  <a:srgbClr val="C00000"/>
                </a:solidFill>
              </a:rPr>
              <a:t>Each number is between -10000 and 10000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b="1" dirty="0"/>
              <a:t>Output Format</a:t>
            </a:r>
          </a:p>
          <a:p>
            <a:pPr marL="0" indent="0">
              <a:buNone/>
            </a:pPr>
            <a:r>
              <a:rPr lang="en-US" sz="1800" dirty="0"/>
              <a:t>One line containing the maximum number</a:t>
            </a:r>
          </a:p>
          <a:p>
            <a:pPr marL="0" indent="0">
              <a:buNone/>
            </a:pPr>
            <a:r>
              <a:rPr lang="en-US" sz="1800" b="1" dirty="0"/>
              <a:t>Input Sample</a:t>
            </a:r>
          </a:p>
          <a:p>
            <a:pPr marL="0" indent="0">
              <a:buNone/>
            </a:pPr>
            <a:r>
              <a:rPr lang="en-US" sz="1800" dirty="0"/>
              <a:t>5</a:t>
            </a:r>
          </a:p>
          <a:p>
            <a:pPr marL="0" indent="0">
              <a:buNone/>
            </a:pPr>
            <a:r>
              <a:rPr lang="en-US" sz="1800" dirty="0"/>
              <a:t>200 250 3000 -1 230</a:t>
            </a:r>
          </a:p>
          <a:p>
            <a:pPr marL="0" lvl="0" indent="0">
              <a:buNone/>
            </a:pPr>
            <a:r>
              <a:rPr lang="en-US" sz="1800" b="1" dirty="0"/>
              <a:t>Output Sample</a:t>
            </a:r>
          </a:p>
          <a:p>
            <a:pPr marL="0" indent="0">
              <a:buNone/>
            </a:pPr>
            <a:r>
              <a:rPr lang="en-US" sz="1800" dirty="0"/>
              <a:t>3000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5D8F8-D83F-4557-94CC-75354270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7810A-34FF-4AC4-9B78-03ED6F8E6783}"/>
              </a:ext>
            </a:extLst>
          </p:cNvPr>
          <p:cNvSpPr txBox="1"/>
          <p:nvPr/>
        </p:nvSpPr>
        <p:spPr>
          <a:xfrm>
            <a:off x="3963066" y="4778535"/>
            <a:ext cx="7420621" cy="101566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Note: 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No need to check if the N and the numbers are in the specified range.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It is guaranteed to be entered that way.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05037D-2F6D-4CF0-9DBF-BFF7EE38A7D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326912" y="3636335"/>
            <a:ext cx="2346465" cy="11422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49796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C++ Review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Common Mistakes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Introduction to Problem Solving</a:t>
            </a:r>
          </a:p>
          <a:p>
            <a:r>
              <a:rPr lang="en-US" dirty="0"/>
              <a:t>Testing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Brute Force Algorithm and Recursion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01958-E5C9-4833-B80E-2AB66F14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909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Testing: Why test your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Test correctness.</a:t>
            </a:r>
          </a:p>
          <a:p>
            <a:pPr lvl="1"/>
            <a:r>
              <a:rPr lang="en-US" dirty="0"/>
              <a:t>Make sure your code outputs the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correct answer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Test reliability.</a:t>
            </a:r>
          </a:p>
          <a:p>
            <a:pPr lvl="1"/>
            <a:r>
              <a:rPr lang="en-US" dirty="0"/>
              <a:t>Make sure your code does </a:t>
            </a:r>
            <a:r>
              <a:rPr lang="en-US" dirty="0">
                <a:solidFill>
                  <a:srgbClr val="0070C0"/>
                </a:solidFill>
              </a:rPr>
              <a:t>not crash</a:t>
            </a:r>
            <a:r>
              <a:rPr lang="en-US" dirty="0"/>
              <a:t> in some test cases.</a:t>
            </a:r>
          </a:p>
          <a:p>
            <a:r>
              <a:rPr lang="en-US" dirty="0">
                <a:solidFill>
                  <a:srgbClr val="C00000"/>
                </a:solidFill>
              </a:rPr>
              <a:t>Test limits.</a:t>
            </a:r>
          </a:p>
          <a:p>
            <a:pPr lvl="1"/>
            <a:r>
              <a:rPr lang="en-US" dirty="0"/>
              <a:t>Get an indication whether or not your test will pass </a:t>
            </a:r>
            <a:r>
              <a:rPr lang="en-US" dirty="0">
                <a:solidFill>
                  <a:srgbClr val="0070C0"/>
                </a:solidFill>
              </a:rPr>
              <a:t>time and memory limits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ABEA8-9795-428D-AF15-982C64F5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41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366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791" y="256991"/>
            <a:ext cx="10515600" cy="1325563"/>
          </a:xfrm>
        </p:spPr>
        <p:txBody>
          <a:bodyPr/>
          <a:lstStyle/>
          <a:p>
            <a:r>
              <a:rPr lang="en-US" dirty="0"/>
              <a:t>Testing: Tests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791" y="1582554"/>
            <a:ext cx="11270511" cy="4910321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C00000"/>
                </a:solidFill>
              </a:rPr>
              <a:t>Samples tests</a:t>
            </a:r>
          </a:p>
          <a:p>
            <a:pPr lvl="1"/>
            <a:r>
              <a:rPr lang="en-US" dirty="0"/>
              <a:t>Sample tests are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the tests given in the problem</a:t>
            </a:r>
            <a:r>
              <a:rPr lang="en-US" dirty="0"/>
              <a:t>. Make sure that your code passes them.</a:t>
            </a:r>
          </a:p>
          <a:p>
            <a:r>
              <a:rPr lang="en-US" dirty="0">
                <a:solidFill>
                  <a:srgbClr val="C00000"/>
                </a:solidFill>
              </a:rPr>
              <a:t>Minimal test</a:t>
            </a:r>
          </a:p>
          <a:p>
            <a:pPr lvl="1"/>
            <a:r>
              <a:rPr lang="en-US" dirty="0"/>
              <a:t>Test the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minimal case of the input</a:t>
            </a:r>
            <a:r>
              <a:rPr lang="en-US" dirty="0"/>
              <a:t>. If the input is a list with size N and N varies between 1 and 10^6, the minimal test case will be one number only with the minimum value possible.</a:t>
            </a:r>
          </a:p>
          <a:p>
            <a:r>
              <a:rPr lang="en-US" dirty="0">
                <a:solidFill>
                  <a:srgbClr val="C00000"/>
                </a:solidFill>
              </a:rPr>
              <a:t>Maximal test</a:t>
            </a:r>
          </a:p>
          <a:p>
            <a:pPr lvl="1"/>
            <a:r>
              <a:rPr lang="en-US" dirty="0"/>
              <a:t>It is the opposite of minimal test. Test your code against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the maximum </a:t>
            </a:r>
            <a:r>
              <a:rPr lang="en-US" dirty="0"/>
              <a:t>size input. You will need to generate the test case using another code.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Here we do not test for correctness we test for limits and reliability.</a:t>
            </a:r>
          </a:p>
          <a:p>
            <a:r>
              <a:rPr lang="en-US" dirty="0">
                <a:solidFill>
                  <a:srgbClr val="C00000"/>
                </a:solidFill>
              </a:rPr>
              <a:t>Custom tests</a:t>
            </a:r>
          </a:p>
          <a:p>
            <a:pPr lvl="1"/>
            <a:r>
              <a:rPr lang="en-US" dirty="0"/>
              <a:t>Manually create tests that covers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different scenarios and corner cases </a:t>
            </a:r>
            <a:r>
              <a:rPr lang="en-US" dirty="0"/>
              <a:t>of the problem and </a:t>
            </a:r>
            <a:r>
              <a:rPr lang="en-US" dirty="0">
                <a:solidFill>
                  <a:srgbClr val="7030A0"/>
                </a:solidFill>
              </a:rPr>
              <a:t>verify correctness </a:t>
            </a:r>
            <a:r>
              <a:rPr lang="en-US" dirty="0"/>
              <a:t>by either solving by hand or by a simple brute-force code.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EDF67-1E73-47C8-BBD0-55D19B3F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42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24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591" y="365125"/>
            <a:ext cx="10515600" cy="1325563"/>
          </a:xfrm>
        </p:spPr>
        <p:txBody>
          <a:bodyPr/>
          <a:lstStyle/>
          <a:p>
            <a:r>
              <a:rPr lang="en-US" dirty="0"/>
              <a:t>Testing: Stress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346" y="1690688"/>
            <a:ext cx="10953307" cy="464502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Stress testing </a:t>
            </a:r>
            <a:r>
              <a:rPr lang="en-US" dirty="0"/>
              <a:t>is done automatically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by running your code against multiple random tests</a:t>
            </a:r>
            <a:r>
              <a:rPr lang="en-US" dirty="0"/>
              <a:t>.</a:t>
            </a:r>
          </a:p>
          <a:p>
            <a:r>
              <a:rPr lang="en-US" dirty="0"/>
              <a:t>Stress testing loop consists of:</a:t>
            </a:r>
          </a:p>
          <a:p>
            <a:pPr lvl="1"/>
            <a:r>
              <a:rPr lang="en-US" dirty="0"/>
              <a:t>Generate a </a:t>
            </a:r>
            <a:r>
              <a:rPr lang="en-US" dirty="0">
                <a:solidFill>
                  <a:srgbClr val="C00000"/>
                </a:solidFill>
              </a:rPr>
              <a:t>random input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Run</a:t>
            </a:r>
            <a:r>
              <a:rPr lang="en-US" dirty="0"/>
              <a:t> your solution</a:t>
            </a:r>
          </a:p>
          <a:p>
            <a:pPr lvl="1"/>
            <a:r>
              <a:rPr lang="en-US" dirty="0"/>
              <a:t>Check if the output is correct</a:t>
            </a:r>
          </a:p>
          <a:p>
            <a:pPr lvl="1"/>
            <a:r>
              <a:rPr lang="en-US" dirty="0"/>
              <a:t>If the output is </a:t>
            </a:r>
            <a:r>
              <a:rPr lang="en-US" dirty="0">
                <a:solidFill>
                  <a:srgbClr val="C00000"/>
                </a:solidFill>
              </a:rPr>
              <a:t>wrong</a:t>
            </a:r>
            <a:r>
              <a:rPr lang="en-US" dirty="0"/>
              <a:t> or there is a </a:t>
            </a:r>
            <a:r>
              <a:rPr lang="en-US" dirty="0">
                <a:solidFill>
                  <a:srgbClr val="C00000"/>
                </a:solidFill>
              </a:rPr>
              <a:t>crash</a:t>
            </a:r>
            <a:r>
              <a:rPr lang="en-US" dirty="0"/>
              <a:t>, output the test case and stop</a:t>
            </a:r>
          </a:p>
          <a:p>
            <a:r>
              <a:rPr lang="en-US" dirty="0"/>
              <a:t>To check </a:t>
            </a:r>
            <a:r>
              <a:rPr lang="en-US" dirty="0">
                <a:solidFill>
                  <a:srgbClr val="C00000"/>
                </a:solidFill>
              </a:rPr>
              <a:t>correctness</a:t>
            </a:r>
            <a:r>
              <a:rPr lang="en-US" dirty="0"/>
              <a:t> of the output, you can use a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simple brute force solution </a:t>
            </a:r>
            <a:r>
              <a:rPr lang="en-US" dirty="0"/>
              <a:t>to compare the results. However, this means the test cases have to be </a:t>
            </a:r>
            <a:r>
              <a:rPr lang="en-US" u="sng" dirty="0"/>
              <a:t>small</a:t>
            </a:r>
            <a:r>
              <a:rPr lang="en-US" dirty="0"/>
              <a:t>.</a:t>
            </a:r>
          </a:p>
          <a:p>
            <a:r>
              <a:rPr lang="en-US" dirty="0"/>
              <a:t>If you are only interested in finding </a:t>
            </a:r>
            <a:r>
              <a:rPr lang="en-US" dirty="0">
                <a:solidFill>
                  <a:srgbClr val="C00000"/>
                </a:solidFill>
              </a:rPr>
              <a:t>crashes</a:t>
            </a:r>
            <a:r>
              <a:rPr lang="en-US" dirty="0"/>
              <a:t>,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no need to check for correctness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C8C07-3203-49D6-B551-949FB692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43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296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C++ Review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Common Mistakes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Introduction to Problem Solving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Testing</a:t>
            </a:r>
          </a:p>
          <a:p>
            <a:r>
              <a:rPr lang="en-US" dirty="0"/>
              <a:t>Brute Force Algorithm and Recursion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2E36C-477C-4D5C-AB59-FA3853E1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072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1B29-F8B9-488B-A518-10D17AEA9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CE14E-DD62-492A-A3B3-53B09B2D3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191"/>
            <a:ext cx="10515600" cy="4677772"/>
          </a:xfrm>
        </p:spPr>
        <p:txBody>
          <a:bodyPr>
            <a:normAutofit/>
          </a:bodyPr>
          <a:lstStyle/>
          <a:p>
            <a:r>
              <a:rPr lang="en-US" dirty="0"/>
              <a:t>A recursive function is a function that makes one or more </a:t>
            </a:r>
            <a:r>
              <a:rPr lang="en-US" u="sng" dirty="0"/>
              <a:t>recursive calls </a:t>
            </a:r>
            <a:r>
              <a:rPr lang="en-US" dirty="0"/>
              <a:t>to itself. </a:t>
            </a:r>
            <a:r>
              <a:rPr lang="en-US" dirty="0">
                <a:sym typeface="Wingdings" panose="05000000000000000000" pitchFamily="2" charset="2"/>
              </a:rPr>
              <a:t> this is called the </a:t>
            </a:r>
            <a:r>
              <a:rPr lang="en-US" u="sng" dirty="0">
                <a:solidFill>
                  <a:srgbClr val="C00000"/>
                </a:solidFill>
                <a:sym typeface="Wingdings" panose="05000000000000000000" pitchFamily="2" charset="2"/>
              </a:rPr>
              <a:t>general case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US" dirty="0"/>
          </a:p>
          <a:p>
            <a:r>
              <a:rPr lang="en-US" dirty="0"/>
              <a:t>It should have a </a:t>
            </a:r>
            <a:r>
              <a:rPr lang="en-US" u="sng" dirty="0">
                <a:solidFill>
                  <a:srgbClr val="C00000"/>
                </a:solidFill>
              </a:rPr>
              <a:t>base case </a:t>
            </a:r>
            <a:r>
              <a:rPr lang="en-US" dirty="0">
                <a:solidFill>
                  <a:srgbClr val="C00000"/>
                </a:solidFill>
              </a:rPr>
              <a:t>(exit condition) </a:t>
            </a:r>
            <a:r>
              <a:rPr lang="en-US" dirty="0"/>
              <a:t>otherwise it will recurse forever.</a:t>
            </a:r>
          </a:p>
          <a:p>
            <a:r>
              <a:rPr lang="en-US" dirty="0"/>
              <a:t>A good way to track/design your recursive function is drawing a </a:t>
            </a:r>
            <a:r>
              <a:rPr lang="en-US" dirty="0">
                <a:solidFill>
                  <a:srgbClr val="00B050"/>
                </a:solidFill>
              </a:rPr>
              <a:t>recursion tree </a:t>
            </a:r>
            <a:r>
              <a:rPr lang="en-US" dirty="0"/>
              <a:t>and tracing its </a:t>
            </a:r>
            <a:r>
              <a:rPr lang="en-US" dirty="0">
                <a:solidFill>
                  <a:srgbClr val="C00000"/>
                </a:solidFill>
              </a:rPr>
              <a:t>base case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number of function calls</a:t>
            </a:r>
            <a:r>
              <a:rPr lang="en-US" dirty="0"/>
              <a:t>. </a:t>
            </a:r>
          </a:p>
          <a:p>
            <a:r>
              <a:rPr lang="en-US" dirty="0"/>
              <a:t>You should also exercise writing recursive relations.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B0912-C00B-47BF-995E-4DBA3C854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3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9AC9-FDFC-4CD1-9189-1FB46140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25632-32D7-4ECB-848C-6AB004528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wish to calculate Fibonacci number F(N) using recursion. </a:t>
            </a:r>
          </a:p>
          <a:p>
            <a:r>
              <a:rPr lang="en-US" dirty="0"/>
              <a:t>F(0) = 0, F(1) = 1, and F(N) = F(N-1) + F(N-2)</a:t>
            </a:r>
          </a:p>
          <a:p>
            <a:r>
              <a:rPr lang="en-US" dirty="0"/>
              <a:t>Let's look at an example </a:t>
            </a:r>
            <a:r>
              <a:rPr lang="en-US" dirty="0">
                <a:solidFill>
                  <a:srgbClr val="C00000"/>
                </a:solidFill>
              </a:rPr>
              <a:t>recursive tree</a:t>
            </a:r>
            <a:r>
              <a:rPr lang="en-US" dirty="0"/>
              <a:t> of F(4)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B7A47-0FED-4AAF-820D-A12DCF72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5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9AC9-FDFC-4CD1-9189-1FB461406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531"/>
            <a:ext cx="10515600" cy="1325563"/>
          </a:xfrm>
        </p:spPr>
        <p:txBody>
          <a:bodyPr/>
          <a:lstStyle/>
          <a:p>
            <a:r>
              <a:rPr lang="en-US" dirty="0"/>
              <a:t>Recursion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4C3690-D37F-4D6F-B13E-5EA9EC4C46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584275"/>
              </p:ext>
            </p:extLst>
          </p:nvPr>
        </p:nvGraphicFramePr>
        <p:xfrm>
          <a:off x="1862476" y="1563095"/>
          <a:ext cx="10515600" cy="463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EB8A09-670D-4ED6-9356-6F83B4FF8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47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CD7047-910C-4BA7-939D-C7A06A2644F3}"/>
              </a:ext>
            </a:extLst>
          </p:cNvPr>
          <p:cNvCxnSpPr/>
          <p:nvPr/>
        </p:nvCxnSpPr>
        <p:spPr>
          <a:xfrm>
            <a:off x="1752595" y="6070080"/>
            <a:ext cx="1192619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B3F498-2560-45CB-8454-8AABFD3BDA13}"/>
              </a:ext>
            </a:extLst>
          </p:cNvPr>
          <p:cNvCxnSpPr/>
          <p:nvPr/>
        </p:nvCxnSpPr>
        <p:spPr>
          <a:xfrm>
            <a:off x="4031518" y="6056457"/>
            <a:ext cx="1192619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BAFE0A-B33E-4F73-8F99-FFB74825FB6C}"/>
              </a:ext>
            </a:extLst>
          </p:cNvPr>
          <p:cNvCxnSpPr/>
          <p:nvPr/>
        </p:nvCxnSpPr>
        <p:spPr>
          <a:xfrm>
            <a:off x="5321601" y="4940039"/>
            <a:ext cx="1192619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9D7A95-6752-499B-85AF-23A75DE3EC2E}"/>
              </a:ext>
            </a:extLst>
          </p:cNvPr>
          <p:cNvCxnSpPr/>
          <p:nvPr/>
        </p:nvCxnSpPr>
        <p:spPr>
          <a:xfrm>
            <a:off x="7643043" y="4940039"/>
            <a:ext cx="1192619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835905-DF7D-4A2C-81D8-85206DF68A74}"/>
              </a:ext>
            </a:extLst>
          </p:cNvPr>
          <p:cNvCxnSpPr/>
          <p:nvPr/>
        </p:nvCxnSpPr>
        <p:spPr>
          <a:xfrm>
            <a:off x="10049545" y="4940039"/>
            <a:ext cx="1192619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9B366D8-E7ED-41F0-871B-31BC00F95ACF}"/>
              </a:ext>
            </a:extLst>
          </p:cNvPr>
          <p:cNvSpPr txBox="1"/>
          <p:nvPr/>
        </p:nvSpPr>
        <p:spPr>
          <a:xfrm>
            <a:off x="301833" y="2134271"/>
            <a:ext cx="1935145" cy="40011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1- The Base Case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10F2ACC-A024-435D-8C32-6442F3B9146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69988" y="2216887"/>
            <a:ext cx="2313024" cy="653903"/>
          </a:xfrm>
          <a:prstGeom prst="bentConnector3">
            <a:avLst>
              <a:gd name="adj1" fmla="val 100105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7207249-4252-4679-B405-C305BBA7CA0F}"/>
              </a:ext>
            </a:extLst>
          </p:cNvPr>
          <p:cNvCxnSpPr>
            <a:cxnSpLocks/>
          </p:cNvCxnSpPr>
          <p:nvPr/>
        </p:nvCxnSpPr>
        <p:spPr>
          <a:xfrm>
            <a:off x="7963792" y="2216887"/>
            <a:ext cx="1754372" cy="653904"/>
          </a:xfrm>
          <a:prstGeom prst="bentConnector3">
            <a:avLst>
              <a:gd name="adj1" fmla="val 99697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1D74BA6-DC61-4E53-B03E-9E8CE3069083}"/>
              </a:ext>
            </a:extLst>
          </p:cNvPr>
          <p:cNvSpPr txBox="1"/>
          <p:nvPr/>
        </p:nvSpPr>
        <p:spPr>
          <a:xfrm>
            <a:off x="239367" y="2905502"/>
            <a:ext cx="3582904" cy="40011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2- The number of Recursive Calls</a:t>
            </a:r>
          </a:p>
        </p:txBody>
      </p:sp>
    </p:spTree>
    <p:extLst>
      <p:ext uri="{BB962C8B-B14F-4D97-AF65-F5344CB8AC3E}">
        <p14:creationId xmlns:p14="http://schemas.microsoft.com/office/powerpoint/2010/main" val="107801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5134-D964-464D-B7C1-53B5169A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FAED4-379E-4BB8-9C3F-96B46670F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352"/>
            <a:ext cx="10515600" cy="480399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From the recursion tree</a:t>
            </a:r>
            <a:r>
              <a:rPr lang="en-US" dirty="0"/>
              <a:t>, we can know two types of information: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>
                <a:solidFill>
                  <a:srgbClr val="C00000"/>
                </a:solidFill>
              </a:rPr>
              <a:t>The base case: </a:t>
            </a:r>
            <a:r>
              <a:rPr lang="en-US" sz="2600" dirty="0">
                <a:solidFill>
                  <a:srgbClr val="002060"/>
                </a:solidFill>
              </a:rPr>
              <a:t>the last level in the tree, no more recursive calls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>
                <a:solidFill>
                  <a:srgbClr val="00B050"/>
                </a:solidFill>
              </a:rPr>
              <a:t>The number of recursive calls: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>
                <a:solidFill>
                  <a:srgbClr val="002060"/>
                </a:solidFill>
              </a:rPr>
              <a:t>the number of branches in each node</a:t>
            </a:r>
          </a:p>
          <a:p>
            <a:pPr marL="457200" lvl="1" indent="0">
              <a:buNone/>
            </a:pPr>
            <a:endParaRPr lang="en-US" sz="2600" dirty="0">
              <a:solidFill>
                <a:srgbClr val="002060"/>
              </a:solidFill>
            </a:endParaRPr>
          </a:p>
          <a:p>
            <a:r>
              <a:rPr lang="en-US" dirty="0"/>
              <a:t>In case of </a:t>
            </a:r>
            <a:r>
              <a:rPr lang="en-US" b="1" dirty="0"/>
              <a:t>Fibonacci</a:t>
            </a:r>
            <a:r>
              <a:rPr lang="en-US" dirty="0"/>
              <a:t>: 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The base case </a:t>
            </a:r>
            <a:r>
              <a:rPr lang="en-US" sz="2600" dirty="0"/>
              <a:t>is </a:t>
            </a:r>
            <a:r>
              <a:rPr lang="en-US" sz="2600" dirty="0">
                <a:solidFill>
                  <a:srgbClr val="002060"/>
                </a:solidFill>
              </a:rPr>
              <a:t>F(0) and F(1).</a:t>
            </a:r>
          </a:p>
          <a:p>
            <a:pPr lvl="1"/>
            <a:r>
              <a:rPr lang="en-US" sz="2600" dirty="0">
                <a:solidFill>
                  <a:srgbClr val="00B050"/>
                </a:solidFill>
              </a:rPr>
              <a:t>The number of recursive calls </a:t>
            </a:r>
            <a:r>
              <a:rPr lang="en-US" sz="2600" dirty="0"/>
              <a:t>at each node is </a:t>
            </a:r>
            <a:r>
              <a:rPr lang="en-US" sz="2600" dirty="0">
                <a:solidFill>
                  <a:srgbClr val="002060"/>
                </a:solidFill>
              </a:rPr>
              <a:t>2.</a:t>
            </a:r>
          </a:p>
          <a:p>
            <a:pPr lvl="1"/>
            <a:endParaRPr lang="en-US" sz="2600" dirty="0"/>
          </a:p>
          <a:p>
            <a:r>
              <a:rPr lang="en-US" dirty="0"/>
              <a:t>int F(int N){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	if(N == 0)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	return 0;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if(N == 1)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		return 1;</a:t>
            </a:r>
            <a:br>
              <a:rPr lang="en-US" dirty="0"/>
            </a:br>
            <a:r>
              <a:rPr lang="en-US" dirty="0"/>
              <a:t>	return </a:t>
            </a:r>
            <a:r>
              <a:rPr lang="en-US" dirty="0">
                <a:solidFill>
                  <a:srgbClr val="00B050"/>
                </a:solidFill>
              </a:rPr>
              <a:t>F(N-1) + F(N-2)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9EF38-E540-45F0-8F5C-FB1081FC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3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411D-EE9F-4CE3-B8B3-3B55D533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92" y="293001"/>
            <a:ext cx="10515600" cy="1325563"/>
          </a:xfrm>
        </p:spPr>
        <p:txBody>
          <a:bodyPr/>
          <a:lstStyle/>
          <a:p>
            <a:r>
              <a:rPr lang="en-US" dirty="0"/>
              <a:t>Recursion: </a:t>
            </a:r>
            <a:br>
              <a:rPr lang="en-US" dirty="0"/>
            </a:br>
            <a:r>
              <a:rPr lang="en-US" dirty="0"/>
              <a:t>Different ways to return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E3151-7CB9-444B-991F-AFC4EB595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242539" cy="4739374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Getting the summation of all elements in an array recursively.</a:t>
            </a:r>
          </a:p>
          <a:p>
            <a:r>
              <a:rPr lang="en-US" dirty="0"/>
              <a:t>Assume adding: </a:t>
            </a:r>
            <a:r>
              <a:rPr lang="en-US" dirty="0">
                <a:solidFill>
                  <a:srgbClr val="C00000"/>
                </a:solidFill>
              </a:rPr>
              <a:t>4 3 2 5</a:t>
            </a:r>
          </a:p>
          <a:p>
            <a:r>
              <a:rPr lang="en-US" dirty="0">
                <a:solidFill>
                  <a:srgbClr val="C00000"/>
                </a:solidFill>
              </a:rPr>
              <a:t>Summing on the way down and return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int</a:t>
            </a:r>
            <a:r>
              <a:rPr lang="en-US" dirty="0"/>
              <a:t> </a:t>
            </a:r>
            <a:r>
              <a:rPr lang="en-US" dirty="0" err="1"/>
              <a:t>arraySum</a:t>
            </a:r>
            <a:r>
              <a:rPr lang="en-US" dirty="0"/>
              <a:t>(vector&lt;int&gt; arr,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int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currSum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int i</a:t>
            </a:r>
            <a:r>
              <a:rPr lang="en-US" dirty="0"/>
              <a:t>){</a:t>
            </a:r>
            <a:br>
              <a:rPr lang="en-US" dirty="0"/>
            </a:br>
            <a:r>
              <a:rPr lang="en-US" dirty="0"/>
              <a:t>	if(i == </a:t>
            </a:r>
            <a:r>
              <a:rPr lang="en-US" dirty="0" err="1"/>
              <a:t>arr.size</a:t>
            </a:r>
            <a:r>
              <a:rPr lang="en-US" dirty="0"/>
              <a:t>())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err="1"/>
              <a:t>currSum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currSum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+= arr[i];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return</a:t>
            </a:r>
            <a:r>
              <a:rPr lang="en-US" dirty="0"/>
              <a:t> </a:t>
            </a:r>
            <a:r>
              <a:rPr lang="en-US" b="1" dirty="0" err="1"/>
              <a:t>arraySum</a:t>
            </a:r>
            <a:r>
              <a:rPr lang="en-US" b="1" dirty="0"/>
              <a:t>(</a:t>
            </a:r>
            <a:r>
              <a:rPr lang="en-US" dirty="0"/>
              <a:t>arr, </a:t>
            </a:r>
            <a:r>
              <a:rPr lang="en-US" dirty="0" err="1"/>
              <a:t>currSum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i+1</a:t>
            </a:r>
            <a:r>
              <a:rPr lang="en-US" b="1" dirty="0"/>
              <a:t>)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Call: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int result </a:t>
            </a:r>
            <a:r>
              <a:rPr lang="en-US" dirty="0"/>
              <a:t>= </a:t>
            </a:r>
            <a:r>
              <a:rPr lang="en-US" dirty="0" err="1"/>
              <a:t>arraySum</a:t>
            </a:r>
            <a:r>
              <a:rPr lang="en-US" dirty="0"/>
              <a:t>(</a:t>
            </a:r>
            <a:r>
              <a:rPr lang="en-US" dirty="0" err="1"/>
              <a:t>vec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0</a:t>
            </a:r>
            <a:r>
              <a:rPr lang="en-US" dirty="0"/>
              <a:t>); 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>
                <a:solidFill>
                  <a:srgbClr val="C00000"/>
                </a:solidFill>
              </a:rPr>
              <a:t>result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C303067-9269-44E0-AF15-5C20E6D81962}"/>
              </a:ext>
            </a:extLst>
          </p:cNvPr>
          <p:cNvSpPr/>
          <p:nvPr/>
        </p:nvSpPr>
        <p:spPr>
          <a:xfrm>
            <a:off x="9505507" y="2524314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i=0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24B158-ADEE-48FB-B0B7-E33DA4CB6EB3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 flipH="1">
            <a:off x="10196623" y="3034677"/>
            <a:ext cx="1" cy="4146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A9E17B-33FC-41E7-BE1F-57350ED61036}"/>
              </a:ext>
            </a:extLst>
          </p:cNvPr>
          <p:cNvCxnSpPr>
            <a:cxnSpLocks/>
            <a:stCxn id="24" idx="4"/>
            <a:endCxn id="27" idx="0"/>
          </p:cNvCxnSpPr>
          <p:nvPr/>
        </p:nvCxnSpPr>
        <p:spPr>
          <a:xfrm>
            <a:off x="10196623" y="3959710"/>
            <a:ext cx="1" cy="4433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E596B0D-2B46-430F-BB2C-FD433750F1AE}"/>
              </a:ext>
            </a:extLst>
          </p:cNvPr>
          <p:cNvCxnSpPr>
            <a:cxnSpLocks/>
            <a:stCxn id="27" idx="4"/>
            <a:endCxn id="28" idx="0"/>
          </p:cNvCxnSpPr>
          <p:nvPr/>
        </p:nvCxnSpPr>
        <p:spPr>
          <a:xfrm flipH="1">
            <a:off x="10196623" y="4913469"/>
            <a:ext cx="1" cy="4146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998A31C-D79B-4C6F-AD58-CC4FEBC7F156}"/>
              </a:ext>
            </a:extLst>
          </p:cNvPr>
          <p:cNvSpPr txBox="1"/>
          <p:nvPr/>
        </p:nvSpPr>
        <p:spPr>
          <a:xfrm>
            <a:off x="9603289" y="764085"/>
            <a:ext cx="1297150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4 3 2 5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DAE92A-96C5-4442-83DA-350CFE1C6B02}"/>
              </a:ext>
            </a:extLst>
          </p:cNvPr>
          <p:cNvSpPr/>
          <p:nvPr/>
        </p:nvSpPr>
        <p:spPr>
          <a:xfrm>
            <a:off x="9505506" y="3449347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147267A-8D16-4EEC-82A2-631812394BE8}"/>
              </a:ext>
            </a:extLst>
          </p:cNvPr>
          <p:cNvSpPr/>
          <p:nvPr/>
        </p:nvSpPr>
        <p:spPr>
          <a:xfrm>
            <a:off x="9505507" y="4403106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28BEB4-7CA8-4F8A-A2BD-24AB20CCA6F2}"/>
              </a:ext>
            </a:extLst>
          </p:cNvPr>
          <p:cNvSpPr/>
          <p:nvPr/>
        </p:nvSpPr>
        <p:spPr>
          <a:xfrm>
            <a:off x="9505506" y="5328139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E653057-1FAE-4567-AEFC-048892642994}"/>
              </a:ext>
            </a:extLst>
          </p:cNvPr>
          <p:cNvSpPr/>
          <p:nvPr/>
        </p:nvSpPr>
        <p:spPr>
          <a:xfrm>
            <a:off x="9505506" y="6176968"/>
            <a:ext cx="1382233" cy="51036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i=4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D5F9A12-10D5-49D2-9AF4-7753CE44EBEF}"/>
              </a:ext>
            </a:extLst>
          </p:cNvPr>
          <p:cNvCxnSpPr>
            <a:cxnSpLocks/>
            <a:stCxn id="28" idx="4"/>
            <a:endCxn id="33" idx="0"/>
          </p:cNvCxnSpPr>
          <p:nvPr/>
        </p:nvCxnSpPr>
        <p:spPr>
          <a:xfrm>
            <a:off x="10196623" y="5838502"/>
            <a:ext cx="0" cy="3384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2204C183-C188-4E4D-BD72-783C6B7F47BD}"/>
              </a:ext>
            </a:extLst>
          </p:cNvPr>
          <p:cNvCxnSpPr>
            <a:stCxn id="33" idx="6"/>
            <a:endCxn id="28" idx="6"/>
          </p:cNvCxnSpPr>
          <p:nvPr/>
        </p:nvCxnSpPr>
        <p:spPr>
          <a:xfrm flipV="1">
            <a:off x="10887739" y="5583321"/>
            <a:ext cx="12700" cy="848829"/>
          </a:xfrm>
          <a:prstGeom prst="curvedConnector3">
            <a:avLst>
              <a:gd name="adj1" fmla="val 18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CACDC3B5-331B-4897-9C84-7AC4D4737B6A}"/>
              </a:ext>
            </a:extLst>
          </p:cNvPr>
          <p:cNvCxnSpPr>
            <a:cxnSpLocks/>
            <a:stCxn id="28" idx="6"/>
            <a:endCxn id="27" idx="6"/>
          </p:cNvCxnSpPr>
          <p:nvPr/>
        </p:nvCxnSpPr>
        <p:spPr>
          <a:xfrm flipV="1">
            <a:off x="10887739" y="4658288"/>
            <a:ext cx="1" cy="925033"/>
          </a:xfrm>
          <a:prstGeom prst="curvedConnector3">
            <a:avLst>
              <a:gd name="adj1" fmla="val 228601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997FEBBE-9A2F-4EB6-AE03-98A028DD44E2}"/>
              </a:ext>
            </a:extLst>
          </p:cNvPr>
          <p:cNvCxnSpPr>
            <a:cxnSpLocks/>
            <a:stCxn id="27" idx="6"/>
            <a:endCxn id="24" idx="6"/>
          </p:cNvCxnSpPr>
          <p:nvPr/>
        </p:nvCxnSpPr>
        <p:spPr>
          <a:xfrm flipH="1" flipV="1">
            <a:off x="10887739" y="3704529"/>
            <a:ext cx="1" cy="953759"/>
          </a:xfrm>
          <a:prstGeom prst="curvedConnector3">
            <a:avLst>
              <a:gd name="adj1" fmla="val -228600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67F69D28-B1A5-4495-A7A4-00C682DDEA56}"/>
              </a:ext>
            </a:extLst>
          </p:cNvPr>
          <p:cNvCxnSpPr>
            <a:cxnSpLocks/>
            <a:stCxn id="24" idx="6"/>
            <a:endCxn id="4" idx="6"/>
          </p:cNvCxnSpPr>
          <p:nvPr/>
        </p:nvCxnSpPr>
        <p:spPr>
          <a:xfrm flipV="1">
            <a:off x="10887739" y="2779496"/>
            <a:ext cx="1" cy="925033"/>
          </a:xfrm>
          <a:prstGeom prst="curvedConnector3">
            <a:avLst>
              <a:gd name="adj1" fmla="val 228601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AFABDCE-6999-4495-8DF3-74A980ED16E0}"/>
              </a:ext>
            </a:extLst>
          </p:cNvPr>
          <p:cNvCxnSpPr>
            <a:cxnSpLocks/>
          </p:cNvCxnSpPr>
          <p:nvPr/>
        </p:nvCxnSpPr>
        <p:spPr>
          <a:xfrm flipH="1">
            <a:off x="9787586" y="175560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9F270A0-67E3-4CA8-9478-8337FD9FACFB}"/>
              </a:ext>
            </a:extLst>
          </p:cNvPr>
          <p:cNvCxnSpPr>
            <a:cxnSpLocks/>
          </p:cNvCxnSpPr>
          <p:nvPr/>
        </p:nvCxnSpPr>
        <p:spPr>
          <a:xfrm flipH="1">
            <a:off x="10099475" y="180868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B7FCC95-6540-4092-BC31-7B5E5CA5CF63}"/>
              </a:ext>
            </a:extLst>
          </p:cNvPr>
          <p:cNvCxnSpPr>
            <a:cxnSpLocks/>
          </p:cNvCxnSpPr>
          <p:nvPr/>
        </p:nvCxnSpPr>
        <p:spPr>
          <a:xfrm flipH="1">
            <a:off x="10411363" y="184703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84A9DE1-B80E-4037-9D31-66F13B62E5F7}"/>
              </a:ext>
            </a:extLst>
          </p:cNvPr>
          <p:cNvCxnSpPr>
            <a:cxnSpLocks/>
          </p:cNvCxnSpPr>
          <p:nvPr/>
        </p:nvCxnSpPr>
        <p:spPr>
          <a:xfrm flipH="1">
            <a:off x="10680710" y="187313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D716EA0-2FEC-426E-A87D-E141C4316EA2}"/>
              </a:ext>
            </a:extLst>
          </p:cNvPr>
          <p:cNvSpPr txBox="1"/>
          <p:nvPr/>
        </p:nvSpPr>
        <p:spPr>
          <a:xfrm>
            <a:off x="7711778" y="2088670"/>
            <a:ext cx="1775635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err="1"/>
              <a:t>currSum</a:t>
            </a:r>
            <a:r>
              <a:rPr lang="en-US" dirty="0"/>
              <a:t> = 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6125B4-67C8-460E-99E8-215A1211E760}"/>
              </a:ext>
            </a:extLst>
          </p:cNvPr>
          <p:cNvSpPr txBox="1"/>
          <p:nvPr/>
        </p:nvSpPr>
        <p:spPr>
          <a:xfrm>
            <a:off x="7711778" y="2986114"/>
            <a:ext cx="1715398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err="1"/>
              <a:t>currSum</a:t>
            </a:r>
            <a:r>
              <a:rPr lang="en-US" dirty="0"/>
              <a:t> = 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0B91BA-AD7E-44C0-9FE8-8B96504E8855}"/>
              </a:ext>
            </a:extLst>
          </p:cNvPr>
          <p:cNvSpPr txBox="1"/>
          <p:nvPr/>
        </p:nvSpPr>
        <p:spPr>
          <a:xfrm>
            <a:off x="7711778" y="3922335"/>
            <a:ext cx="1732760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err="1"/>
              <a:t>currSum</a:t>
            </a:r>
            <a:r>
              <a:rPr lang="en-US" dirty="0"/>
              <a:t> = 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C119E9-D1BD-43B0-9713-5DEEA5B47D2E}"/>
              </a:ext>
            </a:extLst>
          </p:cNvPr>
          <p:cNvSpPr txBox="1"/>
          <p:nvPr/>
        </p:nvSpPr>
        <p:spPr>
          <a:xfrm>
            <a:off x="7687335" y="4913469"/>
            <a:ext cx="1775635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err="1"/>
              <a:t>currSum</a:t>
            </a:r>
            <a:r>
              <a:rPr lang="en-US" dirty="0"/>
              <a:t> = 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C377C6-1983-40EB-A1F0-629ECEB76977}"/>
              </a:ext>
            </a:extLst>
          </p:cNvPr>
          <p:cNvSpPr txBox="1"/>
          <p:nvPr/>
        </p:nvSpPr>
        <p:spPr>
          <a:xfrm>
            <a:off x="7525674" y="5776901"/>
            <a:ext cx="1937757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err="1"/>
              <a:t>currSum</a:t>
            </a:r>
            <a:r>
              <a:rPr lang="en-US" dirty="0"/>
              <a:t> = 14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FDE179-E035-424E-80BB-D1DBDB8D6017}"/>
              </a:ext>
            </a:extLst>
          </p:cNvPr>
          <p:cNvSpPr txBox="1"/>
          <p:nvPr/>
        </p:nvSpPr>
        <p:spPr>
          <a:xfrm>
            <a:off x="11314254" y="5776902"/>
            <a:ext cx="495649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79B8C2-1607-43D4-9B7B-6360AFD20F94}"/>
              </a:ext>
            </a:extLst>
          </p:cNvPr>
          <p:cNvSpPr txBox="1"/>
          <p:nvPr/>
        </p:nvSpPr>
        <p:spPr>
          <a:xfrm>
            <a:off x="11308400" y="4913469"/>
            <a:ext cx="495649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8FCBA1-EC97-4471-909D-C483C081A420}"/>
              </a:ext>
            </a:extLst>
          </p:cNvPr>
          <p:cNvSpPr txBox="1"/>
          <p:nvPr/>
        </p:nvSpPr>
        <p:spPr>
          <a:xfrm>
            <a:off x="11308400" y="3919323"/>
            <a:ext cx="495649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56D7CF-D8F7-4EDB-B580-460D78BD4C97}"/>
              </a:ext>
            </a:extLst>
          </p:cNvPr>
          <p:cNvSpPr txBox="1"/>
          <p:nvPr/>
        </p:nvSpPr>
        <p:spPr>
          <a:xfrm>
            <a:off x="11295236" y="2982572"/>
            <a:ext cx="495649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B7B8EC-8175-4973-9E72-852BB97CCA74}"/>
              </a:ext>
            </a:extLst>
          </p:cNvPr>
          <p:cNvSpPr txBox="1"/>
          <p:nvPr/>
        </p:nvSpPr>
        <p:spPr>
          <a:xfrm>
            <a:off x="11295235" y="2095777"/>
            <a:ext cx="495649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14</a:t>
            </a:r>
          </a:p>
        </p:txBody>
      </p: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853DEF51-AE45-4B80-817A-7A7D2D74DD32}"/>
              </a:ext>
            </a:extLst>
          </p:cNvPr>
          <p:cNvCxnSpPr>
            <a:cxnSpLocks/>
          </p:cNvCxnSpPr>
          <p:nvPr/>
        </p:nvCxnSpPr>
        <p:spPr>
          <a:xfrm flipV="1">
            <a:off x="10894088" y="1853538"/>
            <a:ext cx="1" cy="925033"/>
          </a:xfrm>
          <a:prstGeom prst="curvedConnector3">
            <a:avLst>
              <a:gd name="adj1" fmla="val 228601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Parallelogram 65">
            <a:extLst>
              <a:ext uri="{FF2B5EF4-FFF2-40B4-BE49-F238E27FC236}">
                <a16:creationId xmlns:a16="http://schemas.microsoft.com/office/drawing/2014/main" id="{42551AB3-E8C8-4459-95EC-E2FFC04DD4AA}"/>
              </a:ext>
            </a:extLst>
          </p:cNvPr>
          <p:cNvSpPr/>
          <p:nvPr/>
        </p:nvSpPr>
        <p:spPr>
          <a:xfrm>
            <a:off x="9548049" y="1457184"/>
            <a:ext cx="1297150" cy="638593"/>
          </a:xfrm>
          <a:prstGeom prst="parallelogram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Call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D765938-A9E6-4325-B48E-4C936B5FC2D5}"/>
              </a:ext>
            </a:extLst>
          </p:cNvPr>
          <p:cNvCxnSpPr>
            <a:cxnSpLocks/>
            <a:stCxn id="66" idx="4"/>
            <a:endCxn id="4" idx="0"/>
          </p:cNvCxnSpPr>
          <p:nvPr/>
        </p:nvCxnSpPr>
        <p:spPr>
          <a:xfrm>
            <a:off x="10196624" y="2095777"/>
            <a:ext cx="0" cy="42853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C98FACB-44B5-465B-ABC9-67DD7D5DD6A9}"/>
              </a:ext>
            </a:extLst>
          </p:cNvPr>
          <p:cNvSpPr txBox="1"/>
          <p:nvPr/>
        </p:nvSpPr>
        <p:spPr>
          <a:xfrm>
            <a:off x="9663465" y="481893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0   1    2   3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A22BB-44B9-42D8-858D-CEA2323D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49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67AD91-0786-466B-8C31-B3FCBD40130B}"/>
              </a:ext>
            </a:extLst>
          </p:cNvPr>
          <p:cNvCxnSpPr/>
          <p:nvPr/>
        </p:nvCxnSpPr>
        <p:spPr>
          <a:xfrm>
            <a:off x="6953693" y="2982572"/>
            <a:ext cx="0" cy="5580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2EFFA5C-6EB8-4DD9-8516-B6FA60530E91}"/>
              </a:ext>
            </a:extLst>
          </p:cNvPr>
          <p:cNvSpPr txBox="1"/>
          <p:nvPr/>
        </p:nvSpPr>
        <p:spPr>
          <a:xfrm>
            <a:off x="6593787" y="2582462"/>
            <a:ext cx="719812" cy="40011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</a:rPr>
              <a:t>State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3AB0EC-229A-4FA2-B1A1-6AB4D83BECFA}"/>
              </a:ext>
            </a:extLst>
          </p:cNvPr>
          <p:cNvSpPr txBox="1"/>
          <p:nvPr/>
        </p:nvSpPr>
        <p:spPr>
          <a:xfrm>
            <a:off x="5000299" y="5328139"/>
            <a:ext cx="1804726" cy="40011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</a:rPr>
              <a:t>State Transition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1838CC-1895-450B-AFF1-D1D3E0CEA4C9}"/>
              </a:ext>
            </a:extLst>
          </p:cNvPr>
          <p:cNvCxnSpPr>
            <a:cxnSpLocks/>
            <a:stCxn id="43" idx="0"/>
          </p:cNvCxnSpPr>
          <p:nvPr/>
        </p:nvCxnSpPr>
        <p:spPr>
          <a:xfrm flipH="1" flipV="1">
            <a:off x="5902660" y="5018567"/>
            <a:ext cx="2" cy="3095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86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3" grpId="0" animBg="1"/>
      <p:bldP spid="40" grpId="0" animBg="1"/>
      <p:bldP spid="4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411D-EE9F-4CE3-B8B3-3B55D533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58" y="280061"/>
            <a:ext cx="10515600" cy="1325563"/>
          </a:xfrm>
        </p:spPr>
        <p:txBody>
          <a:bodyPr/>
          <a:lstStyle/>
          <a:p>
            <a:r>
              <a:rPr lang="en-US" dirty="0"/>
              <a:t>Recursion: </a:t>
            </a:r>
            <a:br>
              <a:rPr lang="en-US" dirty="0"/>
            </a:br>
            <a:r>
              <a:rPr lang="en-US" dirty="0"/>
              <a:t>Different ways to return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E3151-7CB9-444B-991F-AFC4EB595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397"/>
            <a:ext cx="7168116" cy="50323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Getting the summation of all elements in an array recursively.</a:t>
            </a:r>
          </a:p>
          <a:p>
            <a:r>
              <a:rPr lang="en-US" dirty="0">
                <a:solidFill>
                  <a:srgbClr val="C00000"/>
                </a:solidFill>
              </a:rPr>
              <a:t>Summing on the way down and in a passed by reference parameter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void</a:t>
            </a:r>
            <a:r>
              <a:rPr lang="en-US" dirty="0"/>
              <a:t> </a:t>
            </a:r>
            <a:r>
              <a:rPr lang="en-US" dirty="0" err="1"/>
              <a:t>arraySum</a:t>
            </a:r>
            <a:r>
              <a:rPr lang="en-US" dirty="0"/>
              <a:t>(vector&lt;int&gt; arr,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int&amp;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currSum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int i</a:t>
            </a:r>
            <a:r>
              <a:rPr lang="en-US" dirty="0"/>
              <a:t>){</a:t>
            </a:r>
            <a:br>
              <a:rPr lang="en-US" dirty="0"/>
            </a:br>
            <a:r>
              <a:rPr lang="en-US" dirty="0"/>
              <a:t>	if(i == </a:t>
            </a:r>
            <a:r>
              <a:rPr lang="en-US" dirty="0" err="1"/>
              <a:t>arr.size</a:t>
            </a:r>
            <a:r>
              <a:rPr lang="en-US" dirty="0"/>
              <a:t>())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return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currSum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+= arr[i];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 err="1"/>
              <a:t>arraySum</a:t>
            </a:r>
            <a:r>
              <a:rPr lang="en-US" b="1" dirty="0"/>
              <a:t>(</a:t>
            </a:r>
            <a:r>
              <a:rPr lang="en-US" dirty="0"/>
              <a:t>arr, </a:t>
            </a:r>
            <a:r>
              <a:rPr lang="en-US" dirty="0" err="1"/>
              <a:t>currSum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i+1</a:t>
            </a:r>
            <a:r>
              <a:rPr lang="en-US" b="1" dirty="0"/>
              <a:t>);</a:t>
            </a:r>
            <a:br>
              <a:rPr lang="en-US" dirty="0"/>
            </a:br>
            <a:r>
              <a:rPr lang="en-US" b="1" dirty="0">
                <a:solidFill>
                  <a:srgbClr val="C00000"/>
                </a:solidFill>
              </a:rPr>
              <a:t>}</a:t>
            </a:r>
          </a:p>
          <a:p>
            <a:r>
              <a:rPr lang="en-US" dirty="0"/>
              <a:t>Call: 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int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currSum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= 0;</a:t>
            </a:r>
          </a:p>
          <a:p>
            <a:pPr lvl="1"/>
            <a:r>
              <a:rPr lang="en-US" dirty="0" err="1"/>
              <a:t>arraySum</a:t>
            </a:r>
            <a:r>
              <a:rPr lang="en-US" dirty="0"/>
              <a:t>(</a:t>
            </a:r>
            <a:r>
              <a:rPr lang="en-US" dirty="0" err="1"/>
              <a:t>vec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currSum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0</a:t>
            </a:r>
            <a:r>
              <a:rPr lang="en-US" dirty="0"/>
              <a:t>); 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>
                <a:solidFill>
                  <a:srgbClr val="C00000"/>
                </a:solidFill>
              </a:rPr>
              <a:t>currSum</a:t>
            </a:r>
            <a:r>
              <a:rPr lang="en-US" dirty="0"/>
              <a:t>;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BC6C9A-D7D2-4A2C-8855-9F8084AAF4BD}"/>
              </a:ext>
            </a:extLst>
          </p:cNvPr>
          <p:cNvSpPr/>
          <p:nvPr/>
        </p:nvSpPr>
        <p:spPr>
          <a:xfrm>
            <a:off x="9856384" y="2534946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7400B58-16B6-44A4-8A0D-BC5091580EF1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0547500" y="3045309"/>
            <a:ext cx="1" cy="4146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F0CC81-44F7-4BE4-966F-6E21D1A79B9A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10547500" y="3970342"/>
            <a:ext cx="1" cy="4433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FC190D-93A0-40BC-A0F3-85E09C535F34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 flipH="1">
            <a:off x="10547500" y="4924101"/>
            <a:ext cx="1" cy="4146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5A3B1FE-03B1-45F1-90C7-9C5882691061}"/>
              </a:ext>
            </a:extLst>
          </p:cNvPr>
          <p:cNvSpPr txBox="1"/>
          <p:nvPr/>
        </p:nvSpPr>
        <p:spPr>
          <a:xfrm>
            <a:off x="9954166" y="774717"/>
            <a:ext cx="1297150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4 3 2 5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69BA87-0C51-4AB1-B517-C67D9A40074F}"/>
              </a:ext>
            </a:extLst>
          </p:cNvPr>
          <p:cNvSpPr/>
          <p:nvPr/>
        </p:nvSpPr>
        <p:spPr>
          <a:xfrm>
            <a:off x="9856383" y="3459979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AD7179-1FCA-4760-9F76-ED497495CF99}"/>
              </a:ext>
            </a:extLst>
          </p:cNvPr>
          <p:cNvSpPr/>
          <p:nvPr/>
        </p:nvSpPr>
        <p:spPr>
          <a:xfrm>
            <a:off x="9856384" y="4413738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9B36EC-24C6-492F-A5D0-A49AEDE38328}"/>
              </a:ext>
            </a:extLst>
          </p:cNvPr>
          <p:cNvSpPr/>
          <p:nvPr/>
        </p:nvSpPr>
        <p:spPr>
          <a:xfrm>
            <a:off x="9856383" y="5338771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49A2C2-D339-4FBE-B082-220407C65C87}"/>
              </a:ext>
            </a:extLst>
          </p:cNvPr>
          <p:cNvSpPr/>
          <p:nvPr/>
        </p:nvSpPr>
        <p:spPr>
          <a:xfrm>
            <a:off x="9856383" y="6187600"/>
            <a:ext cx="1382233" cy="51036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i=4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F491F8-FF51-45FE-8238-FF6EE6BFFE1D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0547500" y="5849134"/>
            <a:ext cx="0" cy="3384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6E49D176-AE77-44F7-9F86-8AA1DF913922}"/>
              </a:ext>
            </a:extLst>
          </p:cNvPr>
          <p:cNvCxnSpPr>
            <a:stCxn id="12" idx="6"/>
            <a:endCxn id="11" idx="6"/>
          </p:cNvCxnSpPr>
          <p:nvPr/>
        </p:nvCxnSpPr>
        <p:spPr>
          <a:xfrm flipV="1">
            <a:off x="11238616" y="5593953"/>
            <a:ext cx="12700" cy="848829"/>
          </a:xfrm>
          <a:prstGeom prst="curvedConnector3">
            <a:avLst>
              <a:gd name="adj1" fmla="val 18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23252A5E-1185-4780-9049-B4B3587A504E}"/>
              </a:ext>
            </a:extLst>
          </p:cNvPr>
          <p:cNvCxnSpPr>
            <a:cxnSpLocks/>
            <a:stCxn id="11" idx="6"/>
            <a:endCxn id="10" idx="6"/>
          </p:cNvCxnSpPr>
          <p:nvPr/>
        </p:nvCxnSpPr>
        <p:spPr>
          <a:xfrm flipV="1">
            <a:off x="11238616" y="4668920"/>
            <a:ext cx="1" cy="925033"/>
          </a:xfrm>
          <a:prstGeom prst="curvedConnector3">
            <a:avLst>
              <a:gd name="adj1" fmla="val 228601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9AF9D4E9-93E1-48A3-8BFA-AF1BAB67FC65}"/>
              </a:ext>
            </a:extLst>
          </p:cNvPr>
          <p:cNvCxnSpPr>
            <a:cxnSpLocks/>
            <a:stCxn id="10" idx="6"/>
            <a:endCxn id="9" idx="6"/>
          </p:cNvCxnSpPr>
          <p:nvPr/>
        </p:nvCxnSpPr>
        <p:spPr>
          <a:xfrm flipH="1" flipV="1">
            <a:off x="11238616" y="3715161"/>
            <a:ext cx="1" cy="953759"/>
          </a:xfrm>
          <a:prstGeom prst="curvedConnector3">
            <a:avLst>
              <a:gd name="adj1" fmla="val -228600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681E8597-E179-47A8-972F-A124EBEFCFE2}"/>
              </a:ext>
            </a:extLst>
          </p:cNvPr>
          <p:cNvCxnSpPr>
            <a:cxnSpLocks/>
            <a:stCxn id="9" idx="6"/>
            <a:endCxn id="4" idx="6"/>
          </p:cNvCxnSpPr>
          <p:nvPr/>
        </p:nvCxnSpPr>
        <p:spPr>
          <a:xfrm flipV="1">
            <a:off x="11238616" y="2790128"/>
            <a:ext cx="1" cy="925033"/>
          </a:xfrm>
          <a:prstGeom prst="curvedConnector3">
            <a:avLst>
              <a:gd name="adj1" fmla="val 228601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6D320DC-E36D-48BA-8772-3C6929E94A63}"/>
              </a:ext>
            </a:extLst>
          </p:cNvPr>
          <p:cNvCxnSpPr>
            <a:cxnSpLocks/>
          </p:cNvCxnSpPr>
          <p:nvPr/>
        </p:nvCxnSpPr>
        <p:spPr>
          <a:xfrm flipH="1">
            <a:off x="10138463" y="175556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973B831-DCF6-4868-A360-7607E7C687E1}"/>
              </a:ext>
            </a:extLst>
          </p:cNvPr>
          <p:cNvCxnSpPr>
            <a:cxnSpLocks/>
          </p:cNvCxnSpPr>
          <p:nvPr/>
        </p:nvCxnSpPr>
        <p:spPr>
          <a:xfrm flipH="1">
            <a:off x="10450352" y="180864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0A3B78-05E1-4B95-ACF3-7BCB7CB727E3}"/>
              </a:ext>
            </a:extLst>
          </p:cNvPr>
          <p:cNvCxnSpPr>
            <a:cxnSpLocks/>
          </p:cNvCxnSpPr>
          <p:nvPr/>
        </p:nvCxnSpPr>
        <p:spPr>
          <a:xfrm flipH="1">
            <a:off x="10762240" y="184699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54921C-E88C-4CC0-8ADB-7790781ADDA3}"/>
              </a:ext>
            </a:extLst>
          </p:cNvPr>
          <p:cNvCxnSpPr>
            <a:cxnSpLocks/>
          </p:cNvCxnSpPr>
          <p:nvPr/>
        </p:nvCxnSpPr>
        <p:spPr>
          <a:xfrm flipH="1">
            <a:off x="11031587" y="187309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2A5F106-B7BA-45E6-BA76-3F626EC13F0D}"/>
              </a:ext>
            </a:extLst>
          </p:cNvPr>
          <p:cNvSpPr txBox="1"/>
          <p:nvPr/>
        </p:nvSpPr>
        <p:spPr>
          <a:xfrm>
            <a:off x="7937247" y="2099302"/>
            <a:ext cx="1901043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err="1"/>
              <a:t>currSum</a:t>
            </a:r>
            <a:r>
              <a:rPr lang="en-US" dirty="0"/>
              <a:t> =  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E8557E-F409-4FF0-8D5E-282017E8BC5E}"/>
              </a:ext>
            </a:extLst>
          </p:cNvPr>
          <p:cNvSpPr txBox="1"/>
          <p:nvPr/>
        </p:nvSpPr>
        <p:spPr>
          <a:xfrm>
            <a:off x="9437895" y="2996746"/>
            <a:ext cx="340158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7DB89B-E3A4-4DB7-BD06-C971180777CF}"/>
              </a:ext>
            </a:extLst>
          </p:cNvPr>
          <p:cNvSpPr txBox="1"/>
          <p:nvPr/>
        </p:nvSpPr>
        <p:spPr>
          <a:xfrm>
            <a:off x="9455257" y="3932967"/>
            <a:ext cx="340158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C90B4E-BCC7-49E3-9807-DB5FF7E5C117}"/>
              </a:ext>
            </a:extLst>
          </p:cNvPr>
          <p:cNvSpPr txBox="1"/>
          <p:nvPr/>
        </p:nvSpPr>
        <p:spPr>
          <a:xfrm>
            <a:off x="9473689" y="4924101"/>
            <a:ext cx="340158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79BE08-4EFC-44F2-8C1D-48C9C9CCDE7A}"/>
              </a:ext>
            </a:extLst>
          </p:cNvPr>
          <p:cNvSpPr txBox="1"/>
          <p:nvPr/>
        </p:nvSpPr>
        <p:spPr>
          <a:xfrm>
            <a:off x="9296391" y="5787533"/>
            <a:ext cx="495649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14</a:t>
            </a:r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6BCB8AD2-06EE-47BD-96DF-A1AEABB8E6EE}"/>
              </a:ext>
            </a:extLst>
          </p:cNvPr>
          <p:cNvCxnSpPr>
            <a:cxnSpLocks/>
          </p:cNvCxnSpPr>
          <p:nvPr/>
        </p:nvCxnSpPr>
        <p:spPr>
          <a:xfrm flipV="1">
            <a:off x="11244965" y="1864170"/>
            <a:ext cx="1" cy="925033"/>
          </a:xfrm>
          <a:prstGeom prst="curvedConnector3">
            <a:avLst>
              <a:gd name="adj1" fmla="val 228601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C95D7CC0-7C40-4C40-8E8D-0799DC3B4EF0}"/>
              </a:ext>
            </a:extLst>
          </p:cNvPr>
          <p:cNvSpPr/>
          <p:nvPr/>
        </p:nvSpPr>
        <p:spPr>
          <a:xfrm>
            <a:off x="9898926" y="1467816"/>
            <a:ext cx="1297150" cy="638593"/>
          </a:xfrm>
          <a:prstGeom prst="parallelogram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Call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8BC8E1-E04F-45A3-8E08-99B720CA9F8B}"/>
              </a:ext>
            </a:extLst>
          </p:cNvPr>
          <p:cNvCxnSpPr>
            <a:cxnSpLocks/>
            <a:stCxn id="33" idx="4"/>
            <a:endCxn id="4" idx="0"/>
          </p:cNvCxnSpPr>
          <p:nvPr/>
        </p:nvCxnSpPr>
        <p:spPr>
          <a:xfrm>
            <a:off x="10547501" y="2106409"/>
            <a:ext cx="0" cy="42853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94B07B8-38A0-4C5C-A5A5-24844B5D47D5}"/>
              </a:ext>
            </a:extLst>
          </p:cNvPr>
          <p:cNvCxnSpPr>
            <a:cxnSpLocks/>
          </p:cNvCxnSpPr>
          <p:nvPr/>
        </p:nvCxnSpPr>
        <p:spPr>
          <a:xfrm flipH="1">
            <a:off x="9437895" y="2059550"/>
            <a:ext cx="340158" cy="51205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2C0E86C-2436-4A3A-B5E8-B42D01903A7E}"/>
              </a:ext>
            </a:extLst>
          </p:cNvPr>
          <p:cNvCxnSpPr>
            <a:cxnSpLocks/>
          </p:cNvCxnSpPr>
          <p:nvPr/>
        </p:nvCxnSpPr>
        <p:spPr>
          <a:xfrm flipH="1">
            <a:off x="9437895" y="2980492"/>
            <a:ext cx="340158" cy="51205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DC6DF7-5226-4FFC-9DB0-07E75489FDC2}"/>
              </a:ext>
            </a:extLst>
          </p:cNvPr>
          <p:cNvCxnSpPr>
            <a:cxnSpLocks/>
          </p:cNvCxnSpPr>
          <p:nvPr/>
        </p:nvCxnSpPr>
        <p:spPr>
          <a:xfrm flipH="1">
            <a:off x="9451882" y="3936015"/>
            <a:ext cx="340158" cy="51205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A8B136D-C490-4184-826E-E010DC0EEFE6}"/>
              </a:ext>
            </a:extLst>
          </p:cNvPr>
          <p:cNvCxnSpPr>
            <a:cxnSpLocks/>
          </p:cNvCxnSpPr>
          <p:nvPr/>
        </p:nvCxnSpPr>
        <p:spPr>
          <a:xfrm flipH="1">
            <a:off x="9473688" y="4919196"/>
            <a:ext cx="340158" cy="51205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398229A-D32B-47EB-8FC9-12B9F3B29A28}"/>
              </a:ext>
            </a:extLst>
          </p:cNvPr>
          <p:cNvSpPr txBox="1"/>
          <p:nvPr/>
        </p:nvSpPr>
        <p:spPr>
          <a:xfrm>
            <a:off x="10000418" y="503054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0   1    2   3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FB81091-E336-413E-89FE-1DBC3707C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50</a:t>
            </a:fld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11C2EE-DC07-4B8C-8A35-6C9585BB3BB0}"/>
              </a:ext>
            </a:extLst>
          </p:cNvPr>
          <p:cNvSpPr txBox="1"/>
          <p:nvPr/>
        </p:nvSpPr>
        <p:spPr>
          <a:xfrm>
            <a:off x="7937247" y="1231012"/>
            <a:ext cx="1931361" cy="83099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err="1"/>
              <a:t>currSum</a:t>
            </a:r>
            <a:r>
              <a:rPr lang="en-US" dirty="0"/>
              <a:t> is passed by ref.</a:t>
            </a:r>
          </a:p>
        </p:txBody>
      </p:sp>
    </p:spTree>
    <p:extLst>
      <p:ext uri="{BB962C8B-B14F-4D97-AF65-F5344CB8AC3E}">
        <p14:creationId xmlns:p14="http://schemas.microsoft.com/office/powerpoint/2010/main" val="216015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2" grpId="0" animBg="1"/>
      <p:bldP spid="23" grpId="0" animBg="1"/>
      <p:bldP spid="24" grpId="0" animBg="1"/>
      <p:bldP spid="25" grpId="0" animBg="1"/>
      <p:bldP spid="26" grpId="0" animBg="1"/>
      <p:bldP spid="3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411D-EE9F-4CE3-B8B3-3B55D533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78" y="163106"/>
            <a:ext cx="10515600" cy="1325563"/>
          </a:xfrm>
        </p:spPr>
        <p:txBody>
          <a:bodyPr/>
          <a:lstStyle/>
          <a:p>
            <a:r>
              <a:rPr lang="en-US" dirty="0"/>
              <a:t>Recursion: </a:t>
            </a:r>
            <a:br>
              <a:rPr lang="en-US" dirty="0"/>
            </a:br>
            <a:r>
              <a:rPr lang="en-US" dirty="0"/>
              <a:t>Different ways to return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E3151-7CB9-444B-991F-AFC4EB595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583326" cy="460652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Getting the summation of all elements in an array recursively.</a:t>
            </a:r>
          </a:p>
          <a:p>
            <a:r>
              <a:rPr lang="en-US" dirty="0">
                <a:solidFill>
                  <a:srgbClr val="C00000"/>
                </a:solidFill>
              </a:rPr>
              <a:t>Summing on the way up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int</a:t>
            </a:r>
            <a:r>
              <a:rPr lang="en-US" dirty="0"/>
              <a:t> </a:t>
            </a:r>
            <a:r>
              <a:rPr lang="en-US" dirty="0" err="1"/>
              <a:t>arraySum</a:t>
            </a:r>
            <a:r>
              <a:rPr lang="en-US" dirty="0"/>
              <a:t>(vector&lt;int&gt; arr, </a:t>
            </a:r>
            <a:r>
              <a:rPr lang="en-US" dirty="0">
                <a:solidFill>
                  <a:srgbClr val="0070C0"/>
                </a:solidFill>
              </a:rPr>
              <a:t>int i</a:t>
            </a:r>
            <a:r>
              <a:rPr lang="en-US" dirty="0"/>
              <a:t>){</a:t>
            </a:r>
            <a:br>
              <a:rPr lang="en-US" dirty="0"/>
            </a:br>
            <a:r>
              <a:rPr lang="en-US" dirty="0"/>
              <a:t>	if(i == </a:t>
            </a:r>
            <a:r>
              <a:rPr lang="en-US" dirty="0" err="1"/>
              <a:t>arr.size</a:t>
            </a:r>
            <a:r>
              <a:rPr lang="en-US" dirty="0"/>
              <a:t>())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return</a:t>
            </a:r>
            <a:r>
              <a:rPr lang="en-US" dirty="0"/>
              <a:t> 0;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return</a:t>
            </a:r>
            <a:r>
              <a:rPr lang="en-US" dirty="0"/>
              <a:t> </a:t>
            </a:r>
            <a:r>
              <a:rPr lang="en-US" b="1" dirty="0" err="1"/>
              <a:t>arraySum</a:t>
            </a:r>
            <a:r>
              <a:rPr lang="en-US" b="1" dirty="0"/>
              <a:t>(</a:t>
            </a:r>
            <a:r>
              <a:rPr lang="en-US" dirty="0"/>
              <a:t>arr, </a:t>
            </a:r>
            <a:r>
              <a:rPr lang="en-US" dirty="0">
                <a:solidFill>
                  <a:srgbClr val="0070C0"/>
                </a:solidFill>
              </a:rPr>
              <a:t>i+1</a:t>
            </a:r>
            <a:r>
              <a:rPr lang="en-US" b="1" dirty="0"/>
              <a:t>) </a:t>
            </a:r>
            <a:r>
              <a:rPr lang="en-US" dirty="0">
                <a:solidFill>
                  <a:srgbClr val="C00000"/>
                </a:solidFill>
              </a:rPr>
              <a:t>+ arr[i];</a:t>
            </a:r>
            <a:br>
              <a:rPr lang="en-US" dirty="0"/>
            </a:br>
            <a:r>
              <a:rPr lang="en-US" b="1" dirty="0">
                <a:solidFill>
                  <a:srgbClr val="C00000"/>
                </a:solidFill>
              </a:rPr>
              <a:t>}</a:t>
            </a:r>
          </a:p>
          <a:p>
            <a:r>
              <a:rPr lang="en-US" dirty="0"/>
              <a:t>Call: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int result </a:t>
            </a:r>
            <a:r>
              <a:rPr lang="en-US" dirty="0"/>
              <a:t>= </a:t>
            </a:r>
            <a:r>
              <a:rPr lang="en-US" dirty="0" err="1"/>
              <a:t>arraySum</a:t>
            </a:r>
            <a:r>
              <a:rPr lang="en-US" dirty="0"/>
              <a:t>(</a:t>
            </a:r>
            <a:r>
              <a:rPr lang="en-US" dirty="0" err="1"/>
              <a:t>vec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0</a:t>
            </a:r>
            <a:r>
              <a:rPr lang="en-US" dirty="0"/>
              <a:t>); 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>
                <a:solidFill>
                  <a:srgbClr val="C00000"/>
                </a:solidFill>
              </a:rPr>
              <a:t>result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4C6D08-8062-471D-A5FB-09D0B2F63E69}"/>
              </a:ext>
            </a:extLst>
          </p:cNvPr>
          <p:cNvSpPr/>
          <p:nvPr/>
        </p:nvSpPr>
        <p:spPr>
          <a:xfrm>
            <a:off x="9505507" y="2524314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5F0342-44C2-4983-8539-E5470DE60A39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 flipH="1">
            <a:off x="10196623" y="3034677"/>
            <a:ext cx="1" cy="4146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6016E1-E3CB-4725-AF42-0B30907E946B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10196623" y="3959710"/>
            <a:ext cx="1" cy="4433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9FE108-71DC-4941-883C-DBD906A84B8D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 flipH="1">
            <a:off x="10196623" y="4913469"/>
            <a:ext cx="1" cy="4146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D1F7ADB-E58A-4FA4-9928-17ADD67E585D}"/>
              </a:ext>
            </a:extLst>
          </p:cNvPr>
          <p:cNvSpPr txBox="1"/>
          <p:nvPr/>
        </p:nvSpPr>
        <p:spPr>
          <a:xfrm>
            <a:off x="9603289" y="764085"/>
            <a:ext cx="1297150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4 3 2 5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332EC8-FCE5-44EC-8CB3-9958D3BF688F}"/>
              </a:ext>
            </a:extLst>
          </p:cNvPr>
          <p:cNvSpPr/>
          <p:nvPr/>
        </p:nvSpPr>
        <p:spPr>
          <a:xfrm>
            <a:off x="9505506" y="3449347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E36092-A1B4-4CD4-AB2B-35F06367E90B}"/>
              </a:ext>
            </a:extLst>
          </p:cNvPr>
          <p:cNvSpPr/>
          <p:nvPr/>
        </p:nvSpPr>
        <p:spPr>
          <a:xfrm>
            <a:off x="9505507" y="4403106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09EF27-F57F-40B2-A77B-BE33D65A8E93}"/>
              </a:ext>
            </a:extLst>
          </p:cNvPr>
          <p:cNvSpPr/>
          <p:nvPr/>
        </p:nvSpPr>
        <p:spPr>
          <a:xfrm>
            <a:off x="9505506" y="5328139"/>
            <a:ext cx="1382233" cy="510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i=3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671B7B-DFB9-4D10-AB32-BE1BEB4E98B0}"/>
              </a:ext>
            </a:extLst>
          </p:cNvPr>
          <p:cNvSpPr/>
          <p:nvPr/>
        </p:nvSpPr>
        <p:spPr>
          <a:xfrm>
            <a:off x="9505506" y="6176968"/>
            <a:ext cx="1382233" cy="51036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i=4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40CA8B-0061-4D34-A9C4-E2700144ED0B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0196623" y="5838502"/>
            <a:ext cx="0" cy="3384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1AF4F631-9696-497E-896B-499B2EC298A8}"/>
              </a:ext>
            </a:extLst>
          </p:cNvPr>
          <p:cNvCxnSpPr>
            <a:stCxn id="12" idx="6"/>
            <a:endCxn id="11" idx="6"/>
          </p:cNvCxnSpPr>
          <p:nvPr/>
        </p:nvCxnSpPr>
        <p:spPr>
          <a:xfrm flipV="1">
            <a:off x="10887739" y="5583321"/>
            <a:ext cx="12700" cy="848829"/>
          </a:xfrm>
          <a:prstGeom prst="curvedConnector3">
            <a:avLst>
              <a:gd name="adj1" fmla="val 18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17BB250B-766D-4E50-97E1-1C7E1D0830CD}"/>
              </a:ext>
            </a:extLst>
          </p:cNvPr>
          <p:cNvCxnSpPr>
            <a:cxnSpLocks/>
            <a:stCxn id="11" idx="6"/>
            <a:endCxn id="10" idx="6"/>
          </p:cNvCxnSpPr>
          <p:nvPr/>
        </p:nvCxnSpPr>
        <p:spPr>
          <a:xfrm flipV="1">
            <a:off x="10887739" y="4658288"/>
            <a:ext cx="1" cy="925033"/>
          </a:xfrm>
          <a:prstGeom prst="curvedConnector3">
            <a:avLst>
              <a:gd name="adj1" fmla="val 228601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A3EA38BB-696B-4F80-8694-688638FE18B8}"/>
              </a:ext>
            </a:extLst>
          </p:cNvPr>
          <p:cNvCxnSpPr>
            <a:cxnSpLocks/>
            <a:stCxn id="10" idx="6"/>
            <a:endCxn id="9" idx="6"/>
          </p:cNvCxnSpPr>
          <p:nvPr/>
        </p:nvCxnSpPr>
        <p:spPr>
          <a:xfrm flipH="1" flipV="1">
            <a:off x="10887739" y="3704529"/>
            <a:ext cx="1" cy="953759"/>
          </a:xfrm>
          <a:prstGeom prst="curvedConnector3">
            <a:avLst>
              <a:gd name="adj1" fmla="val -228600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3E18FF52-B9F9-4E3F-80B5-9C11C4CD3F35}"/>
              </a:ext>
            </a:extLst>
          </p:cNvPr>
          <p:cNvCxnSpPr>
            <a:cxnSpLocks/>
            <a:stCxn id="9" idx="6"/>
            <a:endCxn id="4" idx="6"/>
          </p:cNvCxnSpPr>
          <p:nvPr/>
        </p:nvCxnSpPr>
        <p:spPr>
          <a:xfrm flipV="1">
            <a:off x="10887739" y="2779496"/>
            <a:ext cx="1" cy="925033"/>
          </a:xfrm>
          <a:prstGeom prst="curvedConnector3">
            <a:avLst>
              <a:gd name="adj1" fmla="val 228601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0F8352-E9B9-4AA1-821A-8FA23CDC69AA}"/>
              </a:ext>
            </a:extLst>
          </p:cNvPr>
          <p:cNvCxnSpPr>
            <a:cxnSpLocks/>
          </p:cNvCxnSpPr>
          <p:nvPr/>
        </p:nvCxnSpPr>
        <p:spPr>
          <a:xfrm flipH="1">
            <a:off x="9787586" y="175560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9077042-82CB-4D50-97EB-F201983B393D}"/>
              </a:ext>
            </a:extLst>
          </p:cNvPr>
          <p:cNvCxnSpPr>
            <a:cxnSpLocks/>
          </p:cNvCxnSpPr>
          <p:nvPr/>
        </p:nvCxnSpPr>
        <p:spPr>
          <a:xfrm flipH="1">
            <a:off x="10099475" y="180868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EEEF51-74D4-4E99-A427-B0F0C413C066}"/>
              </a:ext>
            </a:extLst>
          </p:cNvPr>
          <p:cNvCxnSpPr>
            <a:cxnSpLocks/>
          </p:cNvCxnSpPr>
          <p:nvPr/>
        </p:nvCxnSpPr>
        <p:spPr>
          <a:xfrm flipH="1">
            <a:off x="10411363" y="184703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0E7F9A-FFE0-4F88-93B7-045E80C6CE85}"/>
              </a:ext>
            </a:extLst>
          </p:cNvPr>
          <p:cNvCxnSpPr>
            <a:cxnSpLocks/>
          </p:cNvCxnSpPr>
          <p:nvPr/>
        </p:nvCxnSpPr>
        <p:spPr>
          <a:xfrm flipH="1">
            <a:off x="10680710" y="187313"/>
            <a:ext cx="1" cy="41467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EB54907-A358-44FB-B97A-13B2F61BF901}"/>
              </a:ext>
            </a:extLst>
          </p:cNvPr>
          <p:cNvSpPr txBox="1"/>
          <p:nvPr/>
        </p:nvSpPr>
        <p:spPr>
          <a:xfrm>
            <a:off x="11314254" y="5776902"/>
            <a:ext cx="340158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C6BBE9-F798-418B-B9DB-E46307812345}"/>
              </a:ext>
            </a:extLst>
          </p:cNvPr>
          <p:cNvSpPr txBox="1"/>
          <p:nvPr/>
        </p:nvSpPr>
        <p:spPr>
          <a:xfrm>
            <a:off x="11308400" y="4913469"/>
            <a:ext cx="340158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7D3A7E-E2CA-417F-AD0E-21FD82C6FDEF}"/>
              </a:ext>
            </a:extLst>
          </p:cNvPr>
          <p:cNvSpPr txBox="1"/>
          <p:nvPr/>
        </p:nvSpPr>
        <p:spPr>
          <a:xfrm>
            <a:off x="11308400" y="3919323"/>
            <a:ext cx="340158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B07550-9EBD-4E65-B071-004378932FDF}"/>
              </a:ext>
            </a:extLst>
          </p:cNvPr>
          <p:cNvSpPr txBox="1"/>
          <p:nvPr/>
        </p:nvSpPr>
        <p:spPr>
          <a:xfrm>
            <a:off x="11295236" y="2982572"/>
            <a:ext cx="495649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BF1AC7-B8A3-4FDA-9D58-40CE7F41831A}"/>
              </a:ext>
            </a:extLst>
          </p:cNvPr>
          <p:cNvSpPr txBox="1"/>
          <p:nvPr/>
        </p:nvSpPr>
        <p:spPr>
          <a:xfrm>
            <a:off x="11295235" y="2095777"/>
            <a:ext cx="495649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14</a:t>
            </a:r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97131553-E04F-4608-8376-1F59A653A7E4}"/>
              </a:ext>
            </a:extLst>
          </p:cNvPr>
          <p:cNvCxnSpPr>
            <a:cxnSpLocks/>
          </p:cNvCxnSpPr>
          <p:nvPr/>
        </p:nvCxnSpPr>
        <p:spPr>
          <a:xfrm flipV="1">
            <a:off x="10894088" y="1853538"/>
            <a:ext cx="1" cy="925033"/>
          </a:xfrm>
          <a:prstGeom prst="curvedConnector3">
            <a:avLst>
              <a:gd name="adj1" fmla="val 22860100000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F9AEE751-1627-41E6-A437-50DDF6C78149}"/>
              </a:ext>
            </a:extLst>
          </p:cNvPr>
          <p:cNvSpPr/>
          <p:nvPr/>
        </p:nvSpPr>
        <p:spPr>
          <a:xfrm>
            <a:off x="9548049" y="1457184"/>
            <a:ext cx="1297150" cy="638593"/>
          </a:xfrm>
          <a:prstGeom prst="parallelogram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Call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DE6C041-7957-46E1-BABE-47821E394DA1}"/>
              </a:ext>
            </a:extLst>
          </p:cNvPr>
          <p:cNvCxnSpPr>
            <a:cxnSpLocks/>
            <a:stCxn id="33" idx="4"/>
            <a:endCxn id="4" idx="0"/>
          </p:cNvCxnSpPr>
          <p:nvPr/>
        </p:nvCxnSpPr>
        <p:spPr>
          <a:xfrm>
            <a:off x="10196624" y="2095777"/>
            <a:ext cx="0" cy="42853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82AF355-3662-4572-A4D9-3736F892EBC7}"/>
              </a:ext>
            </a:extLst>
          </p:cNvPr>
          <p:cNvSpPr txBox="1"/>
          <p:nvPr/>
        </p:nvSpPr>
        <p:spPr>
          <a:xfrm>
            <a:off x="9663465" y="481893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0   1    2   3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CA58E94-57F0-4793-97E4-5864C4D7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7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Brute Force technique </a:t>
            </a:r>
            <a:r>
              <a:rPr lang="en-US" dirty="0">
                <a:solidFill>
                  <a:srgbClr val="C00000"/>
                </a:solidFill>
              </a:rPr>
              <a:t>enumerate the entire </a:t>
            </a:r>
            <a:r>
              <a:rPr lang="en-US" b="1" dirty="0">
                <a:solidFill>
                  <a:srgbClr val="C00000"/>
                </a:solidFill>
              </a:rPr>
              <a:t>search space</a:t>
            </a:r>
            <a:r>
              <a:rPr lang="en-US" b="1" dirty="0"/>
              <a:t> </a:t>
            </a:r>
            <a:r>
              <a:rPr lang="en-US" dirty="0"/>
              <a:t>and finds the solution.</a:t>
            </a:r>
          </a:p>
          <a:p>
            <a:r>
              <a:rPr lang="en-US" dirty="0"/>
              <a:t>It is always correct for combinatorial problems yet </a:t>
            </a:r>
            <a:r>
              <a:rPr lang="en-US" dirty="0">
                <a:solidFill>
                  <a:srgbClr val="C00000"/>
                </a:solidFill>
              </a:rPr>
              <a:t>very slow</a:t>
            </a:r>
            <a:r>
              <a:rPr lang="en-US" dirty="0"/>
              <a:t>.</a:t>
            </a:r>
          </a:p>
          <a:p>
            <a:r>
              <a:rPr lang="en-US" dirty="0"/>
              <a:t>It can be used to </a:t>
            </a:r>
            <a:r>
              <a:rPr lang="en-US" dirty="0">
                <a:solidFill>
                  <a:srgbClr val="C00000"/>
                </a:solidFill>
              </a:rPr>
              <a:t>verify faster solutions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search space</a:t>
            </a:r>
            <a:r>
              <a:rPr lang="en-US" dirty="0"/>
              <a:t> is the set containing </a:t>
            </a:r>
            <a:r>
              <a:rPr lang="en-US" dirty="0">
                <a:solidFill>
                  <a:srgbClr val="C00000"/>
                </a:solidFill>
              </a:rPr>
              <a:t>all candidate solutions</a:t>
            </a:r>
            <a:r>
              <a:rPr lang="en-US" dirty="0"/>
              <a:t>. Let the search space be set </a:t>
            </a:r>
            <a:r>
              <a:rPr lang="en-US" b="1" dirty="0"/>
              <a:t>A</a:t>
            </a:r>
            <a:r>
              <a:rPr lang="en-US" dirty="0"/>
              <a:t>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788B5-3A95-4F64-B272-8832B60B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52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978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Space 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92479" cy="44475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Find Maximum Number</a:t>
            </a:r>
          </a:p>
          <a:p>
            <a:pPr marL="0" indent="0">
              <a:buNone/>
            </a:pPr>
            <a:r>
              <a:rPr lang="en-US" sz="2000" dirty="0"/>
              <a:t>You are given a list of numbers. Find and print the </a:t>
            </a:r>
            <a:r>
              <a:rPr lang="en-US" sz="2000" dirty="0">
                <a:solidFill>
                  <a:srgbClr val="C00000"/>
                </a:solidFill>
              </a:rPr>
              <a:t>maximum</a:t>
            </a:r>
            <a:r>
              <a:rPr lang="en-US" sz="2000" dirty="0"/>
              <a:t> of these numbers.</a:t>
            </a:r>
          </a:p>
          <a:p>
            <a:pPr marL="0" indent="0">
              <a:buNone/>
            </a:pPr>
            <a:r>
              <a:rPr lang="en-US" sz="2000" b="1" dirty="0"/>
              <a:t>Input Format</a:t>
            </a:r>
          </a:p>
          <a:p>
            <a:pPr marL="0" indent="0">
              <a:buNone/>
            </a:pPr>
            <a:r>
              <a:rPr lang="en-US" sz="2000" dirty="0"/>
              <a:t>One line containing N which is the length of the list</a:t>
            </a:r>
          </a:p>
          <a:p>
            <a:pPr marL="0" indent="0">
              <a:buNone/>
            </a:pPr>
            <a:r>
              <a:rPr lang="en-US" sz="2000" dirty="0"/>
              <a:t>One line containing N numbers separated by spaces</a:t>
            </a:r>
          </a:p>
          <a:p>
            <a:pPr marL="0" indent="0">
              <a:buNone/>
            </a:pPr>
            <a:r>
              <a:rPr lang="en-US" sz="2000" b="1" dirty="0"/>
              <a:t>Output Format</a:t>
            </a:r>
          </a:p>
          <a:p>
            <a:pPr marL="0" indent="0">
              <a:buNone/>
            </a:pPr>
            <a:r>
              <a:rPr lang="en-US" sz="2000" dirty="0"/>
              <a:t>One line containing the maximum number</a:t>
            </a:r>
          </a:p>
          <a:p>
            <a:pPr marL="0" indent="0">
              <a:buNone/>
            </a:pPr>
            <a:r>
              <a:rPr lang="en-US" sz="2000" b="1" dirty="0"/>
              <a:t>Input Sample</a:t>
            </a:r>
          </a:p>
          <a:p>
            <a:pPr marL="0" indent="0">
              <a:buNone/>
            </a:pPr>
            <a:r>
              <a:rPr lang="en-US" sz="1900" dirty="0"/>
              <a:t>5</a:t>
            </a:r>
          </a:p>
          <a:p>
            <a:pPr marL="0" indent="0">
              <a:buNone/>
            </a:pPr>
            <a:r>
              <a:rPr lang="en-US" sz="1900" dirty="0"/>
              <a:t>200 250 3000 -1 230</a:t>
            </a:r>
          </a:p>
          <a:p>
            <a:pPr marL="0" lvl="0" indent="0">
              <a:buNone/>
            </a:pPr>
            <a:r>
              <a:rPr lang="en-US" sz="2000" b="1" dirty="0">
                <a:solidFill>
                  <a:prstClr val="black"/>
                </a:solidFill>
              </a:rPr>
              <a:t>Output Sample</a:t>
            </a:r>
          </a:p>
          <a:p>
            <a:pPr marL="0" indent="0">
              <a:buNone/>
            </a:pPr>
            <a:r>
              <a:rPr lang="en-US" sz="1900" dirty="0"/>
              <a:t>3000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9281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Set </a:t>
            </a:r>
            <a:r>
              <a:rPr lang="en-US" b="1" dirty="0"/>
              <a:t>A</a:t>
            </a:r>
            <a:r>
              <a:rPr lang="en-US" dirty="0"/>
              <a:t> is {200, 250, </a:t>
            </a:r>
            <a:r>
              <a:rPr lang="en-US" b="1" dirty="0"/>
              <a:t>3000</a:t>
            </a:r>
            <a:r>
              <a:rPr lang="en-US" dirty="0"/>
              <a:t>, -1, 230}</a:t>
            </a:r>
          </a:p>
          <a:p>
            <a:r>
              <a:rPr lang="en-US" dirty="0"/>
              <a:t>How to enumerate over search space?</a:t>
            </a:r>
          </a:p>
          <a:p>
            <a:pPr lvl="1"/>
            <a:r>
              <a:rPr lang="en-US" sz="2600" dirty="0"/>
              <a:t>Using a for loop on the input list.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2060"/>
                </a:solidFill>
              </a:rPr>
              <a:t>                 for (int i = 0; i &lt; N; ++i)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D6506-B272-4E13-BBCB-563AF502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53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481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Space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531088"/>
            <a:ext cx="5498805" cy="48252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Find Maximum Sum</a:t>
            </a:r>
          </a:p>
          <a:p>
            <a:pPr marL="0" indent="0">
              <a:buNone/>
            </a:pPr>
            <a:r>
              <a:rPr lang="en-US" sz="2000" dirty="0"/>
              <a:t>You are given a list of numbers. Find </a:t>
            </a:r>
            <a:r>
              <a:rPr lang="en-US" sz="2000" dirty="0">
                <a:solidFill>
                  <a:srgbClr val="C00000"/>
                </a:solidFill>
              </a:rPr>
              <a:t>the maximum sum</a:t>
            </a:r>
            <a:r>
              <a:rPr lang="en-US" sz="2000" dirty="0"/>
              <a:t> that can be achieved by </a:t>
            </a:r>
            <a:r>
              <a:rPr lang="en-US" sz="2000" dirty="0">
                <a:solidFill>
                  <a:srgbClr val="C00000"/>
                </a:solidFill>
              </a:rPr>
              <a:t>summing of any unique two numbers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Input Format</a:t>
            </a:r>
          </a:p>
          <a:p>
            <a:pPr marL="0" indent="0">
              <a:buNone/>
            </a:pPr>
            <a:r>
              <a:rPr lang="en-US" sz="2000" dirty="0"/>
              <a:t>One line containing N which is the length of the list</a:t>
            </a:r>
          </a:p>
          <a:p>
            <a:pPr marL="0" indent="0">
              <a:buNone/>
            </a:pPr>
            <a:r>
              <a:rPr lang="en-US" sz="2000" dirty="0"/>
              <a:t>One line containing N numbers separated by spaces</a:t>
            </a:r>
          </a:p>
          <a:p>
            <a:pPr marL="0" indent="0">
              <a:buNone/>
            </a:pPr>
            <a:r>
              <a:rPr lang="en-US" sz="2000" b="1" dirty="0"/>
              <a:t>Output Format</a:t>
            </a:r>
          </a:p>
          <a:p>
            <a:pPr marL="0" indent="0">
              <a:buNone/>
            </a:pPr>
            <a:r>
              <a:rPr lang="en-US" sz="2000" dirty="0"/>
              <a:t>One line containing the maximum number</a:t>
            </a:r>
          </a:p>
          <a:p>
            <a:pPr marL="0" indent="0">
              <a:buNone/>
            </a:pPr>
            <a:r>
              <a:rPr lang="en-US" sz="2000" b="1" dirty="0"/>
              <a:t>Input Sample</a:t>
            </a:r>
          </a:p>
          <a:p>
            <a:pPr marL="0" indent="0">
              <a:buNone/>
            </a:pPr>
            <a:r>
              <a:rPr lang="en-US" sz="1900" dirty="0"/>
              <a:t>3</a:t>
            </a:r>
          </a:p>
          <a:p>
            <a:pPr marL="0" indent="0">
              <a:buNone/>
            </a:pPr>
            <a:r>
              <a:rPr lang="en-US" sz="1900" dirty="0"/>
              <a:t>250 3000 -1</a:t>
            </a:r>
          </a:p>
          <a:p>
            <a:pPr marL="0" lvl="0" indent="0">
              <a:buNone/>
            </a:pPr>
            <a:r>
              <a:rPr lang="en-US" sz="2000" b="1" dirty="0">
                <a:solidFill>
                  <a:prstClr val="black"/>
                </a:solidFill>
              </a:rPr>
              <a:t>Output Sample</a:t>
            </a:r>
          </a:p>
          <a:p>
            <a:pPr marL="0" indent="0">
              <a:buNone/>
            </a:pPr>
            <a:r>
              <a:rPr lang="en-US" sz="1900" dirty="0"/>
              <a:t>3250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1088"/>
            <a:ext cx="5498805" cy="46458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Set </a:t>
            </a:r>
            <a:r>
              <a:rPr lang="en-US" b="1" dirty="0"/>
              <a:t>A</a:t>
            </a:r>
            <a:r>
              <a:rPr lang="en-US" dirty="0"/>
              <a:t> is {{</a:t>
            </a:r>
            <a:r>
              <a:rPr lang="en-US" b="1" dirty="0"/>
              <a:t>250, 3000</a:t>
            </a:r>
            <a:r>
              <a:rPr lang="en-US" dirty="0"/>
              <a:t>}, {250, -1}, {3000,-1}}</a:t>
            </a:r>
          </a:p>
          <a:p>
            <a:r>
              <a:rPr lang="en-US" dirty="0"/>
              <a:t>How to enumerate over search space?</a:t>
            </a:r>
          </a:p>
          <a:p>
            <a:pPr lvl="1"/>
            <a:r>
              <a:rPr lang="en-US" sz="2600" dirty="0"/>
              <a:t>Using two nested for loops on the input list.</a:t>
            </a:r>
            <a:endParaRPr lang="en-US" sz="3000" dirty="0"/>
          </a:p>
          <a:p>
            <a:pPr marL="914400" lvl="2" indent="0">
              <a:buNone/>
            </a:pPr>
            <a:r>
              <a:rPr lang="en-US" sz="2600" dirty="0">
                <a:solidFill>
                  <a:srgbClr val="002060"/>
                </a:solidFill>
              </a:rPr>
              <a:t>for (</a:t>
            </a:r>
            <a:r>
              <a:rPr lang="en-US" sz="2600" dirty="0" err="1">
                <a:solidFill>
                  <a:srgbClr val="002060"/>
                </a:solidFill>
              </a:rPr>
              <a:t>int</a:t>
            </a:r>
            <a:r>
              <a:rPr lang="en-US" sz="2600" dirty="0">
                <a:solidFill>
                  <a:srgbClr val="002060"/>
                </a:solidFill>
              </a:rPr>
              <a:t> </a:t>
            </a:r>
            <a:r>
              <a:rPr lang="en-US" sz="2600" dirty="0" err="1">
                <a:solidFill>
                  <a:srgbClr val="002060"/>
                </a:solidFill>
              </a:rPr>
              <a:t>i</a:t>
            </a:r>
            <a:r>
              <a:rPr lang="en-US" sz="2600" dirty="0">
                <a:solidFill>
                  <a:srgbClr val="002060"/>
                </a:solidFill>
              </a:rPr>
              <a:t> = 0; </a:t>
            </a:r>
            <a:r>
              <a:rPr lang="en-US" sz="2600" dirty="0" err="1">
                <a:solidFill>
                  <a:srgbClr val="002060"/>
                </a:solidFill>
              </a:rPr>
              <a:t>i</a:t>
            </a:r>
            <a:r>
              <a:rPr lang="en-US" sz="2600" dirty="0">
                <a:solidFill>
                  <a:srgbClr val="002060"/>
                </a:solidFill>
              </a:rPr>
              <a:t> &lt; N; ++</a:t>
            </a:r>
            <a:r>
              <a:rPr lang="en-US" sz="2600" dirty="0" err="1">
                <a:solidFill>
                  <a:srgbClr val="002060"/>
                </a:solidFill>
              </a:rPr>
              <a:t>i</a:t>
            </a:r>
            <a:r>
              <a:rPr lang="en-US" sz="2600" dirty="0">
                <a:solidFill>
                  <a:srgbClr val="002060"/>
                </a:solidFill>
              </a:rPr>
              <a:t>){</a:t>
            </a:r>
          </a:p>
          <a:p>
            <a:pPr marL="914400" lvl="3" indent="0">
              <a:spcBef>
                <a:spcPts val="1000"/>
              </a:spcBef>
              <a:buNone/>
            </a:pPr>
            <a:r>
              <a:rPr lang="en-US" sz="3000" dirty="0">
                <a:solidFill>
                  <a:srgbClr val="002060"/>
                </a:solidFill>
              </a:rPr>
              <a:t>    </a:t>
            </a:r>
            <a:r>
              <a:rPr lang="en-US" sz="2600" dirty="0">
                <a:solidFill>
                  <a:srgbClr val="002060"/>
                </a:solidFill>
              </a:rPr>
              <a:t>for (int j = i+1; j &lt; N; ++j){</a:t>
            </a:r>
            <a:br>
              <a:rPr lang="en-US" sz="2600" dirty="0">
                <a:solidFill>
                  <a:srgbClr val="002060"/>
                </a:solidFill>
              </a:rPr>
            </a:br>
            <a:endParaRPr lang="en-US" sz="26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7DB0A-53F6-44E3-A3F1-C0429776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54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08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Space 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7"/>
            <a:ext cx="5334000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b="1" dirty="0"/>
              <a:t>Print Binary Strings</a:t>
            </a:r>
          </a:p>
          <a:p>
            <a:pPr marL="0" indent="0">
              <a:buNone/>
            </a:pPr>
            <a:r>
              <a:rPr lang="en-US" dirty="0"/>
              <a:t>Write a recursive function to </a:t>
            </a:r>
            <a:r>
              <a:rPr lang="en-US" dirty="0">
                <a:solidFill>
                  <a:srgbClr val="C00000"/>
                </a:solidFill>
              </a:rPr>
              <a:t>print all possible binary strings of length n</a:t>
            </a:r>
            <a:r>
              <a:rPr lang="en-US" dirty="0"/>
              <a:t>, in order (total 2^n binary strings). 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Input Format:</a:t>
            </a:r>
          </a:p>
          <a:p>
            <a:pPr marL="0" indent="0">
              <a:buNone/>
            </a:pPr>
            <a:r>
              <a:rPr lang="en-US" dirty="0"/>
              <a:t>One line containing n.</a:t>
            </a:r>
          </a:p>
          <a:p>
            <a:pPr marL="0" indent="0">
              <a:buNone/>
            </a:pPr>
            <a:r>
              <a:rPr lang="en-US" b="1" dirty="0"/>
              <a:t>Output Format</a:t>
            </a:r>
          </a:p>
          <a:p>
            <a:pPr marL="0" indent="0">
              <a:buNone/>
            </a:pPr>
            <a:r>
              <a:rPr lang="en-US" dirty="0"/>
              <a:t>The 2^n binary strings in order and separated by a space</a:t>
            </a:r>
          </a:p>
          <a:p>
            <a:pPr marL="0" indent="0">
              <a:buNone/>
            </a:pPr>
            <a:r>
              <a:rPr lang="en-US" b="1" dirty="0"/>
              <a:t>Input Sample</a:t>
            </a:r>
          </a:p>
          <a:p>
            <a:pPr marL="0" indent="0">
              <a:buNone/>
            </a:pPr>
            <a:r>
              <a:rPr lang="en-US" sz="2200" dirty="0"/>
              <a:t>3</a:t>
            </a:r>
          </a:p>
          <a:p>
            <a:pPr marL="0" lvl="0" indent="0">
              <a:buNone/>
            </a:pPr>
            <a:r>
              <a:rPr lang="en-US" b="1" dirty="0">
                <a:solidFill>
                  <a:prstClr val="black"/>
                </a:solidFill>
              </a:rPr>
              <a:t>Output Sample</a:t>
            </a:r>
          </a:p>
          <a:p>
            <a:pPr marL="0" indent="0">
              <a:buNone/>
            </a:pPr>
            <a:r>
              <a:rPr lang="en-US" sz="2200" dirty="0"/>
              <a:t>000   001   010   011   100   101   110   111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73693"/>
            <a:ext cx="5181600" cy="470327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Here, it is required to print the whole search space, all the numbers from 000 to 111</a:t>
            </a:r>
          </a:p>
          <a:p>
            <a:r>
              <a:rPr lang="en-US" dirty="0"/>
              <a:t>Set </a:t>
            </a:r>
            <a:r>
              <a:rPr lang="en-US" b="1" dirty="0"/>
              <a:t>A</a:t>
            </a:r>
            <a:r>
              <a:rPr lang="en-US" dirty="0"/>
              <a:t> is {000, 001, 010, 011, 100, 101, 110, 111}</a:t>
            </a:r>
          </a:p>
          <a:p>
            <a:r>
              <a:rPr lang="en-US" dirty="0"/>
              <a:t>How to enumerate over search space?</a:t>
            </a:r>
          </a:p>
          <a:p>
            <a:pPr lvl="1"/>
            <a:r>
              <a:rPr lang="en-US" sz="2800" dirty="0">
                <a:solidFill>
                  <a:srgbClr val="002060"/>
                </a:solidFill>
              </a:rPr>
              <a:t>Use recursion to generate all binary strings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78CBF-9C5A-447E-97FD-1D1A297DD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5083" y="6269513"/>
            <a:ext cx="2743200" cy="365125"/>
          </a:xfrm>
        </p:spPr>
        <p:txBody>
          <a:bodyPr/>
          <a:lstStyle/>
          <a:p>
            <a:fld id="{92D6D5E1-235F-477D-9CBB-332801280EB7}" type="slidenum">
              <a:rPr lang="en-US" smtClean="0"/>
              <a:t>55</a:t>
            </a:fld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37133A0-25EA-4C46-B27F-1C1C1AABB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852241"/>
              </p:ext>
            </p:extLst>
          </p:nvPr>
        </p:nvGraphicFramePr>
        <p:xfrm>
          <a:off x="6313968" y="4471979"/>
          <a:ext cx="503983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944">
                  <a:extLst>
                    <a:ext uri="{9D8B030D-6E8A-4147-A177-3AD203B41FA5}">
                      <a16:colId xmlns:a16="http://schemas.microsoft.com/office/drawing/2014/main" val="558077844"/>
                    </a:ext>
                  </a:extLst>
                </a:gridCol>
                <a:gridCol w="1679944">
                  <a:extLst>
                    <a:ext uri="{9D8B030D-6E8A-4147-A177-3AD203B41FA5}">
                      <a16:colId xmlns:a16="http://schemas.microsoft.com/office/drawing/2014/main" val="1013170097"/>
                    </a:ext>
                  </a:extLst>
                </a:gridCol>
                <a:gridCol w="1679944">
                  <a:extLst>
                    <a:ext uri="{9D8B030D-6E8A-4147-A177-3AD203B41FA5}">
                      <a16:colId xmlns:a16="http://schemas.microsoft.com/office/drawing/2014/main" val="3455291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possibilities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(0 or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 2 possibilities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(0 or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 2 possibility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(0 or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2825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7EF52B-9E1E-4650-9978-43795DFF4D12}"/>
              </a:ext>
            </a:extLst>
          </p:cNvPr>
          <p:cNvSpPr txBox="1"/>
          <p:nvPr/>
        </p:nvSpPr>
        <p:spPr>
          <a:xfrm>
            <a:off x="7305324" y="5368330"/>
            <a:ext cx="3057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# Binary Strings = 2 ^ 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964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Space Example 3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055355"/>
              </p:ext>
            </p:extLst>
          </p:nvPr>
        </p:nvGraphicFramePr>
        <p:xfrm>
          <a:off x="1676400" y="147410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304BD1F-5406-44B9-92A3-817063B3F22E}"/>
              </a:ext>
            </a:extLst>
          </p:cNvPr>
          <p:cNvSpPr txBox="1"/>
          <p:nvPr/>
        </p:nvSpPr>
        <p:spPr>
          <a:xfrm>
            <a:off x="257079" y="2445489"/>
            <a:ext cx="1265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Length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F9A4F2-98CA-4DD3-90B0-544EA8066C56}"/>
              </a:ext>
            </a:extLst>
          </p:cNvPr>
          <p:cNvSpPr txBox="1"/>
          <p:nvPr/>
        </p:nvSpPr>
        <p:spPr>
          <a:xfrm>
            <a:off x="257079" y="3091267"/>
            <a:ext cx="1265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Length =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499374-1727-49AD-8C3A-ADE588A12263}"/>
              </a:ext>
            </a:extLst>
          </p:cNvPr>
          <p:cNvSpPr txBox="1"/>
          <p:nvPr/>
        </p:nvSpPr>
        <p:spPr>
          <a:xfrm>
            <a:off x="257079" y="3756132"/>
            <a:ext cx="1265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Length =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2DE27-5755-4221-B698-F400AD6DEE4F}"/>
              </a:ext>
            </a:extLst>
          </p:cNvPr>
          <p:cNvSpPr txBox="1"/>
          <p:nvPr/>
        </p:nvSpPr>
        <p:spPr>
          <a:xfrm>
            <a:off x="257079" y="4401910"/>
            <a:ext cx="1265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>
                <a:solidFill>
                  <a:srgbClr val="C00000"/>
                </a:solidFill>
              </a:rPr>
              <a:t>Length =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0AE1D7-0FA9-4F63-961E-1D57BF030B79}"/>
              </a:ext>
            </a:extLst>
          </p:cNvPr>
          <p:cNvSpPr txBox="1"/>
          <p:nvPr/>
        </p:nvSpPr>
        <p:spPr>
          <a:xfrm>
            <a:off x="3872150" y="5274516"/>
            <a:ext cx="4941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At length == 3, we will print the string.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4701D9-8AA6-40D5-824E-2709216C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56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FB1AC-73D2-4D1A-9199-9517EF01A606}"/>
              </a:ext>
            </a:extLst>
          </p:cNvPr>
          <p:cNvCxnSpPr>
            <a:cxnSpLocks/>
          </p:cNvCxnSpPr>
          <p:nvPr/>
        </p:nvCxnSpPr>
        <p:spPr>
          <a:xfrm>
            <a:off x="1523067" y="4915837"/>
            <a:ext cx="635342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CA8FA10-AEE1-459B-82EF-D3B1055CFBC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53294" y="2719344"/>
            <a:ext cx="2342707" cy="248879"/>
          </a:xfrm>
          <a:prstGeom prst="bentConnector3">
            <a:avLst>
              <a:gd name="adj1" fmla="val 99471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889247B-B22C-4FB5-A2D1-9DF5B18BA549}"/>
              </a:ext>
            </a:extLst>
          </p:cNvPr>
          <p:cNvCxnSpPr>
            <a:cxnSpLocks/>
          </p:cNvCxnSpPr>
          <p:nvPr/>
        </p:nvCxnSpPr>
        <p:spPr>
          <a:xfrm>
            <a:off x="7023374" y="2719347"/>
            <a:ext cx="2609724" cy="248877"/>
          </a:xfrm>
          <a:prstGeom prst="bentConnector3">
            <a:avLst>
              <a:gd name="adj1" fmla="val 99705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D7A06DB-197B-446B-A5FE-3B758CA9FE21}"/>
              </a:ext>
            </a:extLst>
          </p:cNvPr>
          <p:cNvCxnSpPr>
            <a:cxnSpLocks/>
          </p:cNvCxnSpPr>
          <p:nvPr/>
        </p:nvCxnSpPr>
        <p:spPr>
          <a:xfrm>
            <a:off x="2940742" y="4901712"/>
            <a:ext cx="635342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DB1FE18-3ABD-4271-8CBF-DB4DD6792D3B}"/>
              </a:ext>
            </a:extLst>
          </p:cNvPr>
          <p:cNvCxnSpPr>
            <a:cxnSpLocks/>
          </p:cNvCxnSpPr>
          <p:nvPr/>
        </p:nvCxnSpPr>
        <p:spPr>
          <a:xfrm>
            <a:off x="4248546" y="4908851"/>
            <a:ext cx="635342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9C359F-0F55-4554-8407-01F793C03FA7}"/>
              </a:ext>
            </a:extLst>
          </p:cNvPr>
          <p:cNvCxnSpPr>
            <a:cxnSpLocks/>
          </p:cNvCxnSpPr>
          <p:nvPr/>
        </p:nvCxnSpPr>
        <p:spPr>
          <a:xfrm>
            <a:off x="5602423" y="4894726"/>
            <a:ext cx="635342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5E1261-9924-4F44-B756-61F7CD21EBFB}"/>
              </a:ext>
            </a:extLst>
          </p:cNvPr>
          <p:cNvCxnSpPr>
            <a:cxnSpLocks/>
          </p:cNvCxnSpPr>
          <p:nvPr/>
        </p:nvCxnSpPr>
        <p:spPr>
          <a:xfrm>
            <a:off x="6875254" y="4880600"/>
            <a:ext cx="635342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6B76DD0-45E5-481A-B760-099021155F80}"/>
              </a:ext>
            </a:extLst>
          </p:cNvPr>
          <p:cNvCxnSpPr>
            <a:cxnSpLocks/>
          </p:cNvCxnSpPr>
          <p:nvPr/>
        </p:nvCxnSpPr>
        <p:spPr>
          <a:xfrm>
            <a:off x="8250397" y="4866475"/>
            <a:ext cx="635342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3E36AD2-4603-470B-894C-E898EF1CD7F4}"/>
              </a:ext>
            </a:extLst>
          </p:cNvPr>
          <p:cNvCxnSpPr>
            <a:cxnSpLocks/>
          </p:cNvCxnSpPr>
          <p:nvPr/>
        </p:nvCxnSpPr>
        <p:spPr>
          <a:xfrm>
            <a:off x="9579004" y="4894725"/>
            <a:ext cx="635342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F9848FF-549D-4E28-AFD5-FF4B54D0042E}"/>
              </a:ext>
            </a:extLst>
          </p:cNvPr>
          <p:cNvCxnSpPr>
            <a:cxnSpLocks/>
          </p:cNvCxnSpPr>
          <p:nvPr/>
        </p:nvCxnSpPr>
        <p:spPr>
          <a:xfrm>
            <a:off x="10943514" y="4880600"/>
            <a:ext cx="635342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97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Space Example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1473693"/>
            <a:ext cx="10515600" cy="470327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void binary(string s, int n){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if(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s.length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() == n){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cout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&lt;&lt; s &lt;&lt; “   ”;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}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b="1" dirty="0"/>
              <a:t>binary</a:t>
            </a:r>
            <a:r>
              <a:rPr lang="en-US" dirty="0"/>
              <a:t>(s+</a:t>
            </a:r>
            <a:r>
              <a:rPr lang="en-US" dirty="0">
                <a:solidFill>
                  <a:srgbClr val="C00000"/>
                </a:solidFill>
              </a:rPr>
              <a:t>"0"</a:t>
            </a:r>
            <a:r>
              <a:rPr lang="en-US" dirty="0"/>
              <a:t>, n);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b="1" dirty="0"/>
              <a:t>binary</a:t>
            </a:r>
            <a:r>
              <a:rPr lang="en-US" dirty="0"/>
              <a:t>(s+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"1"</a:t>
            </a:r>
            <a:r>
              <a:rPr lang="en-US" dirty="0"/>
              <a:t>, n);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//call</a:t>
            </a:r>
          </a:p>
          <a:p>
            <a:pPr marL="0" indent="0">
              <a:buNone/>
            </a:pPr>
            <a:r>
              <a:rPr lang="en-US" dirty="0"/>
              <a:t>binary("", n);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D0603013-DB1E-49B7-B257-C4B4802B4E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1218941"/>
              </p:ext>
            </p:extLst>
          </p:nvPr>
        </p:nvGraphicFramePr>
        <p:xfrm>
          <a:off x="4782878" y="1968081"/>
          <a:ext cx="7178749" cy="3416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2FD0EA-83D3-4FE3-9BAA-7DD48A23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57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263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Space 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73693"/>
            <a:ext cx="5181600" cy="501918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b="1" dirty="0"/>
              <a:t>Find Binary String</a:t>
            </a:r>
          </a:p>
          <a:p>
            <a:pPr marL="0" indent="0">
              <a:buNone/>
            </a:pPr>
            <a:r>
              <a:rPr lang="en-US" dirty="0"/>
              <a:t>Given m binary strings, find a </a:t>
            </a:r>
            <a:r>
              <a:rPr lang="en-US" dirty="0">
                <a:solidFill>
                  <a:srgbClr val="C00000"/>
                </a:solidFill>
              </a:rPr>
              <a:t>binary string of length n containing all m strings as substrings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b="1" dirty="0"/>
              <a:t>Input Format:</a:t>
            </a:r>
          </a:p>
          <a:p>
            <a:pPr marL="0" indent="0">
              <a:buNone/>
            </a:pPr>
            <a:r>
              <a:rPr lang="en-US" dirty="0"/>
              <a:t>One line containing m and n separated by a space</a:t>
            </a:r>
          </a:p>
          <a:p>
            <a:pPr marL="0" indent="0">
              <a:buNone/>
            </a:pPr>
            <a:r>
              <a:rPr lang="en-US" dirty="0"/>
              <a:t>m lines containing m binary strings</a:t>
            </a:r>
          </a:p>
          <a:p>
            <a:pPr marL="0" indent="0">
              <a:buNone/>
            </a:pPr>
            <a:r>
              <a:rPr lang="en-US" b="1" dirty="0"/>
              <a:t>Output Format</a:t>
            </a:r>
          </a:p>
          <a:p>
            <a:pPr marL="0" indent="0">
              <a:buNone/>
            </a:pPr>
            <a:r>
              <a:rPr lang="en-US" dirty="0"/>
              <a:t>One line containing the binary string</a:t>
            </a:r>
          </a:p>
          <a:p>
            <a:pPr marL="0" indent="0">
              <a:buNone/>
            </a:pPr>
            <a:r>
              <a:rPr lang="en-US" b="1" dirty="0"/>
              <a:t>Input Sample</a:t>
            </a:r>
          </a:p>
          <a:p>
            <a:pPr marL="0" indent="0">
              <a:buNone/>
            </a:pPr>
            <a:r>
              <a:rPr lang="en-US" sz="2900" dirty="0"/>
              <a:t>2 </a:t>
            </a:r>
            <a:r>
              <a:rPr lang="en-US" sz="2900" dirty="0">
                <a:solidFill>
                  <a:srgbClr val="C00000"/>
                </a:solidFill>
              </a:rPr>
              <a:t>4</a:t>
            </a:r>
          </a:p>
          <a:p>
            <a:pPr marL="0" indent="0">
              <a:buNone/>
            </a:pPr>
            <a:r>
              <a:rPr lang="en-US" sz="2900" dirty="0"/>
              <a:t>101</a:t>
            </a:r>
          </a:p>
          <a:p>
            <a:pPr marL="0" indent="0">
              <a:buNone/>
            </a:pPr>
            <a:r>
              <a:rPr lang="en-US" sz="2900" dirty="0"/>
              <a:t>011</a:t>
            </a:r>
          </a:p>
          <a:p>
            <a:pPr marL="0" lvl="0" indent="0">
              <a:buNone/>
            </a:pPr>
            <a:r>
              <a:rPr lang="en-US" b="1" dirty="0">
                <a:solidFill>
                  <a:prstClr val="black"/>
                </a:solidFill>
              </a:rPr>
              <a:t>Output Sample</a:t>
            </a:r>
          </a:p>
          <a:p>
            <a:pPr marL="0" indent="0">
              <a:buNone/>
            </a:pPr>
            <a:r>
              <a:rPr lang="en-US" sz="2900" dirty="0"/>
              <a:t>1011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473693"/>
            <a:ext cx="5459819" cy="4703270"/>
          </a:xfrm>
        </p:spPr>
        <p:txBody>
          <a:bodyPr>
            <a:normAutofit fontScale="70000" lnSpcReduction="20000"/>
          </a:bodyPr>
          <a:lstStyle/>
          <a:p>
            <a:r>
              <a:rPr lang="en-US" sz="3400" dirty="0"/>
              <a:t>Set </a:t>
            </a:r>
            <a:r>
              <a:rPr lang="en-US" sz="3400" b="1" dirty="0"/>
              <a:t>A</a:t>
            </a:r>
            <a:r>
              <a:rPr lang="en-US" sz="3400" dirty="0"/>
              <a:t> is {0000, 0001, 0010, 0011, 0100, 0101, 0110, 0111, 1000, 1001, 1010, </a:t>
            </a:r>
            <a:r>
              <a:rPr lang="en-US" sz="3400" b="1" dirty="0"/>
              <a:t>1011</a:t>
            </a:r>
            <a:r>
              <a:rPr lang="en-US" sz="3400" dirty="0"/>
              <a:t>, 1100, 1101, 1110, 1111}</a:t>
            </a:r>
          </a:p>
          <a:p>
            <a:r>
              <a:rPr lang="en-US" sz="3400" dirty="0"/>
              <a:t>How to enumerate over search space?</a:t>
            </a:r>
          </a:p>
          <a:p>
            <a:pPr lvl="1"/>
            <a:r>
              <a:rPr lang="en-US" sz="3400" dirty="0">
                <a:solidFill>
                  <a:srgbClr val="002060"/>
                </a:solidFill>
              </a:rPr>
              <a:t>Use recursion to generate all binary strings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01449-3E7D-4616-9024-7C9EA9A4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58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691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Space Example 4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676400" y="147410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304BD1F-5406-44B9-92A3-817063B3F22E}"/>
              </a:ext>
            </a:extLst>
          </p:cNvPr>
          <p:cNvSpPr txBox="1"/>
          <p:nvPr/>
        </p:nvSpPr>
        <p:spPr>
          <a:xfrm>
            <a:off x="257079" y="2445489"/>
            <a:ext cx="1265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Length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F9A4F2-98CA-4DD3-90B0-544EA8066C56}"/>
              </a:ext>
            </a:extLst>
          </p:cNvPr>
          <p:cNvSpPr txBox="1"/>
          <p:nvPr/>
        </p:nvSpPr>
        <p:spPr>
          <a:xfrm>
            <a:off x="257079" y="3091267"/>
            <a:ext cx="1265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Length =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499374-1727-49AD-8C3A-ADE588A12263}"/>
              </a:ext>
            </a:extLst>
          </p:cNvPr>
          <p:cNvSpPr txBox="1"/>
          <p:nvPr/>
        </p:nvSpPr>
        <p:spPr>
          <a:xfrm>
            <a:off x="257079" y="3756132"/>
            <a:ext cx="1265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Length =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2DE27-5755-4221-B698-F400AD6DEE4F}"/>
              </a:ext>
            </a:extLst>
          </p:cNvPr>
          <p:cNvSpPr txBox="1"/>
          <p:nvPr/>
        </p:nvSpPr>
        <p:spPr>
          <a:xfrm>
            <a:off x="257079" y="4401910"/>
            <a:ext cx="1265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>
                <a:solidFill>
                  <a:srgbClr val="C00000"/>
                </a:solidFill>
              </a:rPr>
              <a:t>Length =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1CDD2A-8504-4FB4-8698-E3B491E1B7AB}"/>
              </a:ext>
            </a:extLst>
          </p:cNvPr>
          <p:cNvSpPr txBox="1"/>
          <p:nvPr/>
        </p:nvSpPr>
        <p:spPr>
          <a:xfrm>
            <a:off x="2021326" y="5285149"/>
            <a:ext cx="8149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</a:rPr>
              <a:t>Assuming n = 3, then:</a:t>
            </a:r>
            <a:br>
              <a:rPr lang="en-US" sz="2400" dirty="0">
                <a:solidFill>
                  <a:srgbClr val="7030A0"/>
                </a:solidFill>
              </a:rPr>
            </a:br>
            <a:r>
              <a:rPr lang="en-US" sz="2400" dirty="0">
                <a:solidFill>
                  <a:srgbClr val="7030A0"/>
                </a:solidFill>
              </a:rPr>
              <a:t>at length == 3, we will check if the string matches the condition.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A1EAE8-B300-4A87-9496-7B781FB59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5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Space Example 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1633" y="1516223"/>
            <a:ext cx="10515600" cy="470327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string </a:t>
            </a:r>
            <a:r>
              <a:rPr lang="en-US" dirty="0" err="1"/>
              <a:t>generateString</a:t>
            </a:r>
            <a:r>
              <a:rPr lang="en-US" dirty="0"/>
              <a:t>(string s, </a:t>
            </a:r>
            <a:r>
              <a:rPr lang="en-US" dirty="0" err="1"/>
              <a:t>int</a:t>
            </a:r>
            <a:r>
              <a:rPr lang="en-US" dirty="0"/>
              <a:t> n, vector&lt;string&gt; </a:t>
            </a:r>
            <a:r>
              <a:rPr lang="en-US" dirty="0" err="1"/>
              <a:t>stringList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if(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s.length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() == n){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if(</a:t>
            </a:r>
            <a:r>
              <a:rPr lang="en-US" u="sng" dirty="0" err="1">
                <a:solidFill>
                  <a:schemeClr val="accent2">
                    <a:lumMod val="75000"/>
                  </a:schemeClr>
                </a:solidFill>
              </a:rPr>
              <a:t>correctString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(s,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stringList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))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    return s;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else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    return "";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/>
              <a:t>    string s1 = </a:t>
            </a:r>
            <a:r>
              <a:rPr lang="en-US" dirty="0" err="1"/>
              <a:t>generateString</a:t>
            </a:r>
            <a:r>
              <a:rPr lang="en-US" dirty="0"/>
              <a:t>(s+</a:t>
            </a:r>
            <a:r>
              <a:rPr lang="en-US" dirty="0">
                <a:solidFill>
                  <a:srgbClr val="C00000"/>
                </a:solidFill>
              </a:rPr>
              <a:t>"0"</a:t>
            </a:r>
            <a:r>
              <a:rPr lang="en-US" dirty="0"/>
              <a:t>, n, </a:t>
            </a:r>
            <a:r>
              <a:rPr lang="en-US" dirty="0" err="1"/>
              <a:t>stringList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string s2 = </a:t>
            </a:r>
            <a:r>
              <a:rPr lang="en-US" dirty="0" err="1"/>
              <a:t>generateString</a:t>
            </a:r>
            <a:r>
              <a:rPr lang="en-US" dirty="0"/>
              <a:t>(s+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"1"</a:t>
            </a:r>
            <a:r>
              <a:rPr lang="en-US" dirty="0"/>
              <a:t>, n, </a:t>
            </a:r>
            <a:r>
              <a:rPr lang="en-US" dirty="0" err="1"/>
              <a:t>stringList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return s1 == “” ? s2 : s1;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//call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generateString</a:t>
            </a:r>
            <a:r>
              <a:rPr lang="en-US" dirty="0"/>
              <a:t>("", n, </a:t>
            </a:r>
            <a:r>
              <a:rPr lang="en-US" dirty="0" err="1"/>
              <a:t>stringList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EEFA4-AC4C-4816-9777-CBA0A2564036}"/>
              </a:ext>
            </a:extLst>
          </p:cNvPr>
          <p:cNvSpPr txBox="1"/>
          <p:nvPr/>
        </p:nvSpPr>
        <p:spPr>
          <a:xfrm>
            <a:off x="6096000" y="2033712"/>
            <a:ext cx="6055760" cy="313932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bool </a:t>
            </a:r>
            <a:r>
              <a:rPr lang="en-US" sz="2000" u="sng" dirty="0" err="1">
                <a:solidFill>
                  <a:srgbClr val="002060"/>
                </a:solidFill>
              </a:rPr>
              <a:t>correctString</a:t>
            </a:r>
            <a:r>
              <a:rPr lang="en-US" sz="2000" dirty="0">
                <a:solidFill>
                  <a:srgbClr val="002060"/>
                </a:solidFill>
              </a:rPr>
              <a:t>(string s, vector&lt;string&gt; </a:t>
            </a:r>
            <a:r>
              <a:rPr lang="en-US" sz="2000" dirty="0" err="1">
                <a:solidFill>
                  <a:srgbClr val="002060"/>
                </a:solidFill>
              </a:rPr>
              <a:t>stringList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</a:p>
          <a:p>
            <a:r>
              <a:rPr lang="en-US" sz="2000" dirty="0">
                <a:solidFill>
                  <a:srgbClr val="002060"/>
                </a:solidFill>
              </a:rPr>
              <a:t>{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         for (int i = 0; i&lt; </a:t>
            </a:r>
            <a:r>
              <a:rPr lang="en-US" sz="2000" dirty="0" err="1">
                <a:solidFill>
                  <a:srgbClr val="002060"/>
                </a:solidFill>
              </a:rPr>
              <a:t>stringList.size</a:t>
            </a:r>
            <a:r>
              <a:rPr lang="en-US" sz="2000" dirty="0">
                <a:solidFill>
                  <a:srgbClr val="002060"/>
                </a:solidFill>
              </a:rPr>
              <a:t>(); i++)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         {</a:t>
            </a:r>
          </a:p>
          <a:p>
            <a:r>
              <a:rPr lang="en-US" dirty="0">
                <a:solidFill>
                  <a:srgbClr val="00B050"/>
                </a:solidFill>
              </a:rPr>
              <a:t>                   // the following condition means not found in string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               if ( </a:t>
            </a:r>
            <a:r>
              <a:rPr lang="en-US" sz="2000" dirty="0" err="1">
                <a:solidFill>
                  <a:srgbClr val="0070C0"/>
                </a:solidFill>
              </a:rPr>
              <a:t>s.find</a:t>
            </a:r>
            <a:r>
              <a:rPr lang="en-US" sz="2000" dirty="0">
                <a:solidFill>
                  <a:srgbClr val="0070C0"/>
                </a:solidFill>
              </a:rPr>
              <a:t>(</a:t>
            </a:r>
            <a:r>
              <a:rPr lang="en-US" sz="2000" dirty="0" err="1">
                <a:solidFill>
                  <a:srgbClr val="0070C0"/>
                </a:solidFill>
              </a:rPr>
              <a:t>stringList</a:t>
            </a:r>
            <a:r>
              <a:rPr lang="en-US" sz="2000" dirty="0">
                <a:solidFill>
                  <a:srgbClr val="0070C0"/>
                </a:solidFill>
              </a:rPr>
              <a:t>[i]) </a:t>
            </a:r>
            <a:r>
              <a:rPr lang="en-US" sz="2000" dirty="0">
                <a:solidFill>
                  <a:srgbClr val="002060"/>
                </a:solidFill>
              </a:rPr>
              <a:t>==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string::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npos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002060"/>
                </a:solidFill>
              </a:rPr>
              <a:t>)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                      return false;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         }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     return true;</a:t>
            </a:r>
          </a:p>
          <a:p>
            <a:r>
              <a:rPr lang="en-US" sz="2000" dirty="0">
                <a:solidFill>
                  <a:srgbClr val="002060"/>
                </a:solidFill>
              </a:rPr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277909-7BF5-4BD2-A23B-0F918A5E7742}"/>
              </a:ext>
            </a:extLst>
          </p:cNvPr>
          <p:cNvCxnSpPr/>
          <p:nvPr/>
        </p:nvCxnSpPr>
        <p:spPr>
          <a:xfrm>
            <a:off x="4306186" y="2392326"/>
            <a:ext cx="17898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AED253-024A-4B5D-8006-7B551173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60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37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Space Example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27638"/>
            <a:ext cx="5181600" cy="48493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/>
              <a:t>Find Maximum Formed Number</a:t>
            </a:r>
          </a:p>
          <a:p>
            <a:pPr marL="0" indent="0">
              <a:buNone/>
            </a:pPr>
            <a:r>
              <a:rPr lang="en-US" dirty="0"/>
              <a:t>Given n digits find the order of digits that forms the maximum number. </a:t>
            </a:r>
          </a:p>
          <a:p>
            <a:pPr marL="0" indent="0">
              <a:buNone/>
            </a:pPr>
            <a:r>
              <a:rPr lang="en-US" b="1" dirty="0"/>
              <a:t>Input Format:</a:t>
            </a:r>
          </a:p>
          <a:p>
            <a:pPr marL="0" indent="0">
              <a:buNone/>
            </a:pPr>
            <a:r>
              <a:rPr lang="en-US" dirty="0"/>
              <a:t>One line containing n</a:t>
            </a:r>
          </a:p>
          <a:p>
            <a:pPr marL="0" indent="0">
              <a:buNone/>
            </a:pPr>
            <a:r>
              <a:rPr lang="en-US" dirty="0"/>
              <a:t>One line containing n digits separated by spaces</a:t>
            </a:r>
          </a:p>
          <a:p>
            <a:pPr marL="0" indent="0">
              <a:buNone/>
            </a:pPr>
            <a:r>
              <a:rPr lang="en-US" b="1" dirty="0"/>
              <a:t>Output Format</a:t>
            </a:r>
          </a:p>
          <a:p>
            <a:pPr marL="0" indent="0">
              <a:buNone/>
            </a:pPr>
            <a:r>
              <a:rPr lang="en-US" dirty="0"/>
              <a:t>One line containing the maximum number</a:t>
            </a:r>
          </a:p>
          <a:p>
            <a:pPr marL="0" indent="0">
              <a:buNone/>
            </a:pPr>
            <a:r>
              <a:rPr lang="en-US" b="1" dirty="0"/>
              <a:t>Input Sample</a:t>
            </a:r>
          </a:p>
          <a:p>
            <a:pPr marL="0" indent="0">
              <a:buNone/>
            </a:pPr>
            <a:r>
              <a:rPr lang="en-US" sz="2000" dirty="0"/>
              <a:t>3</a:t>
            </a:r>
          </a:p>
          <a:p>
            <a:pPr marL="0" indent="0">
              <a:buNone/>
            </a:pPr>
            <a:r>
              <a:rPr lang="en-US" sz="2000" dirty="0"/>
              <a:t>3 7 5</a:t>
            </a:r>
          </a:p>
          <a:p>
            <a:pPr marL="0" lvl="0" indent="0">
              <a:buNone/>
            </a:pPr>
            <a:r>
              <a:rPr lang="en-US" b="1" dirty="0">
                <a:solidFill>
                  <a:prstClr val="black"/>
                </a:solidFill>
              </a:rPr>
              <a:t>Output Sample</a:t>
            </a:r>
          </a:p>
          <a:p>
            <a:pPr marL="0" indent="0">
              <a:buNone/>
            </a:pPr>
            <a:r>
              <a:rPr lang="en-US" sz="1800" dirty="0"/>
              <a:t>753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27638"/>
            <a:ext cx="5181600" cy="484932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Set </a:t>
            </a:r>
            <a:r>
              <a:rPr lang="en-US" b="1" dirty="0"/>
              <a:t>A</a:t>
            </a:r>
            <a:r>
              <a:rPr lang="en-US" dirty="0"/>
              <a:t> is {375, 357, </a:t>
            </a:r>
            <a:r>
              <a:rPr lang="en-US" b="1" dirty="0"/>
              <a:t>753</a:t>
            </a:r>
            <a:r>
              <a:rPr lang="en-US" dirty="0"/>
              <a:t>, 735, 537, 573}}</a:t>
            </a:r>
          </a:p>
          <a:p>
            <a:r>
              <a:rPr lang="en-US" dirty="0"/>
              <a:t>How to enumerate over search space?</a:t>
            </a:r>
          </a:p>
          <a:p>
            <a:pPr lvl="1"/>
            <a:r>
              <a:rPr lang="en-US" dirty="0"/>
              <a:t>Use recursion to generate </a:t>
            </a:r>
            <a:r>
              <a:rPr lang="en-US" dirty="0">
                <a:solidFill>
                  <a:srgbClr val="7030A0"/>
                </a:solidFill>
              </a:rPr>
              <a:t>all permutations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F743D-8662-473B-8300-8CE9DAD2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61</a:t>
            </a:fld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6A81BC0-A589-4345-8F48-4DC92D0EB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975153"/>
              </p:ext>
            </p:extLst>
          </p:nvPr>
        </p:nvGraphicFramePr>
        <p:xfrm>
          <a:off x="6709143" y="4951402"/>
          <a:ext cx="50398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944">
                  <a:extLst>
                    <a:ext uri="{9D8B030D-6E8A-4147-A177-3AD203B41FA5}">
                      <a16:colId xmlns:a16="http://schemas.microsoft.com/office/drawing/2014/main" val="558077844"/>
                    </a:ext>
                  </a:extLst>
                </a:gridCol>
                <a:gridCol w="1679944">
                  <a:extLst>
                    <a:ext uri="{9D8B030D-6E8A-4147-A177-3AD203B41FA5}">
                      <a16:colId xmlns:a16="http://schemas.microsoft.com/office/drawing/2014/main" val="1013170097"/>
                    </a:ext>
                  </a:extLst>
                </a:gridCol>
                <a:gridCol w="1679944">
                  <a:extLst>
                    <a:ext uri="{9D8B030D-6E8A-4147-A177-3AD203B41FA5}">
                      <a16:colId xmlns:a16="http://schemas.microsoft.com/office/drawing/2014/main" val="3455291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 possibilities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 2 possibilities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 1 possibility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2825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AAB2E5-958E-4F0C-9BFF-1B4D4DDD6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23607"/>
              </p:ext>
            </p:extLst>
          </p:nvPr>
        </p:nvGraphicFramePr>
        <p:xfrm>
          <a:off x="7410892" y="2882361"/>
          <a:ext cx="3733209" cy="1737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44403">
                  <a:extLst>
                    <a:ext uri="{9D8B030D-6E8A-4147-A177-3AD203B41FA5}">
                      <a16:colId xmlns:a16="http://schemas.microsoft.com/office/drawing/2014/main" val="558077844"/>
                    </a:ext>
                  </a:extLst>
                </a:gridCol>
                <a:gridCol w="1244403">
                  <a:extLst>
                    <a:ext uri="{9D8B030D-6E8A-4147-A177-3AD203B41FA5}">
                      <a16:colId xmlns:a16="http://schemas.microsoft.com/office/drawing/2014/main" val="1013170097"/>
                    </a:ext>
                  </a:extLst>
                </a:gridCol>
                <a:gridCol w="1244403">
                  <a:extLst>
                    <a:ext uri="{9D8B030D-6E8A-4147-A177-3AD203B41FA5}">
                      <a16:colId xmlns:a16="http://schemas.microsoft.com/office/drawing/2014/main" val="3455291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7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5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  <a:p>
                      <a:pPr algn="ctr"/>
                      <a:r>
                        <a:rPr lang="en-US" dirty="0"/>
                        <a:t>5</a:t>
                      </a:r>
                    </a:p>
                    <a:p>
                      <a:pPr algn="ctr"/>
                      <a:r>
                        <a:rPr lang="en-US" dirty="0"/>
                        <a:t>3</a:t>
                      </a:r>
                    </a:p>
                    <a:p>
                      <a:pPr algn="ctr"/>
                      <a:r>
                        <a:rPr lang="en-US" dirty="0"/>
                        <a:t>5</a:t>
                      </a:r>
                    </a:p>
                    <a:p>
                      <a:pPr algn="ctr"/>
                      <a:r>
                        <a:rPr lang="en-US" dirty="0"/>
                        <a:t>3</a:t>
                      </a:r>
                    </a:p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  <a:p>
                      <a:pPr algn="ctr"/>
                      <a:r>
                        <a:rPr lang="en-US" dirty="0"/>
                        <a:t>7</a:t>
                      </a:r>
                    </a:p>
                    <a:p>
                      <a:pPr algn="ctr"/>
                      <a:r>
                        <a:rPr lang="en-US" dirty="0"/>
                        <a:t>5</a:t>
                      </a:r>
                    </a:p>
                    <a:p>
                      <a:pPr algn="ctr"/>
                      <a:r>
                        <a:rPr lang="en-US" dirty="0"/>
                        <a:t>3</a:t>
                      </a:r>
                    </a:p>
                    <a:p>
                      <a:pPr algn="ctr"/>
                      <a:r>
                        <a:rPr lang="en-US" dirty="0"/>
                        <a:t>7</a:t>
                      </a:r>
                    </a:p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2825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D3B02AF-71A8-414D-9114-9743EC24BE7C}"/>
              </a:ext>
            </a:extLst>
          </p:cNvPr>
          <p:cNvSpPr txBox="1"/>
          <p:nvPr/>
        </p:nvSpPr>
        <p:spPr>
          <a:xfrm>
            <a:off x="7871316" y="5597355"/>
            <a:ext cx="2680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# Permutations = 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988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3734"/>
            <a:ext cx="10515600" cy="1325563"/>
          </a:xfrm>
        </p:spPr>
        <p:txBody>
          <a:bodyPr/>
          <a:lstStyle/>
          <a:p>
            <a:r>
              <a:rPr lang="en-US" dirty="0"/>
              <a:t>Search Space Example 5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046823"/>
              </p:ext>
            </p:extLst>
          </p:nvPr>
        </p:nvGraphicFramePr>
        <p:xfrm>
          <a:off x="2560674" y="1142955"/>
          <a:ext cx="9050079" cy="3739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3B107E-711C-4BAB-812E-BEF8A875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62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7B4C5C-9D3E-4720-A6AF-F5CA48E109C6}"/>
              </a:ext>
            </a:extLst>
          </p:cNvPr>
          <p:cNvSpPr txBox="1"/>
          <p:nvPr/>
        </p:nvSpPr>
        <p:spPr>
          <a:xfrm>
            <a:off x="2828260" y="4777861"/>
            <a:ext cx="81445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Base Case:</a:t>
            </a:r>
            <a:r>
              <a:rPr lang="en-US" sz="2400" dirty="0"/>
              <a:t> if number of digits = 3 </a:t>
            </a:r>
            <a:r>
              <a:rPr lang="en-US" sz="2400" dirty="0">
                <a:sym typeface="Wingdings" panose="05000000000000000000" pitchFamily="2" charset="2"/>
              </a:rPr>
              <a:t> if (index == n)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# Recursive Calls:</a:t>
            </a:r>
            <a:r>
              <a:rPr lang="en-US" sz="2400" dirty="0"/>
              <a:t> which is the number of branches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first level: 3 branches, second level: 2, third level: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Then, we need </a:t>
            </a:r>
            <a:r>
              <a:rPr lang="en-US" sz="2400" dirty="0">
                <a:solidFill>
                  <a:srgbClr val="C00000"/>
                </a:solidFill>
              </a:rPr>
              <a:t>“visited” or “</a:t>
            </a:r>
            <a:r>
              <a:rPr lang="en-US" sz="2400" dirty="0" err="1">
                <a:solidFill>
                  <a:srgbClr val="C00000"/>
                </a:solidFill>
              </a:rPr>
              <a:t>isused</a:t>
            </a:r>
            <a:r>
              <a:rPr lang="en-US" sz="2400" dirty="0">
                <a:solidFill>
                  <a:srgbClr val="C00000"/>
                </a:solidFill>
              </a:rPr>
              <a:t>” boolean array/vector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5BBC70-352B-40AD-AE20-ECCB7277B2E6}"/>
              </a:ext>
            </a:extLst>
          </p:cNvPr>
          <p:cNvSpPr txBox="1"/>
          <p:nvPr/>
        </p:nvSpPr>
        <p:spPr>
          <a:xfrm>
            <a:off x="709896" y="1732708"/>
            <a:ext cx="1121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index =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CC227-61A0-467D-A4CE-FCA61E0C3E13}"/>
              </a:ext>
            </a:extLst>
          </p:cNvPr>
          <p:cNvSpPr txBox="1"/>
          <p:nvPr/>
        </p:nvSpPr>
        <p:spPr>
          <a:xfrm>
            <a:off x="709896" y="2483022"/>
            <a:ext cx="1121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index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075EE-B275-429E-B36E-61BF07539F0A}"/>
              </a:ext>
            </a:extLst>
          </p:cNvPr>
          <p:cNvSpPr txBox="1"/>
          <p:nvPr/>
        </p:nvSpPr>
        <p:spPr>
          <a:xfrm>
            <a:off x="709896" y="3180480"/>
            <a:ext cx="1121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index =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62B577-9C64-44C1-8214-51573C4B697B}"/>
              </a:ext>
            </a:extLst>
          </p:cNvPr>
          <p:cNvSpPr txBox="1"/>
          <p:nvPr/>
        </p:nvSpPr>
        <p:spPr>
          <a:xfrm>
            <a:off x="709896" y="3936412"/>
            <a:ext cx="1121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>
                <a:solidFill>
                  <a:srgbClr val="C00000"/>
                </a:solidFill>
              </a:rPr>
              <a:t>index = 3</a:t>
            </a:r>
          </a:p>
        </p:txBody>
      </p:sp>
    </p:spTree>
    <p:extLst>
      <p:ext uri="{BB962C8B-B14F-4D97-AF65-F5344CB8AC3E}">
        <p14:creationId xmlns:p14="http://schemas.microsoft.com/office/powerpoint/2010/main" val="191314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Search Space Example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279" y="994033"/>
            <a:ext cx="10866473" cy="57274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void </a:t>
            </a:r>
            <a:r>
              <a:rPr lang="en-US" sz="2000" dirty="0" err="1"/>
              <a:t>generateNumber</a:t>
            </a:r>
            <a:r>
              <a:rPr lang="en-US" sz="2000" dirty="0"/>
              <a:t>(</a:t>
            </a:r>
            <a:r>
              <a:rPr lang="en-US" sz="2000" dirty="0" err="1">
                <a:solidFill>
                  <a:srgbClr val="7030A0"/>
                </a:solidFill>
              </a:rPr>
              <a:t>int</a:t>
            </a:r>
            <a:r>
              <a:rPr lang="en-US" sz="2000" dirty="0">
                <a:solidFill>
                  <a:srgbClr val="7030A0"/>
                </a:solidFill>
              </a:rPr>
              <a:t> number</a:t>
            </a:r>
            <a:r>
              <a:rPr lang="en-US" sz="2000" dirty="0">
                <a:solidFill>
                  <a:srgbClr val="C00000"/>
                </a:solidFill>
              </a:rPr>
              <a:t>, </a:t>
            </a:r>
            <a:r>
              <a:rPr lang="en-US" sz="2000" b="1" dirty="0"/>
              <a:t>vector&lt;</a:t>
            </a:r>
            <a:r>
              <a:rPr lang="en-US" sz="2000" b="1" dirty="0" err="1"/>
              <a:t>int</a:t>
            </a:r>
            <a:r>
              <a:rPr lang="en-US" sz="2000" b="1" dirty="0"/>
              <a:t>&gt; digits</a:t>
            </a:r>
            <a:r>
              <a:rPr lang="en-US" sz="2000" dirty="0"/>
              <a:t>, vector&lt;bool&gt; </a:t>
            </a:r>
            <a:r>
              <a:rPr lang="en-US" sz="2000" dirty="0" err="1"/>
              <a:t>isused</a:t>
            </a:r>
            <a:r>
              <a:rPr lang="en-US" sz="2000" dirty="0"/>
              <a:t>, </a:t>
            </a:r>
            <a:r>
              <a:rPr lang="en-US" sz="2000" dirty="0" err="1"/>
              <a:t>int</a:t>
            </a:r>
            <a:r>
              <a:rPr lang="en-US" sz="2000" dirty="0"/>
              <a:t>&amp; max, </a:t>
            </a:r>
            <a:r>
              <a:rPr lang="en-US" sz="2000" b="1" dirty="0" err="1"/>
              <a:t>int</a:t>
            </a:r>
            <a:r>
              <a:rPr lang="en-US" sz="2000" b="1" dirty="0"/>
              <a:t> n</a:t>
            </a:r>
            <a:r>
              <a:rPr lang="en-US" sz="2000" dirty="0"/>
              <a:t>,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index</a:t>
            </a:r>
            <a:r>
              <a:rPr lang="en-US" sz="2000" dirty="0"/>
              <a:t>){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    if( index == n){</a:t>
            </a:r>
          </a:p>
          <a:p>
            <a:pPr marL="0" indent="0">
              <a:buNone/>
            </a:pPr>
            <a:r>
              <a:rPr lang="en-US" sz="2000" dirty="0"/>
              <a:t>        if(number &gt; max)        </a:t>
            </a:r>
          </a:p>
          <a:p>
            <a:pPr marL="0" indent="0">
              <a:buNone/>
            </a:pPr>
            <a:r>
              <a:rPr lang="en-US" sz="2000" dirty="0"/>
              <a:t>            max = number;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        return;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    for(</a:t>
            </a:r>
            <a:r>
              <a:rPr lang="en-US" sz="2000" dirty="0" err="1">
                <a:solidFill>
                  <a:srgbClr val="00B050"/>
                </a:solidFill>
              </a:rPr>
              <a:t>int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i</a:t>
            </a:r>
            <a:r>
              <a:rPr lang="en-US" sz="2000" dirty="0">
                <a:solidFill>
                  <a:srgbClr val="00B050"/>
                </a:solidFill>
              </a:rPr>
              <a:t> = 0; </a:t>
            </a:r>
            <a:r>
              <a:rPr lang="en-US" sz="2000" dirty="0" err="1">
                <a:solidFill>
                  <a:srgbClr val="00B050"/>
                </a:solidFill>
              </a:rPr>
              <a:t>i</a:t>
            </a:r>
            <a:r>
              <a:rPr lang="en-US" sz="2000" dirty="0">
                <a:solidFill>
                  <a:srgbClr val="00B050"/>
                </a:solidFill>
              </a:rPr>
              <a:t> &lt; n; ++</a:t>
            </a:r>
            <a:r>
              <a:rPr lang="en-US" sz="2000" dirty="0" err="1">
                <a:solidFill>
                  <a:srgbClr val="00B050"/>
                </a:solidFill>
              </a:rPr>
              <a:t>i</a:t>
            </a:r>
            <a:r>
              <a:rPr lang="en-US" sz="2000" dirty="0">
                <a:solidFill>
                  <a:srgbClr val="00B050"/>
                </a:solidFill>
              </a:rPr>
              <a:t>){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        if( ! </a:t>
            </a:r>
            <a:r>
              <a:rPr lang="en-US" sz="2000" dirty="0" err="1">
                <a:solidFill>
                  <a:srgbClr val="00B050"/>
                </a:solidFill>
              </a:rPr>
              <a:t>isused</a:t>
            </a:r>
            <a:r>
              <a:rPr lang="en-US" sz="2000" dirty="0">
                <a:solidFill>
                  <a:srgbClr val="00B050"/>
                </a:solidFill>
              </a:rPr>
              <a:t>[i] ){</a:t>
            </a:r>
          </a:p>
          <a:p>
            <a:pPr marL="0" indent="0"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isused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 = true;</a:t>
            </a:r>
          </a:p>
          <a:p>
            <a:pPr marL="0" indent="0">
              <a:buNone/>
            </a:pPr>
            <a:r>
              <a:rPr lang="en-US" sz="2000" dirty="0"/>
              <a:t>            </a:t>
            </a:r>
            <a:r>
              <a:rPr lang="en-US" sz="2000" b="1" dirty="0" err="1"/>
              <a:t>generateNumber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7030A0"/>
                </a:solidFill>
              </a:rPr>
              <a:t>number * 10 + digits[i]</a:t>
            </a:r>
            <a:r>
              <a:rPr lang="en-US" sz="2000" dirty="0"/>
              <a:t>, </a:t>
            </a:r>
            <a:br>
              <a:rPr lang="en-US" sz="2000" dirty="0"/>
            </a:br>
            <a:r>
              <a:rPr lang="en-US" sz="2000" dirty="0"/>
              <a:t>                                     digits, </a:t>
            </a:r>
            <a:r>
              <a:rPr lang="en-US" sz="2000" dirty="0" err="1"/>
              <a:t>isused</a:t>
            </a:r>
            <a:r>
              <a:rPr lang="en-US" sz="2000" dirty="0"/>
              <a:t>, max, n, </a:t>
            </a:r>
            <a:r>
              <a:rPr lang="en-US" sz="2000" dirty="0">
                <a:solidFill>
                  <a:srgbClr val="0070C0"/>
                </a:solidFill>
              </a:rPr>
              <a:t>index+1</a:t>
            </a:r>
            <a:r>
              <a:rPr lang="en-US" sz="2000" dirty="0"/>
              <a:t>);</a:t>
            </a:r>
          </a:p>
          <a:p>
            <a:pPr marL="0" indent="0">
              <a:buNone/>
            </a:pPr>
            <a:r>
              <a:rPr lang="en-US" sz="2000" dirty="0"/>
              <a:t>            </a:t>
            </a:r>
            <a:r>
              <a:rPr lang="en-US" sz="2000" dirty="0" err="1">
                <a:solidFill>
                  <a:srgbClr val="7030A0"/>
                </a:solidFill>
              </a:rPr>
              <a:t>isused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dirty="0" err="1">
                <a:solidFill>
                  <a:srgbClr val="7030A0"/>
                </a:solidFill>
              </a:rPr>
              <a:t>i</a:t>
            </a:r>
            <a:r>
              <a:rPr lang="en-US" sz="2000" dirty="0">
                <a:solidFill>
                  <a:srgbClr val="7030A0"/>
                </a:solidFill>
              </a:rPr>
              <a:t>] = false;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        }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>
                <a:solidFill>
                  <a:srgbClr val="00B050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E0053C-4067-4E34-BD65-BCC52227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63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0CF2643-0416-428D-87CE-5076CA876384}"/>
              </a:ext>
            </a:extLst>
          </p:cNvPr>
          <p:cNvSpPr txBox="1">
            <a:spLocks/>
          </p:cNvSpPr>
          <p:nvPr/>
        </p:nvSpPr>
        <p:spPr>
          <a:xfrm>
            <a:off x="6446872" y="4388035"/>
            <a:ext cx="5163880" cy="165698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//call</a:t>
            </a:r>
          </a:p>
          <a:p>
            <a:pPr marL="0" indent="0">
              <a:buNone/>
            </a:pPr>
            <a:r>
              <a:rPr lang="en-US" sz="2000" dirty="0"/>
              <a:t>int max = INT_MIN;</a:t>
            </a:r>
          </a:p>
          <a:p>
            <a:pPr marL="0" indent="0">
              <a:buNone/>
            </a:pPr>
            <a:r>
              <a:rPr lang="en-US" sz="2000" dirty="0"/>
              <a:t>vector&lt;bool&gt; </a:t>
            </a:r>
            <a:r>
              <a:rPr lang="en-US" sz="2000" dirty="0" err="1"/>
              <a:t>isused</a:t>
            </a:r>
            <a:r>
              <a:rPr lang="en-US" sz="2000" dirty="0"/>
              <a:t> ( n, </a:t>
            </a:r>
            <a:r>
              <a:rPr lang="en-US" sz="2000" dirty="0">
                <a:solidFill>
                  <a:srgbClr val="C00000"/>
                </a:solidFill>
              </a:rPr>
              <a:t>false </a:t>
            </a:r>
            <a:r>
              <a:rPr lang="en-US" sz="2000" dirty="0"/>
              <a:t>);</a:t>
            </a:r>
          </a:p>
          <a:p>
            <a:pPr marL="0" indent="0">
              <a:buNone/>
            </a:pPr>
            <a:r>
              <a:rPr lang="en-US" sz="2000" dirty="0" err="1"/>
              <a:t>generateNumber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7030A0"/>
                </a:solidFill>
              </a:rPr>
              <a:t>0</a:t>
            </a:r>
            <a:r>
              <a:rPr lang="en-US" sz="2000" dirty="0"/>
              <a:t>, digits, </a:t>
            </a:r>
            <a:r>
              <a:rPr lang="en-US" sz="2000" dirty="0" err="1"/>
              <a:t>isused</a:t>
            </a:r>
            <a:r>
              <a:rPr lang="en-US" sz="2000" dirty="0"/>
              <a:t>, max, n, </a:t>
            </a:r>
            <a:r>
              <a:rPr lang="en-US" sz="2000" dirty="0">
                <a:solidFill>
                  <a:srgbClr val="0070C0"/>
                </a:solidFill>
              </a:rPr>
              <a:t>0</a:t>
            </a:r>
            <a:r>
              <a:rPr lang="en-US" sz="2000" dirty="0"/>
              <a:t>);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3827635D-FB06-4871-A562-017D825B72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00167"/>
              </p:ext>
            </p:extLst>
          </p:nvPr>
        </p:nvGraphicFramePr>
        <p:xfrm>
          <a:off x="5956891" y="1505311"/>
          <a:ext cx="5860312" cy="2518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EA5221-A64E-4A4C-A1F4-F7FCB1F0F9CD}"/>
              </a:ext>
            </a:extLst>
          </p:cNvPr>
          <p:cNvSpPr txBox="1"/>
          <p:nvPr/>
        </p:nvSpPr>
        <p:spPr>
          <a:xfrm>
            <a:off x="8736204" y="18368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698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E0053C-4067-4E34-BD65-BCC52227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D5E1-235F-477D-9CBB-332801280EB7}" type="slidenum">
              <a:rPr lang="en-US" smtClean="0"/>
              <a:t>64</a:t>
            </a:fld>
            <a:endParaRPr lang="en-US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F8216514-0681-40E1-A9D6-1E4B6B80A3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894374"/>
              </p:ext>
            </p:extLst>
          </p:nvPr>
        </p:nvGraphicFramePr>
        <p:xfrm>
          <a:off x="66453" y="382153"/>
          <a:ext cx="12926533" cy="5372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5624012-1F54-4BA0-9F60-56A03846BB67}"/>
              </a:ext>
            </a:extLst>
          </p:cNvPr>
          <p:cNvSpPr txBox="1"/>
          <p:nvPr/>
        </p:nvSpPr>
        <p:spPr>
          <a:xfrm>
            <a:off x="800853" y="3431187"/>
            <a:ext cx="78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3 7 5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 </a:t>
            </a:r>
            <a:r>
              <a:rPr lang="en-US" sz="2400" b="1" dirty="0" err="1">
                <a:solidFill>
                  <a:srgbClr val="C00000"/>
                </a:solidFill>
              </a:rPr>
              <a:t>T</a:t>
            </a:r>
            <a:r>
              <a:rPr lang="en-US" sz="2400" dirty="0">
                <a:solidFill>
                  <a:srgbClr val="C00000"/>
                </a:solidFill>
              </a:rPr>
              <a:t> 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03B3E-DFC2-4CAB-A09F-019A99F2EAAB}"/>
              </a:ext>
            </a:extLst>
          </p:cNvPr>
          <p:cNvSpPr txBox="1"/>
          <p:nvPr/>
        </p:nvSpPr>
        <p:spPr>
          <a:xfrm>
            <a:off x="800853" y="4733720"/>
            <a:ext cx="78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3 7 5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 </a:t>
            </a:r>
            <a:r>
              <a:rPr lang="en-US" sz="2400" dirty="0" err="1">
                <a:solidFill>
                  <a:srgbClr val="C00000"/>
                </a:solidFill>
              </a:rPr>
              <a:t>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T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5886DD-3F36-4CBD-A1AE-7CC03C1EA7FB}"/>
              </a:ext>
            </a:extLst>
          </p:cNvPr>
          <p:cNvCxnSpPr>
            <a:cxnSpLocks/>
          </p:cNvCxnSpPr>
          <p:nvPr/>
        </p:nvCxnSpPr>
        <p:spPr>
          <a:xfrm flipV="1">
            <a:off x="3690436" y="2699064"/>
            <a:ext cx="678038" cy="7399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D133813-760D-4C87-ADF1-F86ABF91A96F}"/>
              </a:ext>
            </a:extLst>
          </p:cNvPr>
          <p:cNvSpPr txBox="1"/>
          <p:nvPr/>
        </p:nvSpPr>
        <p:spPr>
          <a:xfrm>
            <a:off x="2316741" y="1988704"/>
            <a:ext cx="78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3 7 5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T</a:t>
            </a:r>
            <a:r>
              <a:rPr lang="en-US" sz="2400" dirty="0">
                <a:solidFill>
                  <a:srgbClr val="C00000"/>
                </a:solidFill>
              </a:rPr>
              <a:t> F 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E5A8A1-8590-4575-97EE-13EAC8160A40}"/>
              </a:ext>
            </a:extLst>
          </p:cNvPr>
          <p:cNvSpPr txBox="1"/>
          <p:nvPr/>
        </p:nvSpPr>
        <p:spPr>
          <a:xfrm>
            <a:off x="4370265" y="505987"/>
            <a:ext cx="78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3 7 5</a:t>
            </a:r>
          </a:p>
          <a:p>
            <a:r>
              <a:rPr lang="en-US" sz="2400" dirty="0">
                <a:solidFill>
                  <a:srgbClr val="C00000"/>
                </a:solidFill>
              </a:rPr>
              <a:t>F </a:t>
            </a:r>
            <a:r>
              <a:rPr lang="en-US" sz="2400" dirty="0" err="1">
                <a:solidFill>
                  <a:srgbClr val="C00000"/>
                </a:solidFill>
              </a:rPr>
              <a:t>F</a:t>
            </a:r>
            <a:r>
              <a:rPr lang="en-US" sz="2400" dirty="0">
                <a:solidFill>
                  <a:srgbClr val="C00000"/>
                </a:solidFill>
              </a:rPr>
              <a:t> F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4D8E77-CEFA-4B1B-BDC5-901D09BDD110}"/>
              </a:ext>
            </a:extLst>
          </p:cNvPr>
          <p:cNvCxnSpPr>
            <a:cxnSpLocks/>
          </p:cNvCxnSpPr>
          <p:nvPr/>
        </p:nvCxnSpPr>
        <p:spPr>
          <a:xfrm flipV="1">
            <a:off x="3430153" y="4151988"/>
            <a:ext cx="0" cy="10747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9A72A0A-A28B-4D77-9378-46FD11BE0DE3}"/>
              </a:ext>
            </a:extLst>
          </p:cNvPr>
          <p:cNvSpPr txBox="1"/>
          <p:nvPr/>
        </p:nvSpPr>
        <p:spPr>
          <a:xfrm>
            <a:off x="2984128" y="3424163"/>
            <a:ext cx="78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3 7 5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 </a:t>
            </a:r>
            <a:r>
              <a:rPr lang="en-US" sz="2400" dirty="0" err="1">
                <a:solidFill>
                  <a:srgbClr val="C00000"/>
                </a:solidFill>
              </a:rPr>
              <a:t>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002060"/>
                </a:solidFill>
              </a:rPr>
              <a:t>F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218ACD-E9B3-4B12-A20B-76257E80B4A6}"/>
              </a:ext>
            </a:extLst>
          </p:cNvPr>
          <p:cNvSpPr txBox="1"/>
          <p:nvPr/>
        </p:nvSpPr>
        <p:spPr>
          <a:xfrm>
            <a:off x="3793918" y="3424163"/>
            <a:ext cx="78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3 7 5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 F </a:t>
            </a:r>
            <a:r>
              <a:rPr lang="en-US" sz="2400" b="1" dirty="0">
                <a:solidFill>
                  <a:srgbClr val="C00000"/>
                </a:solidFill>
              </a:rPr>
              <a:t>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8AAA4E-6DA4-489D-B2BC-8CB92BB059F8}"/>
              </a:ext>
            </a:extLst>
          </p:cNvPr>
          <p:cNvSpPr txBox="1"/>
          <p:nvPr/>
        </p:nvSpPr>
        <p:spPr>
          <a:xfrm>
            <a:off x="3757856" y="4733720"/>
            <a:ext cx="78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3 7 5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 </a:t>
            </a:r>
            <a:r>
              <a:rPr lang="en-US" sz="2400" b="1" dirty="0" err="1">
                <a:solidFill>
                  <a:srgbClr val="C00000"/>
                </a:solidFill>
              </a:rPr>
              <a:t>T</a:t>
            </a:r>
            <a:r>
              <a:rPr lang="en-US" sz="2400" dirty="0">
                <a:solidFill>
                  <a:srgbClr val="C00000"/>
                </a:solidFill>
              </a:rPr>
              <a:t> 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3C76D50-B5C3-4861-B5A4-396E721F98E0}"/>
              </a:ext>
            </a:extLst>
          </p:cNvPr>
          <p:cNvCxnSpPr>
            <a:cxnSpLocks/>
          </p:cNvCxnSpPr>
          <p:nvPr/>
        </p:nvCxnSpPr>
        <p:spPr>
          <a:xfrm flipV="1">
            <a:off x="6389549" y="4120089"/>
            <a:ext cx="0" cy="10747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8F87DE6-9FB5-47C5-A7E4-16ADC4AEAB7D}"/>
              </a:ext>
            </a:extLst>
          </p:cNvPr>
          <p:cNvSpPr txBox="1"/>
          <p:nvPr/>
        </p:nvSpPr>
        <p:spPr>
          <a:xfrm>
            <a:off x="5923221" y="3424163"/>
            <a:ext cx="78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3 7 5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 </a:t>
            </a:r>
            <a:r>
              <a:rPr lang="en-US" sz="2400" b="1" dirty="0">
                <a:solidFill>
                  <a:srgbClr val="002060"/>
                </a:solidFill>
              </a:rPr>
              <a:t>F</a:t>
            </a:r>
            <a:r>
              <a:rPr lang="en-US" sz="2400" dirty="0">
                <a:solidFill>
                  <a:srgbClr val="C00000"/>
                </a:solidFill>
              </a:rPr>
              <a:t> 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1A5398-3469-4B5C-8151-81379E695A0D}"/>
              </a:ext>
            </a:extLst>
          </p:cNvPr>
          <p:cNvSpPr txBox="1"/>
          <p:nvPr/>
        </p:nvSpPr>
        <p:spPr>
          <a:xfrm>
            <a:off x="4370265" y="1965075"/>
            <a:ext cx="78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3 7 5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 </a:t>
            </a:r>
            <a:r>
              <a:rPr lang="en-US" sz="2400" b="1" dirty="0">
                <a:solidFill>
                  <a:srgbClr val="002060"/>
                </a:solidFill>
              </a:rPr>
              <a:t>F</a:t>
            </a:r>
            <a:r>
              <a:rPr lang="en-US" sz="2400" dirty="0">
                <a:solidFill>
                  <a:srgbClr val="C00000"/>
                </a:solidFill>
              </a:rPr>
              <a:t> F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D47428-AEC9-405C-B980-28A680447026}"/>
              </a:ext>
            </a:extLst>
          </p:cNvPr>
          <p:cNvCxnSpPr>
            <a:cxnSpLocks/>
          </p:cNvCxnSpPr>
          <p:nvPr/>
        </p:nvCxnSpPr>
        <p:spPr>
          <a:xfrm flipH="1">
            <a:off x="1308101" y="2404202"/>
            <a:ext cx="890988" cy="88427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E065F53-4629-4C10-9AE0-1094544A9212}"/>
              </a:ext>
            </a:extLst>
          </p:cNvPr>
          <p:cNvCxnSpPr>
            <a:cxnSpLocks/>
          </p:cNvCxnSpPr>
          <p:nvPr/>
        </p:nvCxnSpPr>
        <p:spPr>
          <a:xfrm>
            <a:off x="1195352" y="4197631"/>
            <a:ext cx="0" cy="4917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A472550-5A36-4FE9-923F-DD37D3C7A3A0}"/>
              </a:ext>
            </a:extLst>
          </p:cNvPr>
          <p:cNvCxnSpPr>
            <a:cxnSpLocks/>
          </p:cNvCxnSpPr>
          <p:nvPr/>
        </p:nvCxnSpPr>
        <p:spPr>
          <a:xfrm flipH="1">
            <a:off x="4434749" y="2745593"/>
            <a:ext cx="590972" cy="7032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61D40AF-CCB4-47FD-A87E-0929C622B182}"/>
              </a:ext>
            </a:extLst>
          </p:cNvPr>
          <p:cNvCxnSpPr>
            <a:cxnSpLocks/>
          </p:cNvCxnSpPr>
          <p:nvPr/>
        </p:nvCxnSpPr>
        <p:spPr>
          <a:xfrm>
            <a:off x="4152355" y="4232159"/>
            <a:ext cx="0" cy="4917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F3D4DB1-1172-4BF1-94D7-B7A6D602844F}"/>
              </a:ext>
            </a:extLst>
          </p:cNvPr>
          <p:cNvSpPr txBox="1"/>
          <p:nvPr/>
        </p:nvSpPr>
        <p:spPr>
          <a:xfrm>
            <a:off x="5094228" y="1963672"/>
            <a:ext cx="78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3 7 5</a:t>
            </a:r>
          </a:p>
          <a:p>
            <a:r>
              <a:rPr lang="en-US" sz="2400" dirty="0">
                <a:solidFill>
                  <a:srgbClr val="C00000"/>
                </a:solidFill>
              </a:rPr>
              <a:t>T F </a:t>
            </a:r>
            <a:r>
              <a:rPr lang="en-US" sz="2400" b="1" dirty="0" err="1">
                <a:solidFill>
                  <a:srgbClr val="002060"/>
                </a:solidFill>
              </a:rPr>
              <a:t>F</a:t>
            </a:r>
            <a:endParaRPr lang="en-US" sz="2400" b="1" dirty="0">
              <a:solidFill>
                <a:srgbClr val="002060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180680E-8517-43C2-A1FF-465CA0E889E6}"/>
              </a:ext>
            </a:extLst>
          </p:cNvPr>
          <p:cNvCxnSpPr>
            <a:cxnSpLocks/>
            <a:endCxn id="63" idx="2"/>
          </p:cNvCxnSpPr>
          <p:nvPr/>
        </p:nvCxnSpPr>
        <p:spPr>
          <a:xfrm flipH="1" flipV="1">
            <a:off x="5488728" y="2794669"/>
            <a:ext cx="500946" cy="62949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043879D-7ABC-4CA1-AE87-AD698CC83DD7}"/>
              </a:ext>
            </a:extLst>
          </p:cNvPr>
          <p:cNvSpPr txBox="1"/>
          <p:nvPr/>
        </p:nvSpPr>
        <p:spPr>
          <a:xfrm>
            <a:off x="5108574" y="498614"/>
            <a:ext cx="78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3 7 5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F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F</a:t>
            </a:r>
            <a:r>
              <a:rPr lang="en-US" sz="2400" dirty="0">
                <a:solidFill>
                  <a:srgbClr val="C00000"/>
                </a:solidFill>
              </a:rPr>
              <a:t> F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2AD16BC-63BE-4566-A107-F6B82FFBA608}"/>
              </a:ext>
            </a:extLst>
          </p:cNvPr>
          <p:cNvCxnSpPr>
            <a:cxnSpLocks/>
          </p:cNvCxnSpPr>
          <p:nvPr/>
        </p:nvCxnSpPr>
        <p:spPr>
          <a:xfrm flipV="1">
            <a:off x="5488727" y="1361510"/>
            <a:ext cx="0" cy="6021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D81AF3-01D3-44BA-A28F-11E831FF2EC8}"/>
              </a:ext>
            </a:extLst>
          </p:cNvPr>
          <p:cNvCxnSpPr>
            <a:cxnSpLocks/>
          </p:cNvCxnSpPr>
          <p:nvPr/>
        </p:nvCxnSpPr>
        <p:spPr>
          <a:xfrm flipH="1">
            <a:off x="3186462" y="919372"/>
            <a:ext cx="890988" cy="88427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EBBA6C23-9A1D-4805-932C-E4C1D03C051B}"/>
              </a:ext>
            </a:extLst>
          </p:cNvPr>
          <p:cNvSpPr txBox="1"/>
          <p:nvPr/>
        </p:nvSpPr>
        <p:spPr>
          <a:xfrm>
            <a:off x="6776059" y="4964552"/>
            <a:ext cx="47001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Note: If </a:t>
            </a:r>
            <a:r>
              <a:rPr lang="en-US" sz="2400" dirty="0" err="1">
                <a:solidFill>
                  <a:srgbClr val="7030A0"/>
                </a:solidFill>
              </a:rPr>
              <a:t>isused</a:t>
            </a:r>
            <a:r>
              <a:rPr lang="en-US" sz="2400" dirty="0">
                <a:solidFill>
                  <a:srgbClr val="7030A0"/>
                </a:solidFill>
              </a:rPr>
              <a:t>[i] = false is removed, </a:t>
            </a:r>
            <a:br>
              <a:rPr lang="en-US" sz="2400" dirty="0">
                <a:solidFill>
                  <a:srgbClr val="7030A0"/>
                </a:solidFill>
              </a:rPr>
            </a:br>
            <a:r>
              <a:rPr lang="en-US" sz="2400" dirty="0">
                <a:solidFill>
                  <a:srgbClr val="7030A0"/>
                </a:solidFill>
              </a:rPr>
              <a:t>then the 7 will be already visited, </a:t>
            </a:r>
          </a:p>
          <a:p>
            <a:r>
              <a:rPr lang="en-US" sz="2400" dirty="0">
                <a:solidFill>
                  <a:srgbClr val="7030A0"/>
                </a:solidFill>
              </a:rPr>
              <a:t>and we will not be able to </a:t>
            </a:r>
            <a:r>
              <a:rPr lang="en-US" sz="2400">
                <a:solidFill>
                  <a:srgbClr val="7030A0"/>
                </a:solidFill>
              </a:rPr>
              <a:t>enter 357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A63E1A-1630-48AB-B0E4-F5E70999836E}"/>
              </a:ext>
            </a:extLst>
          </p:cNvPr>
          <p:cNvSpPr txBox="1"/>
          <p:nvPr/>
        </p:nvSpPr>
        <p:spPr>
          <a:xfrm>
            <a:off x="7032738" y="52627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533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30" grpId="0"/>
      <p:bldP spid="31" grpId="0"/>
      <p:bldP spid="35" grpId="0"/>
      <p:bldP spid="37" grpId="0"/>
      <p:bldP spid="38" grpId="0"/>
      <p:bldP spid="40" grpId="0"/>
      <p:bldP spid="49" grpId="0"/>
      <p:bldP spid="63" grpId="0"/>
      <p:bldP spid="67" grpId="0"/>
      <p:bldP spid="7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6|63.2|14.2|35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0.8|3.5|0.8|7.1|0.8|0.8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65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62.8|20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47.9|37.8|17.5|20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47.9|37.8|17.5|20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4|2.5|2.9|95.5|10.4|18.1|2.2|17.1|18|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16.4|23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8|11.6|2.4|53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4.8|8.8|12|33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20.3|14.2|16.8|14.5|17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10.3|15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10|49.2|8.7|16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4.5|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4.7|29.2|60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2|7.3|49.6|2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52.5|21.4|22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12.4|1.7|15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3|18|1.1|6.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7.4|8.6|1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43.6|25.1|1.3|49.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7.4|8.6|1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43.6|25.1|1.3|49.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7.8|10.9|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44.2|0.4|0.2|0.4|0.5|0.5|0.4|97.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44.2|0.4|0.2|0.4|0.5|0.5|0.4|97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12408</TotalTime>
  <Words>5829</Words>
  <Application>Microsoft Macintosh PowerPoint</Application>
  <PresentationFormat>Widescreen</PresentationFormat>
  <Paragraphs>929</Paragraphs>
  <Slides>64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Calibri</vt:lpstr>
      <vt:lpstr>Calibri Light</vt:lpstr>
      <vt:lpstr>Consolas</vt:lpstr>
      <vt:lpstr>inherit</vt:lpstr>
      <vt:lpstr>Wingdings</vt:lpstr>
      <vt:lpstr>Office Theme</vt:lpstr>
      <vt:lpstr>Introduction to DSA</vt:lpstr>
      <vt:lpstr>Agenda</vt:lpstr>
      <vt:lpstr>Agenda</vt:lpstr>
      <vt:lpstr>C++ Review: Basics</vt:lpstr>
      <vt:lpstr>C++ Review: Basics</vt:lpstr>
      <vt:lpstr>C++ Review: Passing Variables to Functions</vt:lpstr>
      <vt:lpstr>C++ Review: Passing Variables to Functions</vt:lpstr>
      <vt:lpstr>C++ Review: Reading from stdin</vt:lpstr>
      <vt:lpstr>C++ Review: Namespace std</vt:lpstr>
      <vt:lpstr>C++ Review: Standard Library</vt:lpstr>
      <vt:lpstr>C++ Review: Standard Template Library (STL)</vt:lpstr>
      <vt:lpstr>C++ Review: STL Iterators</vt:lpstr>
      <vt:lpstr>PowerPoint Presentation</vt:lpstr>
      <vt:lpstr>C++ Review: Pairs</vt:lpstr>
      <vt:lpstr>C++ Review: Vectors</vt:lpstr>
      <vt:lpstr>C++ Review: Vectors</vt:lpstr>
      <vt:lpstr>C++ Review: Vectors</vt:lpstr>
      <vt:lpstr>C++ Review: Set</vt:lpstr>
      <vt:lpstr>C++ Review: Map</vt:lpstr>
      <vt:lpstr>C++ Review: Map</vt:lpstr>
      <vt:lpstr>C++ Review: Other containers</vt:lpstr>
      <vt:lpstr>C++ Review: Sort and Binary Search</vt:lpstr>
      <vt:lpstr>C++ Review: Trees Representation</vt:lpstr>
      <vt:lpstr>C++ Review: Graphs Representation</vt:lpstr>
      <vt:lpstr>C++ Review: Graphs Representation</vt:lpstr>
      <vt:lpstr>C++ Review: Stack vs Heap Space</vt:lpstr>
      <vt:lpstr>C++ Review: Stack vs Heap Space</vt:lpstr>
      <vt:lpstr>C++ Review: Other Remarks</vt:lpstr>
      <vt:lpstr>Agenda</vt:lpstr>
      <vt:lpstr>Common Mistakes: Integer Overflow</vt:lpstr>
      <vt:lpstr>Common Mistakes: Exceeding Time Limit</vt:lpstr>
      <vt:lpstr>Common Mistakes: Undefined Behavior</vt:lpstr>
      <vt:lpstr>Common Mistakes: Unnecessary Output</vt:lpstr>
      <vt:lpstr>Agenda</vt:lpstr>
      <vt:lpstr>Algorithmic Problems</vt:lpstr>
      <vt:lpstr>Problem Solution</vt:lpstr>
      <vt:lpstr>Judge Verdict</vt:lpstr>
      <vt:lpstr>Test Cases</vt:lpstr>
      <vt:lpstr>Problem Example</vt:lpstr>
      <vt:lpstr>Agenda</vt:lpstr>
      <vt:lpstr>Testing: Why test your code?</vt:lpstr>
      <vt:lpstr>Testing: Tests Types</vt:lpstr>
      <vt:lpstr>Testing: Stress Testing</vt:lpstr>
      <vt:lpstr>Agenda</vt:lpstr>
      <vt:lpstr>Recursion</vt:lpstr>
      <vt:lpstr>Recursion</vt:lpstr>
      <vt:lpstr>Recursion</vt:lpstr>
      <vt:lpstr>Recursion</vt:lpstr>
      <vt:lpstr>Recursion:  Different ways to return results</vt:lpstr>
      <vt:lpstr>Recursion:  Different ways to return results</vt:lpstr>
      <vt:lpstr>Recursion:  Different ways to return results</vt:lpstr>
      <vt:lpstr>Brute Force Solutions</vt:lpstr>
      <vt:lpstr>Search Space Example 1</vt:lpstr>
      <vt:lpstr>Search Space Example 2</vt:lpstr>
      <vt:lpstr>Search Space Example 3</vt:lpstr>
      <vt:lpstr>Search Space Example 3</vt:lpstr>
      <vt:lpstr>Search Space Example 3</vt:lpstr>
      <vt:lpstr>Search Space Example 4</vt:lpstr>
      <vt:lpstr>Search Space Example 4</vt:lpstr>
      <vt:lpstr>Search Space Example 4</vt:lpstr>
      <vt:lpstr>Search Space Example 5</vt:lpstr>
      <vt:lpstr>Search Space Example 5</vt:lpstr>
      <vt:lpstr>Search Space Example 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Maheed Hatem</dc:creator>
  <cp:lastModifiedBy>Muhammad Abdulkariim</cp:lastModifiedBy>
  <cp:revision>307</cp:revision>
  <dcterms:created xsi:type="dcterms:W3CDTF">2020-10-11T15:19:50Z</dcterms:created>
  <dcterms:modified xsi:type="dcterms:W3CDTF">2025-02-01T16:53:31Z</dcterms:modified>
</cp:coreProperties>
</file>